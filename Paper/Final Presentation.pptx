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svg" ContentType="image/svg+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diagrams/data1.xml" ContentType="application/vnd.openxmlformats-officedocument.drawingml.diagramData+xml"/>
  <Override PartName="/ppt/diagrams/layout1.xml" ContentType="application/vnd.openxmlformats-officedocument.drawingml.diagramLayout+xml"/>
  <Override PartName="/ppt/diagrams/quickStyle1.xml" ContentType="application/vnd.openxmlformats-officedocument.drawingml.diagramStyle+xml"/>
  <Override PartName="/ppt/diagrams/colors1.xml" ContentType="application/vnd.openxmlformats-officedocument.drawingml.diagramColors+xml"/>
  <Override PartName="/ppt/diagrams/drawing1.xml" ContentType="application/vnd.ms-office.drawingml.diagramDrawing+xml"/>
  <Override PartName="/ppt/diagrams/data2.xml" ContentType="application/vnd.openxmlformats-officedocument.drawingml.diagramData+xml"/>
  <Override PartName="/ppt/diagrams/layout2.xml" ContentType="application/vnd.openxmlformats-officedocument.drawingml.diagramLayout+xml"/>
  <Override PartName="/ppt/diagrams/quickStyle2.xml" ContentType="application/vnd.openxmlformats-officedocument.drawingml.diagramStyle+xml"/>
  <Override PartName="/ppt/diagrams/colors2.xml" ContentType="application/vnd.openxmlformats-officedocument.drawingml.diagramColors+xml"/>
  <Override PartName="/ppt/diagrams/drawing2.xml" ContentType="application/vnd.ms-office.drawingml.diagramDrawing+xml"/>
  <Override PartName="/ppt/diagrams/data3.xml" ContentType="application/vnd.openxmlformats-officedocument.drawingml.diagramData+xml"/>
  <Override PartName="/ppt/diagrams/layout3.xml" ContentType="application/vnd.openxmlformats-officedocument.drawingml.diagramLayout+xml"/>
  <Override PartName="/ppt/diagrams/quickStyle3.xml" ContentType="application/vnd.openxmlformats-officedocument.drawingml.diagramStyle+xml"/>
  <Override PartName="/ppt/diagrams/colors3.xml" ContentType="application/vnd.openxmlformats-officedocument.drawingml.diagramColors+xml"/>
  <Override PartName="/ppt/diagrams/drawing3.xml" ContentType="application/vnd.ms-office.drawingml.diagramDrawing+xml"/>
  <Override PartName="/ppt/diagrams/data4.xml" ContentType="application/vnd.openxmlformats-officedocument.drawingml.diagramData+xml"/>
  <Override PartName="/ppt/diagrams/layout4.xml" ContentType="application/vnd.openxmlformats-officedocument.drawingml.diagramLayout+xml"/>
  <Override PartName="/ppt/diagrams/quickStyle4.xml" ContentType="application/vnd.openxmlformats-officedocument.drawingml.diagramStyle+xml"/>
  <Override PartName="/ppt/diagrams/colors4.xml" ContentType="application/vnd.openxmlformats-officedocument.drawingml.diagramColors+xml"/>
  <Override PartName="/ppt/diagrams/drawing4.xml" ContentType="application/vnd.ms-office.drawingml.diagramDrawing+xml"/>
  <Override PartName="/ppt/diagrams/data5.xml" ContentType="application/vnd.openxmlformats-officedocument.drawingml.diagramData+xml"/>
  <Override PartName="/ppt/diagrams/layout5.xml" ContentType="application/vnd.openxmlformats-officedocument.drawingml.diagramLayout+xml"/>
  <Override PartName="/ppt/diagrams/quickStyle5.xml" ContentType="application/vnd.openxmlformats-officedocument.drawingml.diagramStyle+xml"/>
  <Override PartName="/ppt/diagrams/colors5.xml" ContentType="application/vnd.openxmlformats-officedocument.drawingml.diagramColors+xml"/>
  <Override PartName="/ppt/diagrams/drawing5.xml" ContentType="application/vnd.ms-office.drawingml.diagramDrawing+xml"/>
  <Override PartName="/ppt/notesSlides/notesSlide1.xml" ContentType="application/vnd.openxmlformats-officedocument.presentationml.notesSlide+xml"/>
  <Override PartName="/ppt/diagrams/data6.xml" ContentType="application/vnd.openxmlformats-officedocument.drawingml.diagramData+xml"/>
  <Override PartName="/ppt/diagrams/layout6.xml" ContentType="application/vnd.openxmlformats-officedocument.drawingml.diagramLayout+xml"/>
  <Override PartName="/ppt/diagrams/quickStyle6.xml" ContentType="application/vnd.openxmlformats-officedocument.drawingml.diagramStyle+xml"/>
  <Override PartName="/ppt/diagrams/colors6.xml" ContentType="application/vnd.openxmlformats-officedocument.drawingml.diagramColors+xml"/>
  <Override PartName="/ppt/diagrams/drawing6.xml" ContentType="application/vnd.ms-office.drawingml.diagramDrawing+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738" r:id="rId1"/>
  </p:sldMasterIdLst>
  <p:notesMasterIdLst>
    <p:notesMasterId r:id="rId28"/>
  </p:notesMasterIdLst>
  <p:sldIdLst>
    <p:sldId id="256" r:id="rId2"/>
    <p:sldId id="257" r:id="rId3"/>
    <p:sldId id="277" r:id="rId4"/>
    <p:sldId id="258" r:id="rId5"/>
    <p:sldId id="259" r:id="rId6"/>
    <p:sldId id="260" r:id="rId7"/>
    <p:sldId id="261" r:id="rId8"/>
    <p:sldId id="262" r:id="rId9"/>
    <p:sldId id="263" r:id="rId10"/>
    <p:sldId id="264" r:id="rId11"/>
    <p:sldId id="265" r:id="rId12"/>
    <p:sldId id="266" r:id="rId13"/>
    <p:sldId id="267" r:id="rId14"/>
    <p:sldId id="279" r:id="rId15"/>
    <p:sldId id="268" r:id="rId16"/>
    <p:sldId id="269" r:id="rId17"/>
    <p:sldId id="270" r:id="rId18"/>
    <p:sldId id="282" r:id="rId19"/>
    <p:sldId id="283" r:id="rId20"/>
    <p:sldId id="271" r:id="rId21"/>
    <p:sldId id="284" r:id="rId22"/>
    <p:sldId id="272" r:id="rId23"/>
    <p:sldId id="280" r:id="rId24"/>
    <p:sldId id="281" r:id="rId25"/>
    <p:sldId id="275" r:id="rId26"/>
    <p:sldId id="276" r:id="rId27"/>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6790"/>
    <p:restoredTop sz="94621"/>
  </p:normalViewPr>
  <p:slideViewPr>
    <p:cSldViewPr snapToGrid="0">
      <p:cViewPr varScale="1">
        <p:scale>
          <a:sx n="152" d="100"/>
          <a:sy n="152" d="100"/>
        </p:scale>
        <p:origin x="616" y="176"/>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slide" Target="slides/slide25.xml"/><Relationship Id="rId3" Type="http://schemas.openxmlformats.org/officeDocument/2006/relationships/slide" Target="slides/slide2.xml"/><Relationship Id="rId21" Type="http://schemas.openxmlformats.org/officeDocument/2006/relationships/slide" Target="slides/slide20.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slide" Target="slides/slide19.xml"/><Relationship Id="rId29" Type="http://schemas.openxmlformats.org/officeDocument/2006/relationships/presProps" Target="presProps.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tableStyles" Target="tableStyles.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notesMaster" Target="notesMasters/notesMaster1.xml"/><Relationship Id="rId10" Type="http://schemas.openxmlformats.org/officeDocument/2006/relationships/slide" Target="slides/slide9.xml"/><Relationship Id="rId19" Type="http://schemas.openxmlformats.org/officeDocument/2006/relationships/slide" Target="slides/slide18.xml"/><Relationship Id="rId31" Type="http://schemas.openxmlformats.org/officeDocument/2006/relationships/theme" Target="theme/theme1.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viewProps" Target="viewProps.xml"/></Relationships>
</file>

<file path=ppt/diagrams/_rels/data2.xml.rels><?xml version="1.0" encoding="UTF-8" standalone="yes"?>
<Relationships xmlns="http://schemas.openxmlformats.org/package/2006/relationships"><Relationship Id="rId8" Type="http://schemas.openxmlformats.org/officeDocument/2006/relationships/image" Target="../media/image10.svg"/><Relationship Id="rId3" Type="http://schemas.openxmlformats.org/officeDocument/2006/relationships/image" Target="../media/image5.png"/><Relationship Id="rId7" Type="http://schemas.openxmlformats.org/officeDocument/2006/relationships/image" Target="../media/image9.png"/><Relationship Id="rId2" Type="http://schemas.openxmlformats.org/officeDocument/2006/relationships/image" Target="../media/image4.svg"/><Relationship Id="rId1" Type="http://schemas.openxmlformats.org/officeDocument/2006/relationships/image" Target="../media/image3.png"/><Relationship Id="rId6" Type="http://schemas.openxmlformats.org/officeDocument/2006/relationships/image" Target="../media/image8.svg"/><Relationship Id="rId5" Type="http://schemas.openxmlformats.org/officeDocument/2006/relationships/image" Target="../media/image7.png"/><Relationship Id="rId10" Type="http://schemas.openxmlformats.org/officeDocument/2006/relationships/image" Target="../media/image12.svg"/><Relationship Id="rId4" Type="http://schemas.openxmlformats.org/officeDocument/2006/relationships/image" Target="../media/image6.svg"/><Relationship Id="rId9" Type="http://schemas.openxmlformats.org/officeDocument/2006/relationships/image" Target="../media/image11.png"/></Relationships>
</file>

<file path=ppt/diagrams/_rels/data6.xml.rels><?xml version="1.0" encoding="UTF-8" standalone="yes"?>
<Relationships xmlns="http://schemas.openxmlformats.org/package/2006/relationships"><Relationship Id="rId2" Type="http://schemas.openxmlformats.org/officeDocument/2006/relationships/image" Target="../media/image38.svg"/><Relationship Id="rId1" Type="http://schemas.openxmlformats.org/officeDocument/2006/relationships/image" Target="../media/image37.png"/></Relationships>
</file>

<file path=ppt/diagrams/_rels/drawing2.xml.rels><?xml version="1.0" encoding="UTF-8" standalone="yes"?>
<Relationships xmlns="http://schemas.openxmlformats.org/package/2006/relationships"><Relationship Id="rId8" Type="http://schemas.openxmlformats.org/officeDocument/2006/relationships/image" Target="../media/image10.svg"/><Relationship Id="rId3" Type="http://schemas.openxmlformats.org/officeDocument/2006/relationships/image" Target="../media/image5.png"/><Relationship Id="rId7" Type="http://schemas.openxmlformats.org/officeDocument/2006/relationships/image" Target="../media/image9.png"/><Relationship Id="rId2" Type="http://schemas.openxmlformats.org/officeDocument/2006/relationships/image" Target="../media/image4.svg"/><Relationship Id="rId1" Type="http://schemas.openxmlformats.org/officeDocument/2006/relationships/image" Target="../media/image3.png"/><Relationship Id="rId6" Type="http://schemas.openxmlformats.org/officeDocument/2006/relationships/image" Target="../media/image8.svg"/><Relationship Id="rId5" Type="http://schemas.openxmlformats.org/officeDocument/2006/relationships/image" Target="../media/image7.png"/><Relationship Id="rId10" Type="http://schemas.openxmlformats.org/officeDocument/2006/relationships/image" Target="../media/image12.svg"/><Relationship Id="rId4" Type="http://schemas.openxmlformats.org/officeDocument/2006/relationships/image" Target="../media/image6.svg"/><Relationship Id="rId9" Type="http://schemas.openxmlformats.org/officeDocument/2006/relationships/image" Target="../media/image11.png"/></Relationships>
</file>

<file path=ppt/diagrams/_rels/drawing6.xml.rels><?xml version="1.0" encoding="UTF-8" standalone="yes"?>
<Relationships xmlns="http://schemas.openxmlformats.org/package/2006/relationships"><Relationship Id="rId2" Type="http://schemas.openxmlformats.org/officeDocument/2006/relationships/image" Target="../media/image38.svg"/><Relationship Id="rId1" Type="http://schemas.openxmlformats.org/officeDocument/2006/relationships/image" Target="../media/image37.png"/></Relationships>
</file>

<file path=ppt/diagrams/colors1.xml><?xml version="1.0" encoding="utf-8"?>
<dgm:colorsDef xmlns:dgm="http://schemas.openxmlformats.org/drawingml/2006/diagram" xmlns:a="http://schemas.openxmlformats.org/drawingml/2006/main" uniqueId="urn:microsoft.com/office/officeart/2005/8/colors/accent1_2">
  <dgm:title val=""/>
  <dgm:desc val=""/>
  <dgm:catLst>
    <dgm:cat type="accent1" pri="11200"/>
  </dgm:catLst>
  <dgm:styleLbl name="node0">
    <dgm:fillClrLst meth="repeat">
      <a:schemeClr val="accent1"/>
    </dgm:fillClrLst>
    <dgm:linClrLst meth="repeat">
      <a:schemeClr val="lt1"/>
    </dgm:linClrLst>
    <dgm:effectClrLst/>
    <dgm:txLinClrLst/>
    <dgm:txFillClrLst/>
    <dgm:txEffectClrLst/>
  </dgm:styleLbl>
  <dgm:styleLbl name="alignNode1">
    <dgm:fillClrLst meth="repeat">
      <a:schemeClr val="accent1"/>
    </dgm:fillClrLst>
    <dgm:linClrLst meth="repeat">
      <a:schemeClr val="accent1"/>
    </dgm:linClrLst>
    <dgm:effectClrLst/>
    <dgm:txLinClrLst/>
    <dgm:txFillClrLst/>
    <dgm:txEffectClrLst/>
  </dgm:styleLbl>
  <dgm:styleLbl name="node1">
    <dgm:fillClrLst meth="repeat">
      <a:schemeClr val="accent1"/>
    </dgm:fillClrLst>
    <dgm:linClrLst meth="repeat">
      <a:schemeClr val="lt1"/>
    </dgm:linClrLst>
    <dgm:effectClrLst/>
    <dgm:txLinClrLst/>
    <dgm:txFillClrLst/>
    <dgm:txEffectClrLst/>
  </dgm:styleLbl>
  <dgm:styleLbl name="lnNode1">
    <dgm:fillClrLst meth="repeat">
      <a:schemeClr val="accent1"/>
    </dgm:fillClrLst>
    <dgm:linClrLst meth="repeat">
      <a:schemeClr val="lt1"/>
    </dgm:linClrLst>
    <dgm:effectClrLst/>
    <dgm:txLinClrLst/>
    <dgm:txFillClrLst/>
    <dgm:txEffectClrLst/>
  </dgm:styleLbl>
  <dgm:styleLbl name="vennNode1">
    <dgm:fillClrLst meth="repeat">
      <a:schemeClr val="accent1">
        <a:alpha val="50000"/>
      </a:schemeClr>
    </dgm:fillClrLst>
    <dgm:linClrLst meth="repeat">
      <a:schemeClr val="lt1"/>
    </dgm:linClrLst>
    <dgm:effectClrLst/>
    <dgm:txLinClrLst/>
    <dgm:txFillClrLst/>
    <dgm:txEffectClrLst/>
  </dgm:styleLbl>
  <dgm:styleLbl name="node2">
    <dgm:fillClrLst meth="repeat">
      <a:schemeClr val="accent1"/>
    </dgm:fillClrLst>
    <dgm:linClrLst meth="repeat">
      <a:schemeClr val="lt1"/>
    </dgm:linClrLst>
    <dgm:effectClrLst/>
    <dgm:txLinClrLst/>
    <dgm:txFillClrLst/>
    <dgm:txEffectClrLst/>
  </dgm:styleLbl>
  <dgm:styleLbl name="node3">
    <dgm:fillClrLst meth="repeat">
      <a:schemeClr val="accent1"/>
    </dgm:fillClrLst>
    <dgm:linClrLst meth="repeat">
      <a:schemeClr val="lt1"/>
    </dgm:linClrLst>
    <dgm:effectClrLst/>
    <dgm:txLinClrLst/>
    <dgm:txFillClrLst/>
    <dgm:txEffectClrLst/>
  </dgm:styleLbl>
  <dgm:styleLbl name="node4">
    <dgm:fillClrLst meth="repeat">
      <a:schemeClr val="accent1"/>
    </dgm:fillClrLst>
    <dgm:linClrLst meth="repeat">
      <a:schemeClr val="lt1"/>
    </dgm:linClrLst>
    <dgm:effectClrLst/>
    <dgm:txLinClrLst/>
    <dgm:txFillClrLst/>
    <dgm:txEffectClrLst/>
  </dgm:styleLbl>
  <dgm:styleLbl name="f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1">
        <a:tint val="60000"/>
      </a:schemeClr>
    </dgm:fillClrLst>
    <dgm:linClrLst meth="repeat">
      <a:schemeClr val="accent1">
        <a:tint val="60000"/>
      </a:schemeClr>
    </dgm:linClrLst>
    <dgm:effectClrLst/>
    <dgm:txLinClrLst/>
    <dgm:txFillClrLst/>
    <dgm:txEffectClrLst/>
  </dgm:styleLbl>
  <dgm:styleLbl name="fgSibTrans2D1">
    <dgm:fillClrLst meth="repeat">
      <a:schemeClr val="accent1">
        <a:tint val="60000"/>
      </a:schemeClr>
    </dgm:fillClrLst>
    <dgm:linClrLst meth="repeat">
      <a:schemeClr val="accent1">
        <a:tint val="60000"/>
      </a:schemeClr>
    </dgm:linClrLst>
    <dgm:effectClrLst/>
    <dgm:txLinClrLst/>
    <dgm:txFillClrLst/>
    <dgm:txEffectClrLst/>
  </dgm:styleLbl>
  <dgm:styleLbl name="bgSibTrans2D1">
    <dgm:fillClrLst meth="repeat">
      <a:schemeClr val="accent1">
        <a:tint val="60000"/>
      </a:schemeClr>
    </dgm:fillClrLst>
    <dgm:linClrLst meth="repeat">
      <a:schemeClr val="accent1">
        <a:tint val="60000"/>
      </a:schemeClr>
    </dgm:linClrLst>
    <dgm:effectClrLst/>
    <dgm:txLinClrLst/>
    <dgm:txFillClrLst/>
    <dgm:txEffectClrLst/>
  </dgm:styleLbl>
  <dgm:styleLbl name="sibTrans1D1">
    <dgm:fillClrLst meth="repeat">
      <a:schemeClr val="accent1"/>
    </dgm:fillClrLst>
    <dgm:linClrLst meth="repeat">
      <a:schemeClr val="accent1"/>
    </dgm:linClrLst>
    <dgm:effectClrLst/>
    <dgm:txLinClrLst/>
    <dgm:txFillClrLst meth="repeat">
      <a:schemeClr val="tx1"/>
    </dgm:txFillClrLst>
    <dgm:txEffectClrLst/>
  </dgm:styleLbl>
  <dgm:styleLbl name="callout">
    <dgm:fillClrLst meth="repeat">
      <a:schemeClr val="accent1"/>
    </dgm:fillClrLst>
    <dgm:linClrLst meth="repeat">
      <a:schemeClr val="accent1">
        <a:tint val="50000"/>
      </a:schemeClr>
    </dgm:linClrLst>
    <dgm:effectClrLst/>
    <dgm:txLinClrLst/>
    <dgm:txFillClrLst meth="repeat">
      <a:schemeClr val="tx1"/>
    </dgm:txFillClrLst>
    <dgm:txEffectClrLst/>
  </dgm:styleLbl>
  <dgm:styleLbl name="asst0">
    <dgm:fillClrLst meth="repeat">
      <a:schemeClr val="accent1"/>
    </dgm:fillClrLst>
    <dgm:linClrLst meth="repeat">
      <a:schemeClr val="lt1"/>
    </dgm:linClrLst>
    <dgm:effectClrLst/>
    <dgm:txLinClrLst/>
    <dgm:txFillClrLst/>
    <dgm:txEffectClrLst/>
  </dgm:styleLbl>
  <dgm:styleLbl name="asst1">
    <dgm:fillClrLst meth="repeat">
      <a:schemeClr val="accent1"/>
    </dgm:fillClrLst>
    <dgm:linClrLst meth="repeat">
      <a:schemeClr val="lt1"/>
    </dgm:linClrLst>
    <dgm:effectClrLst/>
    <dgm:txLinClrLst/>
    <dgm:txFillClrLst/>
    <dgm:txEffectClrLst/>
  </dgm:styleLbl>
  <dgm:styleLbl name="asst2">
    <dgm:fillClrLst meth="repeat">
      <a:schemeClr val="accent1"/>
    </dgm:fillClrLst>
    <dgm:linClrLst meth="repeat">
      <a:schemeClr val="lt1"/>
    </dgm:linClrLst>
    <dgm:effectClrLst/>
    <dgm:txLinClrLst/>
    <dgm:txFillClrLst/>
    <dgm:txEffectClrLst/>
  </dgm:styleLbl>
  <dgm:styleLbl name="asst3">
    <dgm:fillClrLst meth="repeat">
      <a:schemeClr val="accent1"/>
    </dgm:fillClrLst>
    <dgm:linClrLst meth="repeat">
      <a:schemeClr val="lt1"/>
    </dgm:linClrLst>
    <dgm:effectClrLst/>
    <dgm:txLinClrLst/>
    <dgm:txFillClrLst/>
    <dgm:txEffectClrLst/>
  </dgm:styleLbl>
  <dgm:styleLbl name="asst4">
    <dgm:fillClrLst meth="repeat">
      <a:schemeClr val="accent1"/>
    </dgm:fillClrLst>
    <dgm:linClrLst meth="repeat">
      <a:schemeClr val="lt1"/>
    </dgm:linClrLst>
    <dgm:effectClrLst/>
    <dgm:txLinClrLst/>
    <dgm:txFillClrLst/>
    <dgm:txEffectClrLst/>
  </dgm:styleLbl>
  <dgm:styleLbl name="parChTrans2D1">
    <dgm:fillClrLst meth="repeat">
      <a:schemeClr val="accent1">
        <a:tint val="60000"/>
      </a:schemeClr>
    </dgm:fillClrLst>
    <dgm:linClrLst meth="repeat">
      <a:schemeClr val="accent1">
        <a:tint val="60000"/>
      </a:schemeClr>
    </dgm:linClrLst>
    <dgm:effectClrLst/>
    <dgm:txLinClrLst/>
    <dgm:txFillClrLst meth="repeat">
      <a:schemeClr val="lt1"/>
    </dgm:txFillClrLst>
    <dgm:txEffectClrLst/>
  </dgm:styleLbl>
  <dgm:styleLbl name="parChTrans2D2">
    <dgm:fillClrLst meth="repeat">
      <a:schemeClr val="accent1"/>
    </dgm:fillClrLst>
    <dgm:linClrLst meth="repeat">
      <a:schemeClr val="accent1"/>
    </dgm:linClrLst>
    <dgm:effectClrLst/>
    <dgm:txLinClrLst/>
    <dgm:txFillClrLst meth="repeat">
      <a:schemeClr val="lt1"/>
    </dgm:txFillClrLst>
    <dgm:txEffectClrLst/>
  </dgm:styleLbl>
  <dgm:styleLbl name="parChTrans2D3">
    <dgm:fillClrLst meth="repeat">
      <a:schemeClr val="accent1"/>
    </dgm:fillClrLst>
    <dgm:linClrLst meth="repeat">
      <a:schemeClr val="accent1"/>
    </dgm:linClrLst>
    <dgm:effectClrLst/>
    <dgm:txLinClrLst/>
    <dgm:txFillClrLst meth="repeat">
      <a:schemeClr val="lt1"/>
    </dgm:txFillClrLst>
    <dgm:txEffectClrLst/>
  </dgm:styleLbl>
  <dgm:styleLbl name="parChTrans2D4">
    <dgm:fillClrLst meth="repeat">
      <a:schemeClr val="accent1"/>
    </dgm:fillClrLst>
    <dgm:linClrLst meth="repeat">
      <a:schemeClr val="accent1"/>
    </dgm:linClrLst>
    <dgm:effectClrLst/>
    <dgm:txLinClrLst/>
    <dgm:txFillClrLst meth="repeat">
      <a:schemeClr val="lt1"/>
    </dgm:txFillClrLst>
    <dgm:txEffectClrLst/>
  </dgm:styleLbl>
  <dgm:styleLbl name="parChTrans1D1">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2">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3">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parChTrans1D4">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1"/>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solidFgAcc1">
    <dgm:fillClrLst meth="repeat">
      <a:schemeClr val="lt1"/>
    </dgm:fillClrLst>
    <dgm:linClrLst meth="repeat">
      <a:schemeClr val="accent1"/>
    </dgm:linClrLst>
    <dgm:effectClrLst/>
    <dgm:txLinClrLst/>
    <dgm:txFillClrLst meth="repeat">
      <a:schemeClr val="dk1"/>
    </dgm:txFillClrLst>
    <dgm:txEffectClrLst/>
  </dgm:styleLbl>
  <dgm:styleLbl name="solidAlignAcc1">
    <dgm:fillClrLst meth="repeat">
      <a:schemeClr val="lt1"/>
    </dgm:fillClrLst>
    <dgm:linClrLst meth="repeat">
      <a:schemeClr val="accent1"/>
    </dgm:linClrLst>
    <dgm:effectClrLst/>
    <dgm:txLinClrLst/>
    <dgm:txFillClrLst meth="repeat">
      <a:schemeClr val="dk1"/>
    </dgm:txFillClrLst>
    <dgm:txEffectClrLst/>
  </dgm:styleLbl>
  <dgm:styleLbl name="solidBgAcc1">
    <dgm:fillClrLst meth="repeat">
      <a:schemeClr val="lt1"/>
    </dgm:fillClrLst>
    <dgm:linClrLst meth="repeat">
      <a:schemeClr val="accent1"/>
    </dgm:linClrLst>
    <dgm:effectClrLst/>
    <dgm:txLinClrLst/>
    <dgm:txFillClrLst meth="repeat">
      <a:schemeClr val="dk1"/>
    </dgm:txFillClrLst>
    <dgm:txEffectClrLst/>
  </dgm:styleLbl>
  <dgm:styleLbl name="f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align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b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bgShp">
    <dgm:fillClrLst meth="repeat">
      <a:schemeClr val="accent1">
        <a:tint val="40000"/>
      </a:schemeClr>
    </dgm:fillClrLst>
    <dgm:linClrLst meth="repeat">
      <a:schemeClr val="accent1"/>
    </dgm:linClrLst>
    <dgm:effectClrLst/>
    <dgm:txLinClrLst/>
    <dgm:txFillClrLst meth="repeat">
      <a:schemeClr val="dk1"/>
    </dgm:txFillClrLst>
    <dgm:txEffectClrLst/>
  </dgm:styleLbl>
  <dgm:styleLbl name="dkBgShp">
    <dgm:fillClrLst meth="repeat">
      <a:schemeClr val="accent1">
        <a:shade val="80000"/>
      </a:schemeClr>
    </dgm:fillClrLst>
    <dgm:linClrLst meth="repeat">
      <a:schemeClr val="accent1"/>
    </dgm:linClrLst>
    <dgm:effectClrLst/>
    <dgm:txLinClrLst/>
    <dgm:txFillClrLst meth="repeat">
      <a:schemeClr val="lt1"/>
    </dgm:txFillClrLst>
    <dgm:txEffectClrLst/>
  </dgm:styleLbl>
  <dgm:styleLbl name="trBgShp">
    <dgm:fillClrLst meth="repeat">
      <a:schemeClr val="accent1">
        <a:tint val="50000"/>
        <a:alpha val="40000"/>
      </a:schemeClr>
    </dgm:fillClrLst>
    <dgm:linClrLst meth="repeat">
      <a:schemeClr val="accent1"/>
    </dgm:linClrLst>
    <dgm:effectClrLst/>
    <dgm:txLinClrLst/>
    <dgm:txFillClrLst meth="repeat">
      <a:schemeClr val="lt1"/>
    </dgm:txFillClrLst>
    <dgm:txEffectClrLst/>
  </dgm:styleLbl>
  <dgm:styleLbl name="fgShp">
    <dgm:fillClrLst meth="repeat">
      <a:schemeClr val="accent1">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2.xml><?xml version="1.0" encoding="utf-8"?>
<dgm:colorsDef xmlns:dgm="http://schemas.openxmlformats.org/drawingml/2006/diagram" xmlns:a="http://schemas.openxmlformats.org/drawingml/2006/main" uniqueId="urn:microsoft.com/office/officeart/2018/5/colors/Iconchunking_neutralicontext_colorful5">
  <dgm:title val=""/>
  <dgm:desc val=""/>
  <dgm:catLst>
    <dgm:cat type="colorful" pri="10500"/>
  </dgm:catLst>
  <dgm:styleLbl name="node0">
    <dgm:fillClrLst meth="repeat">
      <a:schemeClr val="accent4"/>
    </dgm:fillClrLst>
    <dgm:linClrLst meth="repeat">
      <a:schemeClr val="lt1"/>
    </dgm:linClrLst>
    <dgm:effectClrLst/>
    <dgm:txLinClrLst/>
    <dgm:txFillClrLst/>
    <dgm:txEffectClrLst/>
  </dgm:styleLbl>
  <dgm:styleLbl name="node1">
    <dgm:fillClrLst meth="repeat">
      <a:schemeClr val="bg1"/>
    </dgm:fillClrLst>
    <dgm:linClrLst meth="repeat">
      <a:schemeClr val="lt1">
        <a:alpha val="0"/>
      </a:schemeClr>
    </dgm:linClrLst>
    <dgm:effectClrLst/>
    <dgm:txLinClrLst/>
    <dgm:txFillClrLst meth="repeat">
      <a:schemeClr val="dk1"/>
    </dgm:txFillClrLst>
    <dgm:txEffectClrLst/>
  </dgm:styleLbl>
  <dgm:styleLbl name="alignNode1">
    <dgm:fillClrLst>
      <a:schemeClr val="accent5"/>
      <a:schemeClr val="accent6"/>
    </dgm:fillClrLst>
    <dgm:linClrLst>
      <a:schemeClr val="accent5"/>
      <a:schemeClr val="accent6"/>
    </dgm:linClrLst>
    <dgm:effectClrLst/>
    <dgm:txLinClrLst/>
    <dgm:txFillClrLst/>
    <dgm:txEffectClrLst/>
  </dgm:styleLbl>
  <dgm:styleLbl name="lnNode1">
    <dgm:fillClrLst>
      <a:schemeClr val="accent5"/>
      <a:schemeClr val="accent6"/>
    </dgm:fillClrLst>
    <dgm:linClrLst meth="repeat">
      <a:schemeClr val="lt1"/>
    </dgm:linClrLst>
    <dgm:effectClrLst/>
    <dgm:txLinClrLst/>
    <dgm:txFillClrLst/>
    <dgm:txEffectClrLst/>
  </dgm:styleLbl>
  <dgm:styleLbl name="vennNode1">
    <dgm:fillClrLst>
      <a:schemeClr val="accent5">
        <a:alpha val="50000"/>
      </a:schemeClr>
      <a:schemeClr val="accent6">
        <a:alpha val="50000"/>
      </a:schemeClr>
    </dgm:fillClrLst>
    <dgm:linClrLst meth="repeat">
      <a:schemeClr val="lt1"/>
    </dgm:linClrLst>
    <dgm:effectClrLst/>
    <dgm:txLinClrLst/>
    <dgm:txFillClrLst/>
    <dgm:txEffectClrLst/>
  </dgm:styleLbl>
  <dgm:styleLbl name="node2">
    <dgm:fillClrLst>
      <a:schemeClr val="accent6"/>
    </dgm:fillClrLst>
    <dgm:linClrLst meth="repeat">
      <a:schemeClr val="lt1"/>
    </dgm:linClrLst>
    <dgm:effectClrLst/>
    <dgm:txLinClrLst/>
    <dgm:txFillClrLst/>
    <dgm:txEffectClrLst/>
  </dgm:styleLbl>
  <dgm:styleLbl name="node3">
    <dgm:fillClrLst>
      <a:schemeClr val="accent1"/>
    </dgm:fillClrLst>
    <dgm:linClrLst meth="repeat">
      <a:schemeClr val="lt1"/>
    </dgm:linClrLst>
    <dgm:effectClrLst/>
    <dgm:txLinClrLst/>
    <dgm:txFillClrLst/>
    <dgm:txEffectClrLst/>
  </dgm:styleLbl>
  <dgm:styleLbl name="node4">
    <dgm:fillClrLst>
      <a:schemeClr val="accent2"/>
    </dgm:fillClrLst>
    <dgm:linClrLst meth="repeat">
      <a:schemeClr val="lt1"/>
    </dgm:linClrLst>
    <dgm:effectClrLst/>
    <dgm:txLinClrLst/>
    <dgm:txFillClrLst/>
    <dgm:txEffectClrLst/>
  </dgm:styleLbl>
  <dgm:styleLbl name="fgImgPlace1">
    <dgm:fillClrLst>
      <a:schemeClr val="accent5">
        <a:tint val="50000"/>
      </a:schemeClr>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a:schemeClr val="accent5">
        <a:tint val="50000"/>
      </a:schemeClr>
      <a:schemeClr val="accent6">
        <a:tint val="20000"/>
      </a:schemeClr>
    </dgm:fillClrLst>
    <dgm:linClrLst meth="repeat">
      <a:schemeClr val="lt1"/>
    </dgm:linClrLst>
    <dgm:effectClrLst/>
    <dgm:txLinClrLst/>
    <dgm:txFillClrLst meth="repeat">
      <a:schemeClr val="lt1"/>
    </dgm:txFillClrLst>
    <dgm:txEffectClrLst/>
  </dgm:styleLbl>
  <dgm:styleLbl name="bgImgPlace1">
    <dgm:fillClrLst>
      <a:schemeClr val="accent5">
        <a:tint val="50000"/>
      </a:schemeClr>
      <a:schemeClr val="accent6">
        <a:tint val="20000"/>
      </a:schemeClr>
    </dgm:fillClrLst>
    <dgm:linClrLst meth="repeat">
      <a:schemeClr val="lt1"/>
    </dgm:linClrLst>
    <dgm:effectClrLst/>
    <dgm:txLinClrLst/>
    <dgm:txFillClrLst meth="repeat">
      <a:schemeClr val="lt1"/>
    </dgm:txFillClrLst>
    <dgm:txEffectClrLst/>
  </dgm:styleLbl>
  <dgm:styleLbl name="sibTrans2D1">
    <dgm:fillClrLst>
      <a:schemeClr val="accent5"/>
      <a:schemeClr val="accent6"/>
    </dgm:fillClrLst>
    <dgm:linClrLst meth="repeat">
      <a:schemeClr val="lt1"/>
    </dgm:linClrLst>
    <dgm:effectClrLst/>
    <dgm:txLinClrLst/>
    <dgm:txFillClrLst/>
    <dgm:txEffectClrLst/>
  </dgm:styleLbl>
  <dgm:styleLbl name="fgSibTrans2D1">
    <dgm:fillClrLst>
      <a:schemeClr val="accent5"/>
      <a:schemeClr val="accent6"/>
    </dgm:fillClrLst>
    <dgm:linClrLst meth="repeat">
      <a:schemeClr val="lt1"/>
    </dgm:linClrLst>
    <dgm:effectClrLst/>
    <dgm:txLinClrLst/>
    <dgm:txFillClrLst meth="repeat">
      <a:schemeClr val="lt1"/>
    </dgm:txFillClrLst>
    <dgm:txEffectClrLst/>
  </dgm:styleLbl>
  <dgm:styleLbl name="bgSibTrans2D1">
    <dgm:fillClrLst>
      <a:schemeClr val="accent5"/>
      <a:schemeClr val="accent6"/>
    </dgm:fillClrLst>
    <dgm:linClrLst meth="repeat">
      <a:schemeClr val="lt1"/>
    </dgm:linClrLst>
    <dgm:effectClrLst/>
    <dgm:txLinClrLst/>
    <dgm:txFillClrLst meth="repeat">
      <a:schemeClr val="lt1"/>
    </dgm:txFillClrLst>
    <dgm:txEffectClrLst/>
  </dgm:styleLbl>
  <dgm:styleLbl name="sibTrans1D1">
    <dgm:fillClrLst/>
    <dgm:linClrLst>
      <a:schemeClr val="accent5"/>
      <a:schemeClr val="accent6"/>
    </dgm:linClrLst>
    <dgm:effectClrLst/>
    <dgm:txLinClrLst/>
    <dgm:txFillClrLst meth="repeat">
      <a:schemeClr val="tx1"/>
    </dgm:txFillClrLst>
    <dgm:txEffectClrLst/>
  </dgm:styleLbl>
  <dgm:styleLbl name="callout">
    <dgm:fillClrLst meth="repeat">
      <a:schemeClr val="accent5"/>
    </dgm:fillClrLst>
    <dgm:linClrLst meth="repeat">
      <a:schemeClr val="accent5">
        <a:tint val="50000"/>
      </a:schemeClr>
    </dgm:linClrLst>
    <dgm:effectClrLst/>
    <dgm:txLinClrLst/>
    <dgm:txFillClrLst meth="repeat">
      <a:schemeClr val="tx1"/>
    </dgm:txFillClrLst>
    <dgm:txEffectClrLst/>
  </dgm:styleLbl>
  <dgm:styleLbl name="asst0">
    <dgm:fillClrLst meth="repeat">
      <a:schemeClr val="accent5"/>
    </dgm:fillClrLst>
    <dgm:linClrLst meth="repeat">
      <a:schemeClr val="lt1">
        <a:shade val="80000"/>
      </a:schemeClr>
    </dgm:linClrLst>
    <dgm:effectClrLst/>
    <dgm:txLinClrLst/>
    <dgm:txFillClrLst/>
    <dgm:txEffectClrLst/>
  </dgm:styleLbl>
  <dgm:styleLbl name="asst1">
    <dgm:fillClrLst meth="repeat">
      <a:schemeClr val="accent6"/>
    </dgm:fillClrLst>
    <dgm:linClrLst meth="repeat">
      <a:schemeClr val="lt1">
        <a:shade val="80000"/>
      </a:schemeClr>
    </dgm:linClrLst>
    <dgm:effectClrLst/>
    <dgm:txLinClrLst/>
    <dgm:txFillClrLst/>
    <dgm:txEffectClrLst/>
  </dgm:styleLbl>
  <dgm:styleLbl name="asst2">
    <dgm:fillClrLst>
      <a:schemeClr val="accent1"/>
    </dgm:fillClrLst>
    <dgm:linClrLst meth="repeat">
      <a:schemeClr val="lt1"/>
    </dgm:linClrLst>
    <dgm:effectClrLst/>
    <dgm:txLinClrLst/>
    <dgm:txFillClrLst/>
    <dgm:txEffectClrLst/>
  </dgm:styleLbl>
  <dgm:styleLbl name="asst3">
    <dgm:fillClrLst>
      <a:schemeClr val="accent2"/>
    </dgm:fillClrLst>
    <dgm:linClrLst meth="repeat">
      <a:schemeClr val="lt1"/>
    </dgm:linClrLst>
    <dgm:effectClrLst/>
    <dgm:txLinClrLst/>
    <dgm:txFillClrLst/>
    <dgm:txEffectClrLst/>
  </dgm:styleLbl>
  <dgm:styleLbl name="asst4">
    <dgm:fillClrLst>
      <a:schemeClr val="accent3"/>
    </dgm:fillClrLst>
    <dgm:linClrLst meth="repeat">
      <a:schemeClr val="lt1"/>
    </dgm:linClrLst>
    <dgm:effectClrLst/>
    <dgm:txLinClrLst/>
    <dgm:txFillClrLst/>
    <dgm:txEffectClrLst/>
  </dgm:styleLbl>
  <dgm:styleLbl name="parChTrans2D1">
    <dgm:fillClrLst meth="repeat">
      <a:schemeClr val="accent5"/>
    </dgm:fillClrLst>
    <dgm:linClrLst meth="repeat">
      <a:schemeClr val="lt1"/>
    </dgm:linClrLst>
    <dgm:effectClrLst/>
    <dgm:txLinClrLst/>
    <dgm:txFillClrLst meth="repeat">
      <a:schemeClr val="lt1"/>
    </dgm:txFillClrLst>
    <dgm:txEffectClrLst/>
  </dgm:styleLbl>
  <dgm:styleLbl name="parChTrans2D2">
    <dgm:fillClrLst meth="repeat">
      <a:schemeClr val="accent6"/>
    </dgm:fillClrLst>
    <dgm:linClrLst meth="repeat">
      <a:schemeClr val="lt1"/>
    </dgm:linClrLst>
    <dgm:effectClrLst/>
    <dgm:txLinClrLst/>
    <dgm:txFillClrLst/>
    <dgm:txEffectClrLst/>
  </dgm:styleLbl>
  <dgm:styleLbl name="parChTrans2D3">
    <dgm:fillClrLst meth="repeat">
      <a:schemeClr val="accent6"/>
    </dgm:fillClrLst>
    <dgm:linClrLst meth="repeat">
      <a:schemeClr val="lt1"/>
    </dgm:linClrLst>
    <dgm:effectClrLst/>
    <dgm:txLinClrLst/>
    <dgm:txFillClrLst/>
    <dgm:txEffectClrLst/>
  </dgm:styleLbl>
  <dgm:styleLbl name="parChTrans2D4">
    <dgm:fillClrLst meth="repeat">
      <a:schemeClr val="accent1"/>
    </dgm:fillClrLst>
    <dgm:linClrLst meth="repeat">
      <a:schemeClr val="lt1"/>
    </dgm:linClrLst>
    <dgm:effectClrLst/>
    <dgm:txLinClrLst/>
    <dgm:txFillClrLst meth="repeat">
      <a:schemeClr val="lt1"/>
    </dgm:txFillClrLst>
    <dgm:txEffectClrLst/>
  </dgm:styleLbl>
  <dgm:styleLbl name="parChTrans1D1">
    <dgm:fillClrLst meth="repeat">
      <a:schemeClr val="accent5"/>
    </dgm:fillClrLst>
    <dgm:linClrLst meth="repeat">
      <a:schemeClr val="accent5"/>
    </dgm:linClrLst>
    <dgm:effectClrLst/>
    <dgm:txLinClrLst/>
    <dgm:txFillClrLst meth="repeat">
      <a:schemeClr val="tx1"/>
    </dgm:txFillClrLst>
    <dgm:txEffectClrLst/>
  </dgm:styleLbl>
  <dgm:styleLbl name="parChTrans1D2">
    <dgm:fillClrLst meth="repeat">
      <a:schemeClr val="accent6">
        <a:tint val="90000"/>
      </a:schemeClr>
    </dgm:fillClrLst>
    <dgm:linClrLst meth="repeat">
      <a:schemeClr val="accent6"/>
    </dgm:linClrLst>
    <dgm:effectClrLst/>
    <dgm:txLinClrLst/>
    <dgm:txFillClrLst meth="repeat">
      <a:schemeClr val="tx1"/>
    </dgm:txFillClrLst>
    <dgm:txEffectClrLst/>
  </dgm:styleLbl>
  <dgm:styleLbl name="parChTrans1D3">
    <dgm:fillClrLst meth="repeat">
      <a:schemeClr val="accent6">
        <a:tint val="70000"/>
      </a:schemeClr>
    </dgm:fillClrLst>
    <dgm:linClrLst meth="repeat">
      <a:schemeClr val="accent1"/>
    </dgm:linClrLst>
    <dgm:effectClrLst/>
    <dgm:txLinClrLst/>
    <dgm:txFillClrLst meth="repeat">
      <a:schemeClr val="tx1"/>
    </dgm:txFillClrLst>
    <dgm:txEffectClrLst/>
  </dgm:styleLbl>
  <dgm:styleLbl name="parChTrans1D4">
    <dgm:fillClrLst meth="repeat">
      <a:schemeClr val="accent6">
        <a:tint val="50000"/>
      </a:schemeClr>
    </dgm:fillClrLst>
    <dgm:linClrLst meth="repeat">
      <a:schemeClr val="accent2"/>
    </dgm:linClrLst>
    <dgm:effectClrLst/>
    <dgm:txLinClrLst/>
    <dgm:txFillClrLst meth="repeat">
      <a:schemeClr val="tx1"/>
    </dgm:txFillClrLst>
    <dgm:txEffectClrLst/>
  </dgm:styleLbl>
  <dgm:styleLbl name="fgAcc1">
    <dgm:fillClrLst meth="repeat">
      <a:schemeClr val="lt1">
        <a:alpha val="90000"/>
      </a:schemeClr>
    </dgm:fillClrLst>
    <dgm:linClrLst>
      <a:schemeClr val="accent5"/>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a:schemeClr val="accent5"/>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a:schemeClr val="accent5"/>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5"/>
    </dgm:linClrLst>
    <dgm:effectClrLst/>
    <dgm:txLinClrLst/>
    <dgm:txFillClrLst meth="repeat">
      <a:schemeClr val="dk1"/>
    </dgm:txFillClrLst>
    <dgm:txEffectClrLst/>
  </dgm:styleLbl>
  <dgm:styleLbl name="bgAcc1">
    <dgm:fillClrLst meth="repeat">
      <a:schemeClr val="lt1">
        <a:alpha val="90000"/>
      </a:schemeClr>
    </dgm:fillClrLst>
    <dgm:linClrLst>
      <a:schemeClr val="accent5"/>
      <a:schemeClr val="accent6"/>
    </dgm:linClrLst>
    <dgm:effectClrLst/>
    <dgm:txLinClrLst/>
    <dgm:txFillClrLst meth="repeat">
      <a:schemeClr val="dk1"/>
    </dgm:txFillClrLst>
    <dgm:txEffectClrLst/>
  </dgm:styleLbl>
  <dgm:styleLbl name="solidFgAcc1">
    <dgm:fillClrLst meth="repeat">
      <a:schemeClr val="lt1"/>
    </dgm:fillClrLst>
    <dgm:linClrLst>
      <a:schemeClr val="accent5"/>
      <a:schemeClr val="accent6"/>
    </dgm:linClrLst>
    <dgm:effectClrLst/>
    <dgm:txLinClrLst/>
    <dgm:txFillClrLst meth="repeat">
      <a:schemeClr val="dk1"/>
    </dgm:txFillClrLst>
    <dgm:txEffectClrLst/>
  </dgm:styleLbl>
  <dgm:styleLbl name="solidAlignAcc1">
    <dgm:fillClrLst meth="repeat">
      <a:schemeClr val="lt1"/>
    </dgm:fillClrLst>
    <dgm:linClrLst>
      <a:schemeClr val="accent5"/>
      <a:schemeClr val="accent6"/>
    </dgm:linClrLst>
    <dgm:effectClrLst/>
    <dgm:txLinClrLst/>
    <dgm:txFillClrLst meth="repeat">
      <a:schemeClr val="dk1"/>
    </dgm:txFillClrLst>
    <dgm:txEffectClrLst/>
  </dgm:styleLbl>
  <dgm:styleLbl name="solidBgAcc1">
    <dgm:fillClrLst meth="repeat">
      <a:schemeClr val="lt1"/>
    </dgm:fillClrLst>
    <dgm:linClrLst>
      <a:schemeClr val="accent5"/>
      <a:schemeClr val="accent6"/>
    </dgm:linClrLst>
    <dgm:effectClrLst/>
    <dgm:txLinClrLst/>
    <dgm:txFillClrLst meth="repeat">
      <a:schemeClr val="dk1"/>
    </dgm:txFillClrLst>
    <dgm:txEffectClrLst/>
  </dgm:styleLbl>
  <dgm:styleLbl name="fgAccFollowNode1">
    <dgm:fillClrLst>
      <a:schemeClr val="accent5">
        <a:tint val="40000"/>
        <a:alpha val="90000"/>
      </a:schemeClr>
      <a:schemeClr val="accent6">
        <a:tint val="40000"/>
        <a:alpha val="90000"/>
      </a:schemeClr>
    </dgm:fillClrLst>
    <dgm:linClrLst>
      <a:schemeClr val="accent5">
        <a:tint val="40000"/>
        <a:alpha val="90000"/>
      </a:schemeClr>
      <a:schemeClr val="accent5">
        <a:tint val="40000"/>
        <a:alpha val="90000"/>
      </a:schemeClr>
    </dgm:linClrLst>
    <dgm:effectClrLst/>
    <dgm:txLinClrLst/>
    <dgm:txFillClrLst meth="repeat">
      <a:schemeClr val="dk1"/>
    </dgm:txFillClrLst>
    <dgm:txEffectClrLst/>
  </dgm:styleLbl>
  <dgm:styleLbl name="alignAccFollowNode1">
    <dgm:fillClrLst>
      <a:schemeClr val="accent5">
        <a:tint val="40000"/>
        <a:alpha val="90000"/>
      </a:schemeClr>
      <a:schemeClr val="accent6">
        <a:tint val="40000"/>
        <a:alpha val="90000"/>
      </a:schemeClr>
    </dgm:fillClrLst>
    <dgm:linClrLst>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bgAccFollowNode1">
    <dgm:fillClrLst>
      <a:schemeClr val="accent5">
        <a:tint val="40000"/>
        <a:alpha val="90000"/>
      </a:schemeClr>
      <a:schemeClr val="accent6">
        <a:tint val="40000"/>
        <a:alpha val="90000"/>
      </a:schemeClr>
    </dgm:fillClrLst>
    <dgm:linClrLst>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fgAcc0">
    <dgm:fillClrLst meth="repeat">
      <a:schemeClr val="lt1">
        <a:alpha val="90000"/>
      </a:schemeClr>
    </dgm:fillClrLst>
    <dgm:linClrLst>
      <a:schemeClr val="accent4"/>
    </dgm:linClrLst>
    <dgm:effectClrLst/>
    <dgm:txLinClrLst/>
    <dgm:txFillClrLst meth="repeat">
      <a:schemeClr val="dk1"/>
    </dgm:txFillClrLst>
    <dgm:txEffectClrLst/>
  </dgm:styleLbl>
  <dgm:styleLbl name="fgAcc2">
    <dgm:fillClrLst meth="repeat">
      <a:schemeClr val="lt1">
        <a:alpha val="90000"/>
      </a:schemeClr>
    </dgm:fillClrLst>
    <dgm:linClrLst>
      <a:schemeClr val="accent6"/>
    </dgm:linClrLst>
    <dgm:effectClrLst/>
    <dgm:txLinClrLst/>
    <dgm:txFillClrLst meth="repeat">
      <a:schemeClr val="dk1"/>
    </dgm:txFillClrLst>
    <dgm:txEffectClrLst/>
  </dgm:styleLbl>
  <dgm:styleLbl name="fgAcc3">
    <dgm:fillClrLst meth="repeat">
      <a:schemeClr val="lt1">
        <a:alpha val="90000"/>
      </a:schemeClr>
    </dgm:fillClrLst>
    <dgm:linClrLst>
      <a:schemeClr val="accent1"/>
    </dgm:linClrLst>
    <dgm:effectClrLst/>
    <dgm:txLinClrLst/>
    <dgm:txFillClrLst meth="repeat">
      <a:schemeClr val="dk1"/>
    </dgm:txFillClrLst>
    <dgm:txEffectClrLst/>
  </dgm:styleLbl>
  <dgm:styleLbl name="fgAcc4">
    <dgm:fillClrLst meth="repeat">
      <a:schemeClr val="lt1">
        <a:alpha val="90000"/>
      </a:schemeClr>
    </dgm:fillClrLst>
    <dgm:linClrLst>
      <a:schemeClr val="accent2"/>
    </dgm:linClrLst>
    <dgm:effectClrLst/>
    <dgm:txLinClrLst/>
    <dgm:txFillClrLst meth="repeat">
      <a:schemeClr val="dk1"/>
    </dgm:txFillClrLst>
    <dgm:txEffectClrLst/>
  </dgm:styleLbl>
  <dgm:styleLbl name="bgShp">
    <dgm:fillClrLst>
      <a:schemeClr val="accent5"/>
      <a:schemeClr val="accent6"/>
    </dgm:fillClrLst>
    <dgm:linClrLst meth="repeat">
      <a:schemeClr val="lt1">
        <a:alpha val="0"/>
      </a:schemeClr>
    </dgm:linClrLst>
    <dgm:effectClrLst/>
    <dgm:txLinClrLst/>
    <dgm:txFillClrLst/>
    <dgm:txEffectClrLst/>
  </dgm:styleLbl>
  <dgm:styleLbl name="dkBgShp">
    <dgm:fillClrLst meth="repeat">
      <a:schemeClr val="accent5">
        <a:shade val="90000"/>
      </a:schemeClr>
    </dgm:fillClrLst>
    <dgm:linClrLst meth="repeat">
      <a:schemeClr val="dk1"/>
    </dgm:linClrLst>
    <dgm:effectClrLst/>
    <dgm:txLinClrLst/>
    <dgm:txFillClrLst meth="repeat">
      <a:schemeClr val="lt1"/>
    </dgm:txFillClrLst>
    <dgm:txEffectClrLst/>
  </dgm:styleLbl>
  <dgm:styleLbl name="trBgShp">
    <dgm:fillClrLst meth="repeat">
      <a:schemeClr val="accent5">
        <a:tint val="50000"/>
        <a:alpha val="40000"/>
      </a:schemeClr>
    </dgm:fillClrLst>
    <dgm:linClrLst meth="repeat">
      <a:schemeClr val="accent5"/>
    </dgm:linClrLst>
    <dgm:effectClrLst/>
    <dgm:txLinClrLst/>
    <dgm:txFillClrLst meth="repeat">
      <a:schemeClr val="lt1"/>
    </dgm:txFillClrLst>
    <dgm:txEffectClrLst/>
  </dgm:styleLbl>
  <dgm:styleLbl name="fgShp">
    <dgm:fillClrLst meth="repeat">
      <a:schemeClr val="accent5">
        <a:tint val="4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bg1"/>
    </dgm:txFillClrLst>
    <dgm:txEffectClrLst/>
  </dgm:styleLbl>
</dgm:colorsDef>
</file>

<file path=ppt/diagrams/colors3.xml><?xml version="1.0" encoding="utf-8"?>
<dgm:colorsDef xmlns:dgm="http://schemas.openxmlformats.org/drawingml/2006/diagram" xmlns:a="http://schemas.openxmlformats.org/drawingml/2006/main" uniqueId="urn:microsoft.com/office/officeart/2005/8/colors/accent1_2">
  <dgm:title val=""/>
  <dgm:desc val=""/>
  <dgm:catLst>
    <dgm:cat type="accent1" pri="11200"/>
  </dgm:catLst>
  <dgm:styleLbl name="node0">
    <dgm:fillClrLst meth="repeat">
      <a:schemeClr val="accent1"/>
    </dgm:fillClrLst>
    <dgm:linClrLst meth="repeat">
      <a:schemeClr val="lt1"/>
    </dgm:linClrLst>
    <dgm:effectClrLst/>
    <dgm:txLinClrLst/>
    <dgm:txFillClrLst/>
    <dgm:txEffectClrLst/>
  </dgm:styleLbl>
  <dgm:styleLbl name="alignNode1">
    <dgm:fillClrLst meth="repeat">
      <a:schemeClr val="accent1"/>
    </dgm:fillClrLst>
    <dgm:linClrLst meth="repeat">
      <a:schemeClr val="accent1"/>
    </dgm:linClrLst>
    <dgm:effectClrLst/>
    <dgm:txLinClrLst/>
    <dgm:txFillClrLst/>
    <dgm:txEffectClrLst/>
  </dgm:styleLbl>
  <dgm:styleLbl name="node1">
    <dgm:fillClrLst meth="repeat">
      <a:schemeClr val="accent1"/>
    </dgm:fillClrLst>
    <dgm:linClrLst meth="repeat">
      <a:schemeClr val="lt1"/>
    </dgm:linClrLst>
    <dgm:effectClrLst/>
    <dgm:txLinClrLst/>
    <dgm:txFillClrLst/>
    <dgm:txEffectClrLst/>
  </dgm:styleLbl>
  <dgm:styleLbl name="lnNode1">
    <dgm:fillClrLst meth="repeat">
      <a:schemeClr val="accent1"/>
    </dgm:fillClrLst>
    <dgm:linClrLst meth="repeat">
      <a:schemeClr val="lt1"/>
    </dgm:linClrLst>
    <dgm:effectClrLst/>
    <dgm:txLinClrLst/>
    <dgm:txFillClrLst/>
    <dgm:txEffectClrLst/>
  </dgm:styleLbl>
  <dgm:styleLbl name="vennNode1">
    <dgm:fillClrLst meth="repeat">
      <a:schemeClr val="accent1">
        <a:alpha val="50000"/>
      </a:schemeClr>
    </dgm:fillClrLst>
    <dgm:linClrLst meth="repeat">
      <a:schemeClr val="lt1"/>
    </dgm:linClrLst>
    <dgm:effectClrLst/>
    <dgm:txLinClrLst/>
    <dgm:txFillClrLst/>
    <dgm:txEffectClrLst/>
  </dgm:styleLbl>
  <dgm:styleLbl name="node2">
    <dgm:fillClrLst meth="repeat">
      <a:schemeClr val="accent1"/>
    </dgm:fillClrLst>
    <dgm:linClrLst meth="repeat">
      <a:schemeClr val="lt1"/>
    </dgm:linClrLst>
    <dgm:effectClrLst/>
    <dgm:txLinClrLst/>
    <dgm:txFillClrLst/>
    <dgm:txEffectClrLst/>
  </dgm:styleLbl>
  <dgm:styleLbl name="node3">
    <dgm:fillClrLst meth="repeat">
      <a:schemeClr val="accent1"/>
    </dgm:fillClrLst>
    <dgm:linClrLst meth="repeat">
      <a:schemeClr val="lt1"/>
    </dgm:linClrLst>
    <dgm:effectClrLst/>
    <dgm:txLinClrLst/>
    <dgm:txFillClrLst/>
    <dgm:txEffectClrLst/>
  </dgm:styleLbl>
  <dgm:styleLbl name="node4">
    <dgm:fillClrLst meth="repeat">
      <a:schemeClr val="accent1"/>
    </dgm:fillClrLst>
    <dgm:linClrLst meth="repeat">
      <a:schemeClr val="lt1"/>
    </dgm:linClrLst>
    <dgm:effectClrLst/>
    <dgm:txLinClrLst/>
    <dgm:txFillClrLst/>
    <dgm:txEffectClrLst/>
  </dgm:styleLbl>
  <dgm:styleLbl name="f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1">
        <a:tint val="60000"/>
      </a:schemeClr>
    </dgm:fillClrLst>
    <dgm:linClrLst meth="repeat">
      <a:schemeClr val="accent1">
        <a:tint val="60000"/>
      </a:schemeClr>
    </dgm:linClrLst>
    <dgm:effectClrLst/>
    <dgm:txLinClrLst/>
    <dgm:txFillClrLst/>
    <dgm:txEffectClrLst/>
  </dgm:styleLbl>
  <dgm:styleLbl name="fgSibTrans2D1">
    <dgm:fillClrLst meth="repeat">
      <a:schemeClr val="accent1">
        <a:tint val="60000"/>
      </a:schemeClr>
    </dgm:fillClrLst>
    <dgm:linClrLst meth="repeat">
      <a:schemeClr val="accent1">
        <a:tint val="60000"/>
      </a:schemeClr>
    </dgm:linClrLst>
    <dgm:effectClrLst/>
    <dgm:txLinClrLst/>
    <dgm:txFillClrLst/>
    <dgm:txEffectClrLst/>
  </dgm:styleLbl>
  <dgm:styleLbl name="bgSibTrans2D1">
    <dgm:fillClrLst meth="repeat">
      <a:schemeClr val="accent1">
        <a:tint val="60000"/>
      </a:schemeClr>
    </dgm:fillClrLst>
    <dgm:linClrLst meth="repeat">
      <a:schemeClr val="accent1">
        <a:tint val="60000"/>
      </a:schemeClr>
    </dgm:linClrLst>
    <dgm:effectClrLst/>
    <dgm:txLinClrLst/>
    <dgm:txFillClrLst/>
    <dgm:txEffectClrLst/>
  </dgm:styleLbl>
  <dgm:styleLbl name="sibTrans1D1">
    <dgm:fillClrLst meth="repeat">
      <a:schemeClr val="accent1"/>
    </dgm:fillClrLst>
    <dgm:linClrLst meth="repeat">
      <a:schemeClr val="accent1"/>
    </dgm:linClrLst>
    <dgm:effectClrLst/>
    <dgm:txLinClrLst/>
    <dgm:txFillClrLst meth="repeat">
      <a:schemeClr val="tx1"/>
    </dgm:txFillClrLst>
    <dgm:txEffectClrLst/>
  </dgm:styleLbl>
  <dgm:styleLbl name="callout">
    <dgm:fillClrLst meth="repeat">
      <a:schemeClr val="accent1"/>
    </dgm:fillClrLst>
    <dgm:linClrLst meth="repeat">
      <a:schemeClr val="accent1">
        <a:tint val="50000"/>
      </a:schemeClr>
    </dgm:linClrLst>
    <dgm:effectClrLst/>
    <dgm:txLinClrLst/>
    <dgm:txFillClrLst meth="repeat">
      <a:schemeClr val="tx1"/>
    </dgm:txFillClrLst>
    <dgm:txEffectClrLst/>
  </dgm:styleLbl>
  <dgm:styleLbl name="asst0">
    <dgm:fillClrLst meth="repeat">
      <a:schemeClr val="accent1"/>
    </dgm:fillClrLst>
    <dgm:linClrLst meth="repeat">
      <a:schemeClr val="lt1"/>
    </dgm:linClrLst>
    <dgm:effectClrLst/>
    <dgm:txLinClrLst/>
    <dgm:txFillClrLst/>
    <dgm:txEffectClrLst/>
  </dgm:styleLbl>
  <dgm:styleLbl name="asst1">
    <dgm:fillClrLst meth="repeat">
      <a:schemeClr val="accent1"/>
    </dgm:fillClrLst>
    <dgm:linClrLst meth="repeat">
      <a:schemeClr val="lt1"/>
    </dgm:linClrLst>
    <dgm:effectClrLst/>
    <dgm:txLinClrLst/>
    <dgm:txFillClrLst/>
    <dgm:txEffectClrLst/>
  </dgm:styleLbl>
  <dgm:styleLbl name="asst2">
    <dgm:fillClrLst meth="repeat">
      <a:schemeClr val="accent1"/>
    </dgm:fillClrLst>
    <dgm:linClrLst meth="repeat">
      <a:schemeClr val="lt1"/>
    </dgm:linClrLst>
    <dgm:effectClrLst/>
    <dgm:txLinClrLst/>
    <dgm:txFillClrLst/>
    <dgm:txEffectClrLst/>
  </dgm:styleLbl>
  <dgm:styleLbl name="asst3">
    <dgm:fillClrLst meth="repeat">
      <a:schemeClr val="accent1"/>
    </dgm:fillClrLst>
    <dgm:linClrLst meth="repeat">
      <a:schemeClr val="lt1"/>
    </dgm:linClrLst>
    <dgm:effectClrLst/>
    <dgm:txLinClrLst/>
    <dgm:txFillClrLst/>
    <dgm:txEffectClrLst/>
  </dgm:styleLbl>
  <dgm:styleLbl name="asst4">
    <dgm:fillClrLst meth="repeat">
      <a:schemeClr val="accent1"/>
    </dgm:fillClrLst>
    <dgm:linClrLst meth="repeat">
      <a:schemeClr val="lt1"/>
    </dgm:linClrLst>
    <dgm:effectClrLst/>
    <dgm:txLinClrLst/>
    <dgm:txFillClrLst/>
    <dgm:txEffectClrLst/>
  </dgm:styleLbl>
  <dgm:styleLbl name="parChTrans2D1">
    <dgm:fillClrLst meth="repeat">
      <a:schemeClr val="accent1">
        <a:tint val="60000"/>
      </a:schemeClr>
    </dgm:fillClrLst>
    <dgm:linClrLst meth="repeat">
      <a:schemeClr val="accent1">
        <a:tint val="60000"/>
      </a:schemeClr>
    </dgm:linClrLst>
    <dgm:effectClrLst/>
    <dgm:txLinClrLst/>
    <dgm:txFillClrLst meth="repeat">
      <a:schemeClr val="lt1"/>
    </dgm:txFillClrLst>
    <dgm:txEffectClrLst/>
  </dgm:styleLbl>
  <dgm:styleLbl name="parChTrans2D2">
    <dgm:fillClrLst meth="repeat">
      <a:schemeClr val="accent1"/>
    </dgm:fillClrLst>
    <dgm:linClrLst meth="repeat">
      <a:schemeClr val="accent1"/>
    </dgm:linClrLst>
    <dgm:effectClrLst/>
    <dgm:txLinClrLst/>
    <dgm:txFillClrLst meth="repeat">
      <a:schemeClr val="lt1"/>
    </dgm:txFillClrLst>
    <dgm:txEffectClrLst/>
  </dgm:styleLbl>
  <dgm:styleLbl name="parChTrans2D3">
    <dgm:fillClrLst meth="repeat">
      <a:schemeClr val="accent1"/>
    </dgm:fillClrLst>
    <dgm:linClrLst meth="repeat">
      <a:schemeClr val="accent1"/>
    </dgm:linClrLst>
    <dgm:effectClrLst/>
    <dgm:txLinClrLst/>
    <dgm:txFillClrLst meth="repeat">
      <a:schemeClr val="lt1"/>
    </dgm:txFillClrLst>
    <dgm:txEffectClrLst/>
  </dgm:styleLbl>
  <dgm:styleLbl name="parChTrans2D4">
    <dgm:fillClrLst meth="repeat">
      <a:schemeClr val="accent1"/>
    </dgm:fillClrLst>
    <dgm:linClrLst meth="repeat">
      <a:schemeClr val="accent1"/>
    </dgm:linClrLst>
    <dgm:effectClrLst/>
    <dgm:txLinClrLst/>
    <dgm:txFillClrLst meth="repeat">
      <a:schemeClr val="lt1"/>
    </dgm:txFillClrLst>
    <dgm:txEffectClrLst/>
  </dgm:styleLbl>
  <dgm:styleLbl name="parChTrans1D1">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2">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3">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parChTrans1D4">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1"/>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solidFgAcc1">
    <dgm:fillClrLst meth="repeat">
      <a:schemeClr val="lt1"/>
    </dgm:fillClrLst>
    <dgm:linClrLst meth="repeat">
      <a:schemeClr val="accent1"/>
    </dgm:linClrLst>
    <dgm:effectClrLst/>
    <dgm:txLinClrLst/>
    <dgm:txFillClrLst meth="repeat">
      <a:schemeClr val="dk1"/>
    </dgm:txFillClrLst>
    <dgm:txEffectClrLst/>
  </dgm:styleLbl>
  <dgm:styleLbl name="solidAlignAcc1">
    <dgm:fillClrLst meth="repeat">
      <a:schemeClr val="lt1"/>
    </dgm:fillClrLst>
    <dgm:linClrLst meth="repeat">
      <a:schemeClr val="accent1"/>
    </dgm:linClrLst>
    <dgm:effectClrLst/>
    <dgm:txLinClrLst/>
    <dgm:txFillClrLst meth="repeat">
      <a:schemeClr val="dk1"/>
    </dgm:txFillClrLst>
    <dgm:txEffectClrLst/>
  </dgm:styleLbl>
  <dgm:styleLbl name="solidBgAcc1">
    <dgm:fillClrLst meth="repeat">
      <a:schemeClr val="lt1"/>
    </dgm:fillClrLst>
    <dgm:linClrLst meth="repeat">
      <a:schemeClr val="accent1"/>
    </dgm:linClrLst>
    <dgm:effectClrLst/>
    <dgm:txLinClrLst/>
    <dgm:txFillClrLst meth="repeat">
      <a:schemeClr val="dk1"/>
    </dgm:txFillClrLst>
    <dgm:txEffectClrLst/>
  </dgm:styleLbl>
  <dgm:styleLbl name="f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align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b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bgShp">
    <dgm:fillClrLst meth="repeat">
      <a:schemeClr val="accent1">
        <a:tint val="40000"/>
      </a:schemeClr>
    </dgm:fillClrLst>
    <dgm:linClrLst meth="repeat">
      <a:schemeClr val="accent1"/>
    </dgm:linClrLst>
    <dgm:effectClrLst/>
    <dgm:txLinClrLst/>
    <dgm:txFillClrLst meth="repeat">
      <a:schemeClr val="dk1"/>
    </dgm:txFillClrLst>
    <dgm:txEffectClrLst/>
  </dgm:styleLbl>
  <dgm:styleLbl name="dkBgShp">
    <dgm:fillClrLst meth="repeat">
      <a:schemeClr val="accent1">
        <a:shade val="80000"/>
      </a:schemeClr>
    </dgm:fillClrLst>
    <dgm:linClrLst meth="repeat">
      <a:schemeClr val="accent1"/>
    </dgm:linClrLst>
    <dgm:effectClrLst/>
    <dgm:txLinClrLst/>
    <dgm:txFillClrLst meth="repeat">
      <a:schemeClr val="lt1"/>
    </dgm:txFillClrLst>
    <dgm:txEffectClrLst/>
  </dgm:styleLbl>
  <dgm:styleLbl name="trBgShp">
    <dgm:fillClrLst meth="repeat">
      <a:schemeClr val="accent1">
        <a:tint val="50000"/>
        <a:alpha val="40000"/>
      </a:schemeClr>
    </dgm:fillClrLst>
    <dgm:linClrLst meth="repeat">
      <a:schemeClr val="accent1"/>
    </dgm:linClrLst>
    <dgm:effectClrLst/>
    <dgm:txLinClrLst/>
    <dgm:txFillClrLst meth="repeat">
      <a:schemeClr val="lt1"/>
    </dgm:txFillClrLst>
    <dgm:txEffectClrLst/>
  </dgm:styleLbl>
  <dgm:styleLbl name="fgShp">
    <dgm:fillClrLst meth="repeat">
      <a:schemeClr val="accent1">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4.xml><?xml version="1.0" encoding="utf-8"?>
<dgm:colorsDef xmlns:dgm="http://schemas.openxmlformats.org/drawingml/2006/diagram" xmlns:a="http://schemas.openxmlformats.org/drawingml/2006/main" uniqueId="urn:microsoft.com/office/officeart/2005/8/colors/colorful2">
  <dgm:title val=""/>
  <dgm:desc val=""/>
  <dgm:catLst>
    <dgm:cat type="colorful" pri="10200"/>
  </dgm:catLst>
  <dgm:styleLbl name="node0">
    <dgm:fillClrLst meth="repeat">
      <a:schemeClr val="accent1"/>
    </dgm:fillClrLst>
    <dgm:linClrLst meth="repeat">
      <a:schemeClr val="lt1"/>
    </dgm:linClrLst>
    <dgm:effectClrLst/>
    <dgm:txLinClrLst/>
    <dgm:txFillClrLst/>
    <dgm:txEffectClrLst/>
  </dgm:styleLbl>
  <dgm:styleLbl name="node1">
    <dgm:fillClrLst>
      <a:schemeClr val="accent2"/>
      <a:schemeClr val="accent3"/>
    </dgm:fillClrLst>
    <dgm:linClrLst meth="repeat">
      <a:schemeClr val="lt1"/>
    </dgm:linClrLst>
    <dgm:effectClrLst/>
    <dgm:txLinClrLst/>
    <dgm:txFillClrLst/>
    <dgm:txEffectClrLst/>
  </dgm:styleLbl>
  <dgm:styleLbl name="alignNode1">
    <dgm:fillClrLst>
      <a:schemeClr val="accent2"/>
      <a:schemeClr val="accent3"/>
    </dgm:fillClrLst>
    <dgm:linClrLst>
      <a:schemeClr val="accent2"/>
      <a:schemeClr val="accent3"/>
    </dgm:linClrLst>
    <dgm:effectClrLst/>
    <dgm:txLinClrLst/>
    <dgm:txFillClrLst/>
    <dgm:txEffectClrLst/>
  </dgm:styleLbl>
  <dgm:styleLbl name="lnNode1">
    <dgm:fillClrLst>
      <a:schemeClr val="accent2"/>
      <a:schemeClr val="accent3"/>
    </dgm:fillClrLst>
    <dgm:linClrLst meth="repeat">
      <a:schemeClr val="lt1"/>
    </dgm:linClrLst>
    <dgm:effectClrLst/>
    <dgm:txLinClrLst/>
    <dgm:txFillClrLst/>
    <dgm:txEffectClrLst/>
  </dgm:styleLbl>
  <dgm:styleLbl name="vennNode1">
    <dgm:fillClrLst>
      <a:schemeClr val="accent2">
        <a:alpha val="50000"/>
      </a:schemeClr>
      <a:schemeClr val="accent3">
        <a:alpha val="50000"/>
      </a:schemeClr>
    </dgm:fillClrLst>
    <dgm:linClrLst meth="repeat">
      <a:schemeClr val="lt1"/>
    </dgm:linClrLst>
    <dgm:effectClrLst/>
    <dgm:txLinClrLst/>
    <dgm:txFillClrLst/>
    <dgm:txEffectClrLst/>
  </dgm:styleLbl>
  <dgm:styleLbl name="node2">
    <dgm:fillClrLst>
      <a:schemeClr val="accent3"/>
    </dgm:fillClrLst>
    <dgm:linClrLst meth="repeat">
      <a:schemeClr val="lt1"/>
    </dgm:linClrLst>
    <dgm:effectClrLst/>
    <dgm:txLinClrLst/>
    <dgm:txFillClrLst/>
    <dgm:txEffectClrLst/>
  </dgm:styleLbl>
  <dgm:styleLbl name="node3">
    <dgm:fillClrLst>
      <a:schemeClr val="accent4"/>
    </dgm:fillClrLst>
    <dgm:linClrLst meth="repeat">
      <a:schemeClr val="lt1"/>
    </dgm:linClrLst>
    <dgm:effectClrLst/>
    <dgm:txLinClrLst/>
    <dgm:txFillClrLst/>
    <dgm:txEffectClrLst/>
  </dgm:styleLbl>
  <dgm:styleLbl name="node4">
    <dgm:fillClrLst>
      <a:schemeClr val="accent5"/>
    </dgm:fillClrLst>
    <dgm:linClrLst meth="repeat">
      <a:schemeClr val="lt1"/>
    </dgm:linClrLst>
    <dgm:effectClrLst/>
    <dgm:txLinClrLst/>
    <dgm:txFillClrLst/>
    <dgm:txEffectClrLst/>
  </dgm:styleLbl>
  <dgm:styleLbl name="fgImgPlace1">
    <dgm:fillClrLst>
      <a:schemeClr val="accent2">
        <a:tint val="50000"/>
      </a:schemeClr>
      <a:schemeClr val="accent3">
        <a:tint val="50000"/>
      </a:schemeClr>
    </dgm:fillClrLst>
    <dgm:linClrLst meth="repeat">
      <a:schemeClr val="lt1"/>
    </dgm:linClrLst>
    <dgm:effectClrLst/>
    <dgm:txLinClrLst/>
    <dgm:txFillClrLst meth="repeat">
      <a:schemeClr val="lt1"/>
    </dgm:txFillClrLst>
    <dgm:txEffectClrLst/>
  </dgm:styleLbl>
  <dgm:styleLbl name="alignImgPlace1">
    <dgm:fillClrLst>
      <a:schemeClr val="accent2">
        <a:tint val="50000"/>
      </a:schemeClr>
      <a:schemeClr val="accent3">
        <a:tint val="20000"/>
      </a:schemeClr>
    </dgm:fillClrLst>
    <dgm:linClrLst meth="repeat">
      <a:schemeClr val="lt1"/>
    </dgm:linClrLst>
    <dgm:effectClrLst/>
    <dgm:txLinClrLst/>
    <dgm:txFillClrLst meth="repeat">
      <a:schemeClr val="lt1"/>
    </dgm:txFillClrLst>
    <dgm:txEffectClrLst/>
  </dgm:styleLbl>
  <dgm:styleLbl name="bgImgPlace1">
    <dgm:fillClrLst>
      <a:schemeClr val="accent2">
        <a:tint val="50000"/>
      </a:schemeClr>
      <a:schemeClr val="accent3">
        <a:tint val="20000"/>
      </a:schemeClr>
    </dgm:fillClrLst>
    <dgm:linClrLst meth="repeat">
      <a:schemeClr val="lt1"/>
    </dgm:linClrLst>
    <dgm:effectClrLst/>
    <dgm:txLinClrLst/>
    <dgm:txFillClrLst meth="repeat">
      <a:schemeClr val="lt1"/>
    </dgm:txFillClrLst>
    <dgm:txEffectClrLst/>
  </dgm:styleLbl>
  <dgm:styleLbl name="sibTrans2D1">
    <dgm:fillClrLst>
      <a:schemeClr val="accent2"/>
      <a:schemeClr val="accent3"/>
    </dgm:fillClrLst>
    <dgm:linClrLst meth="repeat">
      <a:schemeClr val="lt1"/>
    </dgm:linClrLst>
    <dgm:effectClrLst/>
    <dgm:txLinClrLst/>
    <dgm:txFillClrLst/>
    <dgm:txEffectClrLst/>
  </dgm:styleLbl>
  <dgm:styleLbl name="fgSibTrans2D1">
    <dgm:fillClrLst>
      <a:schemeClr val="accent2"/>
      <a:schemeClr val="accent3"/>
    </dgm:fillClrLst>
    <dgm:linClrLst meth="repeat">
      <a:schemeClr val="lt1"/>
    </dgm:linClrLst>
    <dgm:effectClrLst/>
    <dgm:txLinClrLst/>
    <dgm:txFillClrLst meth="repeat">
      <a:schemeClr val="lt1"/>
    </dgm:txFillClrLst>
    <dgm:txEffectClrLst/>
  </dgm:styleLbl>
  <dgm:styleLbl name="bgSibTrans2D1">
    <dgm:fillClrLst>
      <a:schemeClr val="accent2"/>
      <a:schemeClr val="accent3"/>
    </dgm:fillClrLst>
    <dgm:linClrLst meth="repeat">
      <a:schemeClr val="lt1"/>
    </dgm:linClrLst>
    <dgm:effectClrLst/>
    <dgm:txLinClrLst/>
    <dgm:txFillClrLst meth="repeat">
      <a:schemeClr val="lt1"/>
    </dgm:txFillClrLst>
    <dgm:txEffectClrLst/>
  </dgm:styleLbl>
  <dgm:styleLbl name="sibTrans1D1">
    <dgm:fillClrLst/>
    <dgm:linClrLst>
      <a:schemeClr val="accent2"/>
      <a:schemeClr val="accent3"/>
    </dgm:linClrLst>
    <dgm:effectClrLst/>
    <dgm:txLinClrLst/>
    <dgm:txFillClrLst meth="repeat">
      <a:schemeClr val="tx1"/>
    </dgm:txFillClrLst>
    <dgm:txEffectClrLst/>
  </dgm:styleLbl>
  <dgm:styleLbl name="callout">
    <dgm:fillClrLst meth="repeat">
      <a:schemeClr val="accent2"/>
    </dgm:fillClrLst>
    <dgm:linClrLst meth="repeat">
      <a:schemeClr val="accent2">
        <a:tint val="50000"/>
      </a:schemeClr>
    </dgm:linClrLst>
    <dgm:effectClrLst/>
    <dgm:txLinClrLst/>
    <dgm:txFillClrLst meth="repeat">
      <a:schemeClr val="tx1"/>
    </dgm:txFillClrLst>
    <dgm:txEffectClrLst/>
  </dgm:styleLbl>
  <dgm:styleLbl name="asst0">
    <dgm:fillClrLst meth="repeat">
      <a:schemeClr val="accent2"/>
    </dgm:fillClrLst>
    <dgm:linClrLst meth="repeat">
      <a:schemeClr val="lt1">
        <a:shade val="80000"/>
      </a:schemeClr>
    </dgm:linClrLst>
    <dgm:effectClrLst/>
    <dgm:txLinClrLst/>
    <dgm:txFillClrLst/>
    <dgm:txEffectClrLst/>
  </dgm:styleLbl>
  <dgm:styleLbl name="asst1">
    <dgm:fillClrLst meth="repeat">
      <a:schemeClr val="accent3"/>
    </dgm:fillClrLst>
    <dgm:linClrLst meth="repeat">
      <a:schemeClr val="lt1">
        <a:shade val="80000"/>
      </a:schemeClr>
    </dgm:linClrLst>
    <dgm:effectClrLst/>
    <dgm:txLinClrLst/>
    <dgm:txFillClrLst/>
    <dgm:txEffectClrLst/>
  </dgm:styleLbl>
  <dgm:styleLbl name="asst2">
    <dgm:fillClrLst>
      <a:schemeClr val="accent4"/>
    </dgm:fillClrLst>
    <dgm:linClrLst meth="repeat">
      <a:schemeClr val="lt1"/>
    </dgm:linClrLst>
    <dgm:effectClrLst/>
    <dgm:txLinClrLst/>
    <dgm:txFillClrLst/>
    <dgm:txEffectClrLst/>
  </dgm:styleLbl>
  <dgm:styleLbl name="asst3">
    <dgm:fillClrLst>
      <a:schemeClr val="accent5"/>
    </dgm:fillClrLst>
    <dgm:linClrLst meth="repeat">
      <a:schemeClr val="lt1"/>
    </dgm:linClrLst>
    <dgm:effectClrLst/>
    <dgm:txLinClrLst/>
    <dgm:txFillClrLst/>
    <dgm:txEffectClrLst/>
  </dgm:styleLbl>
  <dgm:styleLbl name="asst4">
    <dgm:fillClrLst>
      <a:schemeClr val="accent6"/>
    </dgm:fillClrLst>
    <dgm:linClrLst meth="repeat">
      <a:schemeClr val="lt1"/>
    </dgm:linClrLst>
    <dgm:effectClrLst/>
    <dgm:txLinClrLst/>
    <dgm:txFillClrLst/>
    <dgm:txEffectClrLst/>
  </dgm:styleLbl>
  <dgm:styleLbl name="parChTrans2D1">
    <dgm:fillClrLst meth="repeat">
      <a:schemeClr val="accent2"/>
    </dgm:fillClrLst>
    <dgm:linClrLst meth="repeat">
      <a:schemeClr val="lt1"/>
    </dgm:linClrLst>
    <dgm:effectClrLst/>
    <dgm:txLinClrLst/>
    <dgm:txFillClrLst meth="repeat">
      <a:schemeClr val="lt1"/>
    </dgm:txFillClrLst>
    <dgm:txEffectClrLst/>
  </dgm:styleLbl>
  <dgm:styleLbl name="parChTrans2D2">
    <dgm:fillClrLst meth="repeat">
      <a:schemeClr val="accent3"/>
    </dgm:fillClrLst>
    <dgm:linClrLst meth="repeat">
      <a:schemeClr val="lt1"/>
    </dgm:linClrLst>
    <dgm:effectClrLst/>
    <dgm:txLinClrLst/>
    <dgm:txFillClrLst/>
    <dgm:txEffectClrLst/>
  </dgm:styleLbl>
  <dgm:styleLbl name="parChTrans2D3">
    <dgm:fillClrLst meth="repeat">
      <a:schemeClr val="accent4"/>
    </dgm:fillClrLst>
    <dgm:linClrLst meth="repeat">
      <a:schemeClr val="lt1"/>
    </dgm:linClrLst>
    <dgm:effectClrLst/>
    <dgm:txLinClrLst/>
    <dgm:txFillClrLst/>
    <dgm:txEffectClrLst/>
  </dgm:styleLbl>
  <dgm:styleLbl name="parChTrans2D4">
    <dgm:fillClrLst meth="repeat">
      <a:schemeClr val="accent5"/>
    </dgm:fillClrLst>
    <dgm:linClrLst meth="repeat">
      <a:schemeClr val="lt1"/>
    </dgm:linClrLst>
    <dgm:effectClrLst/>
    <dgm:txLinClrLst/>
    <dgm:txFillClrLst meth="repeat">
      <a:schemeClr val="lt1"/>
    </dgm:txFillClrLst>
    <dgm:txEffectClrLst/>
  </dgm:styleLbl>
  <dgm:styleLbl name="parChTrans1D1">
    <dgm:fillClrLst meth="repeat">
      <a:schemeClr val="accent2"/>
    </dgm:fillClrLst>
    <dgm:linClrLst meth="repeat">
      <a:schemeClr val="accent2"/>
    </dgm:linClrLst>
    <dgm:effectClrLst/>
    <dgm:txLinClrLst/>
    <dgm:txFillClrLst meth="repeat">
      <a:schemeClr val="tx1"/>
    </dgm:txFillClrLst>
    <dgm:txEffectClrLst/>
  </dgm:styleLbl>
  <dgm:styleLbl name="parChTrans1D2">
    <dgm:fillClrLst meth="repeat">
      <a:schemeClr val="accent2">
        <a:tint val="90000"/>
      </a:schemeClr>
    </dgm:fillClrLst>
    <dgm:linClrLst meth="repeat">
      <a:schemeClr val="accent3"/>
    </dgm:linClrLst>
    <dgm:effectClrLst/>
    <dgm:txLinClrLst/>
    <dgm:txFillClrLst meth="repeat">
      <a:schemeClr val="tx1"/>
    </dgm:txFillClrLst>
    <dgm:txEffectClrLst/>
  </dgm:styleLbl>
  <dgm:styleLbl name="parChTrans1D3">
    <dgm:fillClrLst meth="repeat">
      <a:schemeClr val="accent2">
        <a:tint val="70000"/>
      </a:schemeClr>
    </dgm:fillClrLst>
    <dgm:linClrLst meth="repeat">
      <a:schemeClr val="accent4"/>
    </dgm:linClrLst>
    <dgm:effectClrLst/>
    <dgm:txLinClrLst/>
    <dgm:txFillClrLst meth="repeat">
      <a:schemeClr val="tx1"/>
    </dgm:txFillClrLst>
    <dgm:txEffectClrLst/>
  </dgm:styleLbl>
  <dgm:styleLbl name="parChTrans1D4">
    <dgm:fillClrLst meth="repeat">
      <a:schemeClr val="accent2">
        <a:tint val="50000"/>
      </a:schemeClr>
    </dgm:fillClrLst>
    <dgm:linClrLst meth="repeat">
      <a:schemeClr val="accent5"/>
    </dgm:linClrLst>
    <dgm:effectClrLst/>
    <dgm:txLinClrLst/>
    <dgm:txFillClrLst meth="repeat">
      <a:schemeClr val="tx1"/>
    </dgm:txFillClrLst>
    <dgm:txEffectClrLst/>
  </dgm:styleLbl>
  <dgm:styleLbl name="fgAcc1">
    <dgm:fillClrLst meth="repeat">
      <a:schemeClr val="lt1">
        <a:alpha val="90000"/>
      </a:schemeClr>
    </dgm:fillClrLst>
    <dgm:linClrLst>
      <a:schemeClr val="accent2"/>
      <a:schemeClr val="accent3"/>
    </dgm:linClrLst>
    <dgm:effectClrLst/>
    <dgm:txLinClrLst/>
    <dgm:txFillClrLst meth="repeat">
      <a:schemeClr val="dk1"/>
    </dgm:txFillClrLst>
    <dgm:txEffectClrLst/>
  </dgm:styleLbl>
  <dgm:styleLbl name="conFgAcc1">
    <dgm:fillClrLst meth="repeat">
      <a:schemeClr val="lt1">
        <a:alpha val="90000"/>
      </a:schemeClr>
    </dgm:fillClrLst>
    <dgm:linClrLst>
      <a:schemeClr val="accent2"/>
      <a:schemeClr val="accent3"/>
    </dgm:linClrLst>
    <dgm:effectClrLst/>
    <dgm:txLinClrLst/>
    <dgm:txFillClrLst meth="repeat">
      <a:schemeClr val="dk1"/>
    </dgm:txFillClrLst>
    <dgm:txEffectClrLst/>
  </dgm:styleLbl>
  <dgm:styleLbl name="alignAcc1">
    <dgm:fillClrLst meth="repeat">
      <a:schemeClr val="lt1">
        <a:alpha val="90000"/>
      </a:schemeClr>
    </dgm:fillClrLst>
    <dgm:linClrLst>
      <a:schemeClr val="accent2"/>
      <a:schemeClr val="accent3"/>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2"/>
    </dgm:linClrLst>
    <dgm:effectClrLst/>
    <dgm:txLinClrLst/>
    <dgm:txFillClrLst meth="repeat">
      <a:schemeClr val="dk1"/>
    </dgm:txFillClrLst>
    <dgm:txEffectClrLst/>
  </dgm:styleLbl>
  <dgm:styleLbl name="bgAcc1">
    <dgm:fillClrLst meth="repeat">
      <a:schemeClr val="lt1">
        <a:alpha val="90000"/>
      </a:schemeClr>
    </dgm:fillClrLst>
    <dgm:linClrLst>
      <a:schemeClr val="accent2"/>
      <a:schemeClr val="accent3"/>
    </dgm:linClrLst>
    <dgm:effectClrLst/>
    <dgm:txLinClrLst/>
    <dgm:txFillClrLst meth="repeat">
      <a:schemeClr val="dk1"/>
    </dgm:txFillClrLst>
    <dgm:txEffectClrLst/>
  </dgm:styleLbl>
  <dgm:styleLbl name="solidFgAcc1">
    <dgm:fillClrLst meth="repeat">
      <a:schemeClr val="lt1"/>
    </dgm:fillClrLst>
    <dgm:linClrLst>
      <a:schemeClr val="accent2"/>
      <a:schemeClr val="accent3"/>
    </dgm:linClrLst>
    <dgm:effectClrLst/>
    <dgm:txLinClrLst/>
    <dgm:txFillClrLst meth="repeat">
      <a:schemeClr val="dk1"/>
    </dgm:txFillClrLst>
    <dgm:txEffectClrLst/>
  </dgm:styleLbl>
  <dgm:styleLbl name="solidAlignAcc1">
    <dgm:fillClrLst meth="repeat">
      <a:schemeClr val="lt1"/>
    </dgm:fillClrLst>
    <dgm:linClrLst>
      <a:schemeClr val="accent2"/>
      <a:schemeClr val="accent3"/>
    </dgm:linClrLst>
    <dgm:effectClrLst/>
    <dgm:txLinClrLst/>
    <dgm:txFillClrLst meth="repeat">
      <a:schemeClr val="dk1"/>
    </dgm:txFillClrLst>
    <dgm:txEffectClrLst/>
  </dgm:styleLbl>
  <dgm:styleLbl name="solidBgAcc1">
    <dgm:fillClrLst meth="repeat">
      <a:schemeClr val="lt1"/>
    </dgm:fillClrLst>
    <dgm:linClrLst>
      <a:schemeClr val="accent2"/>
      <a:schemeClr val="accent3"/>
    </dgm:linClrLst>
    <dgm:effectClrLst/>
    <dgm:txLinClrLst/>
    <dgm:txFillClrLst meth="repeat">
      <a:schemeClr val="dk1"/>
    </dgm:txFillClrLst>
    <dgm:txEffectClrLst/>
  </dgm:styleLbl>
  <dgm:styleLbl name="fgAccFollowNode1">
    <dgm:fillClrLst>
      <a:schemeClr val="accent2">
        <a:tint val="40000"/>
        <a:alpha val="90000"/>
      </a:schemeClr>
      <a:schemeClr val="accent3">
        <a:tint val="40000"/>
        <a:alpha val="90000"/>
      </a:schemeClr>
    </dgm:fillClrLst>
    <dgm:linClrLst>
      <a:schemeClr val="accent2">
        <a:tint val="40000"/>
        <a:alpha val="90000"/>
      </a:schemeClr>
      <a:schemeClr val="accent3">
        <a:tint val="40000"/>
        <a:alpha val="90000"/>
      </a:schemeClr>
    </dgm:linClrLst>
    <dgm:effectClrLst/>
    <dgm:txLinClrLst/>
    <dgm:txFillClrLst meth="repeat">
      <a:schemeClr val="dk1"/>
    </dgm:txFillClrLst>
    <dgm:txEffectClrLst/>
  </dgm:styleLbl>
  <dgm:styleLbl name="alignAccFollowNode1">
    <dgm:fillClrLst>
      <a:schemeClr val="accent2">
        <a:tint val="40000"/>
        <a:alpha val="90000"/>
      </a:schemeClr>
      <a:schemeClr val="accent3">
        <a:tint val="40000"/>
        <a:alpha val="90000"/>
      </a:schemeClr>
    </dgm:fillClrLst>
    <dgm:linClrLst>
      <a:schemeClr val="accent2">
        <a:tint val="40000"/>
        <a:alpha val="90000"/>
      </a:schemeClr>
      <a:schemeClr val="accent3">
        <a:tint val="40000"/>
        <a:alpha val="90000"/>
      </a:schemeClr>
    </dgm:linClrLst>
    <dgm:effectClrLst/>
    <dgm:txLinClrLst/>
    <dgm:txFillClrLst meth="repeat">
      <a:schemeClr val="dk1"/>
    </dgm:txFillClrLst>
    <dgm:txEffectClrLst/>
  </dgm:styleLbl>
  <dgm:styleLbl name="bgAccFollowNode1">
    <dgm:fillClrLst>
      <a:schemeClr val="accent2">
        <a:tint val="40000"/>
        <a:alpha val="90000"/>
      </a:schemeClr>
      <a:schemeClr val="accent3">
        <a:tint val="40000"/>
        <a:alpha val="90000"/>
      </a:schemeClr>
    </dgm:fillClrLst>
    <dgm:linClrLst>
      <a:schemeClr val="accent2">
        <a:tint val="40000"/>
        <a:alpha val="90000"/>
      </a:schemeClr>
      <a:schemeClr val="accent3">
        <a:tint val="40000"/>
        <a:alpha val="90000"/>
      </a:schemeClr>
    </dgm:linClrLst>
    <dgm:effectClrLst/>
    <dgm:txLinClrLst/>
    <dgm:txFillClrLst meth="repeat">
      <a:schemeClr val="dk1"/>
    </dgm:txFillClrLst>
    <dgm:txEffectClrLst/>
  </dgm:styleLbl>
  <dgm:styleLbl name="fgAcc0">
    <dgm:fillClrLst meth="repeat">
      <a:schemeClr val="lt1">
        <a:alpha val="90000"/>
      </a:schemeClr>
    </dgm:fillClrLst>
    <dgm:linClrLst>
      <a:schemeClr val="accent1"/>
    </dgm:linClrLst>
    <dgm:effectClrLst/>
    <dgm:txLinClrLst/>
    <dgm:txFillClrLst meth="repeat">
      <a:schemeClr val="dk1"/>
    </dgm:txFillClrLst>
    <dgm:txEffectClrLst/>
  </dgm:styleLbl>
  <dgm:styleLbl name="fgAcc2">
    <dgm:fillClrLst meth="repeat">
      <a:schemeClr val="lt1">
        <a:alpha val="90000"/>
      </a:schemeClr>
    </dgm:fillClrLst>
    <dgm:linClrLst>
      <a:schemeClr val="accent3"/>
    </dgm:linClrLst>
    <dgm:effectClrLst/>
    <dgm:txLinClrLst/>
    <dgm:txFillClrLst meth="repeat">
      <a:schemeClr val="dk1"/>
    </dgm:txFillClrLst>
    <dgm:txEffectClrLst/>
  </dgm:styleLbl>
  <dgm:styleLbl name="fgAcc3">
    <dgm:fillClrLst meth="repeat">
      <a:schemeClr val="lt1">
        <a:alpha val="90000"/>
      </a:schemeClr>
    </dgm:fillClrLst>
    <dgm:linClrLst>
      <a:schemeClr val="accent4"/>
    </dgm:linClrLst>
    <dgm:effectClrLst/>
    <dgm:txLinClrLst/>
    <dgm:txFillClrLst meth="repeat">
      <a:schemeClr val="dk1"/>
    </dgm:txFillClrLst>
    <dgm:txEffectClrLst/>
  </dgm:styleLbl>
  <dgm:styleLbl name="fgAcc4">
    <dgm:fillClrLst meth="repeat">
      <a:schemeClr val="lt1">
        <a:alpha val="90000"/>
      </a:schemeClr>
    </dgm:fillClrLst>
    <dgm:linClrLst>
      <a:schemeClr val="accent5"/>
    </dgm:linClrLst>
    <dgm:effectClrLst/>
    <dgm:txLinClrLst/>
    <dgm:txFillClrLst meth="repeat">
      <a:schemeClr val="dk1"/>
    </dgm:txFillClrLst>
    <dgm:txEffectClrLst/>
  </dgm:styleLbl>
  <dgm:styleLbl name="bgShp">
    <dgm:fillClrLst meth="repeat">
      <a:schemeClr val="accent2">
        <a:tint val="40000"/>
      </a:schemeClr>
    </dgm:fillClrLst>
    <dgm:linClrLst meth="repeat">
      <a:schemeClr val="dk1"/>
    </dgm:linClrLst>
    <dgm:effectClrLst/>
    <dgm:txLinClrLst/>
    <dgm:txFillClrLst meth="repeat">
      <a:schemeClr val="dk1"/>
    </dgm:txFillClrLst>
    <dgm:txEffectClrLst/>
  </dgm:styleLbl>
  <dgm:styleLbl name="dkBgShp">
    <dgm:fillClrLst meth="repeat">
      <a:schemeClr val="accent2">
        <a:shade val="90000"/>
      </a:schemeClr>
    </dgm:fillClrLst>
    <dgm:linClrLst meth="repeat">
      <a:schemeClr val="dk1"/>
    </dgm:linClrLst>
    <dgm:effectClrLst/>
    <dgm:txLinClrLst/>
    <dgm:txFillClrLst meth="repeat">
      <a:schemeClr val="lt1"/>
    </dgm:txFillClrLst>
    <dgm:txEffectClrLst/>
  </dgm:styleLbl>
  <dgm:styleLbl name="trBgShp">
    <dgm:fillClrLst meth="repeat">
      <a:schemeClr val="accent2">
        <a:tint val="50000"/>
        <a:alpha val="40000"/>
      </a:schemeClr>
    </dgm:fillClrLst>
    <dgm:linClrLst meth="repeat">
      <a:schemeClr val="accent2"/>
    </dgm:linClrLst>
    <dgm:effectClrLst/>
    <dgm:txLinClrLst/>
    <dgm:txFillClrLst meth="repeat">
      <a:schemeClr val="lt1"/>
    </dgm:txFillClrLst>
    <dgm:txEffectClrLst/>
  </dgm:styleLbl>
  <dgm:styleLbl name="fgShp">
    <dgm:fillClrLst meth="repeat">
      <a:schemeClr val="accent2">
        <a:tint val="4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5.xml><?xml version="1.0" encoding="utf-8"?>
<dgm:colorsDef xmlns:dgm="http://schemas.openxmlformats.org/drawingml/2006/diagram" xmlns:a="http://schemas.openxmlformats.org/drawingml/2006/main" uniqueId="urn:microsoft.com/office/officeart/2005/8/colors/accent1_2">
  <dgm:title val=""/>
  <dgm:desc val=""/>
  <dgm:catLst>
    <dgm:cat type="accent1" pri="11200"/>
  </dgm:catLst>
  <dgm:styleLbl name="node0">
    <dgm:fillClrLst meth="repeat">
      <a:schemeClr val="accent1"/>
    </dgm:fillClrLst>
    <dgm:linClrLst meth="repeat">
      <a:schemeClr val="lt1"/>
    </dgm:linClrLst>
    <dgm:effectClrLst/>
    <dgm:txLinClrLst/>
    <dgm:txFillClrLst/>
    <dgm:txEffectClrLst/>
  </dgm:styleLbl>
  <dgm:styleLbl name="alignNode1">
    <dgm:fillClrLst meth="repeat">
      <a:schemeClr val="accent1"/>
    </dgm:fillClrLst>
    <dgm:linClrLst meth="repeat">
      <a:schemeClr val="accent1"/>
    </dgm:linClrLst>
    <dgm:effectClrLst/>
    <dgm:txLinClrLst/>
    <dgm:txFillClrLst/>
    <dgm:txEffectClrLst/>
  </dgm:styleLbl>
  <dgm:styleLbl name="node1">
    <dgm:fillClrLst meth="repeat">
      <a:schemeClr val="accent1"/>
    </dgm:fillClrLst>
    <dgm:linClrLst meth="repeat">
      <a:schemeClr val="lt1"/>
    </dgm:linClrLst>
    <dgm:effectClrLst/>
    <dgm:txLinClrLst/>
    <dgm:txFillClrLst/>
    <dgm:txEffectClrLst/>
  </dgm:styleLbl>
  <dgm:styleLbl name="lnNode1">
    <dgm:fillClrLst meth="repeat">
      <a:schemeClr val="accent1"/>
    </dgm:fillClrLst>
    <dgm:linClrLst meth="repeat">
      <a:schemeClr val="lt1"/>
    </dgm:linClrLst>
    <dgm:effectClrLst/>
    <dgm:txLinClrLst/>
    <dgm:txFillClrLst/>
    <dgm:txEffectClrLst/>
  </dgm:styleLbl>
  <dgm:styleLbl name="vennNode1">
    <dgm:fillClrLst meth="repeat">
      <a:schemeClr val="accent1">
        <a:alpha val="50000"/>
      </a:schemeClr>
    </dgm:fillClrLst>
    <dgm:linClrLst meth="repeat">
      <a:schemeClr val="lt1"/>
    </dgm:linClrLst>
    <dgm:effectClrLst/>
    <dgm:txLinClrLst/>
    <dgm:txFillClrLst/>
    <dgm:txEffectClrLst/>
  </dgm:styleLbl>
  <dgm:styleLbl name="node2">
    <dgm:fillClrLst meth="repeat">
      <a:schemeClr val="accent1"/>
    </dgm:fillClrLst>
    <dgm:linClrLst meth="repeat">
      <a:schemeClr val="lt1"/>
    </dgm:linClrLst>
    <dgm:effectClrLst/>
    <dgm:txLinClrLst/>
    <dgm:txFillClrLst/>
    <dgm:txEffectClrLst/>
  </dgm:styleLbl>
  <dgm:styleLbl name="node3">
    <dgm:fillClrLst meth="repeat">
      <a:schemeClr val="accent1"/>
    </dgm:fillClrLst>
    <dgm:linClrLst meth="repeat">
      <a:schemeClr val="lt1"/>
    </dgm:linClrLst>
    <dgm:effectClrLst/>
    <dgm:txLinClrLst/>
    <dgm:txFillClrLst/>
    <dgm:txEffectClrLst/>
  </dgm:styleLbl>
  <dgm:styleLbl name="node4">
    <dgm:fillClrLst meth="repeat">
      <a:schemeClr val="accent1"/>
    </dgm:fillClrLst>
    <dgm:linClrLst meth="repeat">
      <a:schemeClr val="lt1"/>
    </dgm:linClrLst>
    <dgm:effectClrLst/>
    <dgm:txLinClrLst/>
    <dgm:txFillClrLst/>
    <dgm:txEffectClrLst/>
  </dgm:styleLbl>
  <dgm:styleLbl name="f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1">
        <a:tint val="60000"/>
      </a:schemeClr>
    </dgm:fillClrLst>
    <dgm:linClrLst meth="repeat">
      <a:schemeClr val="accent1">
        <a:tint val="60000"/>
      </a:schemeClr>
    </dgm:linClrLst>
    <dgm:effectClrLst/>
    <dgm:txLinClrLst/>
    <dgm:txFillClrLst/>
    <dgm:txEffectClrLst/>
  </dgm:styleLbl>
  <dgm:styleLbl name="fgSibTrans2D1">
    <dgm:fillClrLst meth="repeat">
      <a:schemeClr val="accent1">
        <a:tint val="60000"/>
      </a:schemeClr>
    </dgm:fillClrLst>
    <dgm:linClrLst meth="repeat">
      <a:schemeClr val="accent1">
        <a:tint val="60000"/>
      </a:schemeClr>
    </dgm:linClrLst>
    <dgm:effectClrLst/>
    <dgm:txLinClrLst/>
    <dgm:txFillClrLst/>
    <dgm:txEffectClrLst/>
  </dgm:styleLbl>
  <dgm:styleLbl name="bgSibTrans2D1">
    <dgm:fillClrLst meth="repeat">
      <a:schemeClr val="accent1">
        <a:tint val="60000"/>
      </a:schemeClr>
    </dgm:fillClrLst>
    <dgm:linClrLst meth="repeat">
      <a:schemeClr val="accent1">
        <a:tint val="60000"/>
      </a:schemeClr>
    </dgm:linClrLst>
    <dgm:effectClrLst/>
    <dgm:txLinClrLst/>
    <dgm:txFillClrLst/>
    <dgm:txEffectClrLst/>
  </dgm:styleLbl>
  <dgm:styleLbl name="sibTrans1D1">
    <dgm:fillClrLst meth="repeat">
      <a:schemeClr val="accent1"/>
    </dgm:fillClrLst>
    <dgm:linClrLst meth="repeat">
      <a:schemeClr val="accent1"/>
    </dgm:linClrLst>
    <dgm:effectClrLst/>
    <dgm:txLinClrLst/>
    <dgm:txFillClrLst meth="repeat">
      <a:schemeClr val="tx1"/>
    </dgm:txFillClrLst>
    <dgm:txEffectClrLst/>
  </dgm:styleLbl>
  <dgm:styleLbl name="callout">
    <dgm:fillClrLst meth="repeat">
      <a:schemeClr val="accent1"/>
    </dgm:fillClrLst>
    <dgm:linClrLst meth="repeat">
      <a:schemeClr val="accent1">
        <a:tint val="50000"/>
      </a:schemeClr>
    </dgm:linClrLst>
    <dgm:effectClrLst/>
    <dgm:txLinClrLst/>
    <dgm:txFillClrLst meth="repeat">
      <a:schemeClr val="tx1"/>
    </dgm:txFillClrLst>
    <dgm:txEffectClrLst/>
  </dgm:styleLbl>
  <dgm:styleLbl name="asst0">
    <dgm:fillClrLst meth="repeat">
      <a:schemeClr val="accent1"/>
    </dgm:fillClrLst>
    <dgm:linClrLst meth="repeat">
      <a:schemeClr val="lt1"/>
    </dgm:linClrLst>
    <dgm:effectClrLst/>
    <dgm:txLinClrLst/>
    <dgm:txFillClrLst/>
    <dgm:txEffectClrLst/>
  </dgm:styleLbl>
  <dgm:styleLbl name="asst1">
    <dgm:fillClrLst meth="repeat">
      <a:schemeClr val="accent1"/>
    </dgm:fillClrLst>
    <dgm:linClrLst meth="repeat">
      <a:schemeClr val="lt1"/>
    </dgm:linClrLst>
    <dgm:effectClrLst/>
    <dgm:txLinClrLst/>
    <dgm:txFillClrLst/>
    <dgm:txEffectClrLst/>
  </dgm:styleLbl>
  <dgm:styleLbl name="asst2">
    <dgm:fillClrLst meth="repeat">
      <a:schemeClr val="accent1"/>
    </dgm:fillClrLst>
    <dgm:linClrLst meth="repeat">
      <a:schemeClr val="lt1"/>
    </dgm:linClrLst>
    <dgm:effectClrLst/>
    <dgm:txLinClrLst/>
    <dgm:txFillClrLst/>
    <dgm:txEffectClrLst/>
  </dgm:styleLbl>
  <dgm:styleLbl name="asst3">
    <dgm:fillClrLst meth="repeat">
      <a:schemeClr val="accent1"/>
    </dgm:fillClrLst>
    <dgm:linClrLst meth="repeat">
      <a:schemeClr val="lt1"/>
    </dgm:linClrLst>
    <dgm:effectClrLst/>
    <dgm:txLinClrLst/>
    <dgm:txFillClrLst/>
    <dgm:txEffectClrLst/>
  </dgm:styleLbl>
  <dgm:styleLbl name="asst4">
    <dgm:fillClrLst meth="repeat">
      <a:schemeClr val="accent1"/>
    </dgm:fillClrLst>
    <dgm:linClrLst meth="repeat">
      <a:schemeClr val="lt1"/>
    </dgm:linClrLst>
    <dgm:effectClrLst/>
    <dgm:txLinClrLst/>
    <dgm:txFillClrLst/>
    <dgm:txEffectClrLst/>
  </dgm:styleLbl>
  <dgm:styleLbl name="parChTrans2D1">
    <dgm:fillClrLst meth="repeat">
      <a:schemeClr val="accent1">
        <a:tint val="60000"/>
      </a:schemeClr>
    </dgm:fillClrLst>
    <dgm:linClrLst meth="repeat">
      <a:schemeClr val="accent1">
        <a:tint val="60000"/>
      </a:schemeClr>
    </dgm:linClrLst>
    <dgm:effectClrLst/>
    <dgm:txLinClrLst/>
    <dgm:txFillClrLst meth="repeat">
      <a:schemeClr val="lt1"/>
    </dgm:txFillClrLst>
    <dgm:txEffectClrLst/>
  </dgm:styleLbl>
  <dgm:styleLbl name="parChTrans2D2">
    <dgm:fillClrLst meth="repeat">
      <a:schemeClr val="accent1"/>
    </dgm:fillClrLst>
    <dgm:linClrLst meth="repeat">
      <a:schemeClr val="accent1"/>
    </dgm:linClrLst>
    <dgm:effectClrLst/>
    <dgm:txLinClrLst/>
    <dgm:txFillClrLst meth="repeat">
      <a:schemeClr val="lt1"/>
    </dgm:txFillClrLst>
    <dgm:txEffectClrLst/>
  </dgm:styleLbl>
  <dgm:styleLbl name="parChTrans2D3">
    <dgm:fillClrLst meth="repeat">
      <a:schemeClr val="accent1"/>
    </dgm:fillClrLst>
    <dgm:linClrLst meth="repeat">
      <a:schemeClr val="accent1"/>
    </dgm:linClrLst>
    <dgm:effectClrLst/>
    <dgm:txLinClrLst/>
    <dgm:txFillClrLst meth="repeat">
      <a:schemeClr val="lt1"/>
    </dgm:txFillClrLst>
    <dgm:txEffectClrLst/>
  </dgm:styleLbl>
  <dgm:styleLbl name="parChTrans2D4">
    <dgm:fillClrLst meth="repeat">
      <a:schemeClr val="accent1"/>
    </dgm:fillClrLst>
    <dgm:linClrLst meth="repeat">
      <a:schemeClr val="accent1"/>
    </dgm:linClrLst>
    <dgm:effectClrLst/>
    <dgm:txLinClrLst/>
    <dgm:txFillClrLst meth="repeat">
      <a:schemeClr val="lt1"/>
    </dgm:txFillClrLst>
    <dgm:txEffectClrLst/>
  </dgm:styleLbl>
  <dgm:styleLbl name="parChTrans1D1">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2">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3">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parChTrans1D4">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1"/>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solidFgAcc1">
    <dgm:fillClrLst meth="repeat">
      <a:schemeClr val="lt1"/>
    </dgm:fillClrLst>
    <dgm:linClrLst meth="repeat">
      <a:schemeClr val="accent1"/>
    </dgm:linClrLst>
    <dgm:effectClrLst/>
    <dgm:txLinClrLst/>
    <dgm:txFillClrLst meth="repeat">
      <a:schemeClr val="dk1"/>
    </dgm:txFillClrLst>
    <dgm:txEffectClrLst/>
  </dgm:styleLbl>
  <dgm:styleLbl name="solidAlignAcc1">
    <dgm:fillClrLst meth="repeat">
      <a:schemeClr val="lt1"/>
    </dgm:fillClrLst>
    <dgm:linClrLst meth="repeat">
      <a:schemeClr val="accent1"/>
    </dgm:linClrLst>
    <dgm:effectClrLst/>
    <dgm:txLinClrLst/>
    <dgm:txFillClrLst meth="repeat">
      <a:schemeClr val="dk1"/>
    </dgm:txFillClrLst>
    <dgm:txEffectClrLst/>
  </dgm:styleLbl>
  <dgm:styleLbl name="solidBgAcc1">
    <dgm:fillClrLst meth="repeat">
      <a:schemeClr val="lt1"/>
    </dgm:fillClrLst>
    <dgm:linClrLst meth="repeat">
      <a:schemeClr val="accent1"/>
    </dgm:linClrLst>
    <dgm:effectClrLst/>
    <dgm:txLinClrLst/>
    <dgm:txFillClrLst meth="repeat">
      <a:schemeClr val="dk1"/>
    </dgm:txFillClrLst>
    <dgm:txEffectClrLst/>
  </dgm:styleLbl>
  <dgm:styleLbl name="f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align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b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bgShp">
    <dgm:fillClrLst meth="repeat">
      <a:schemeClr val="accent1">
        <a:tint val="40000"/>
      </a:schemeClr>
    </dgm:fillClrLst>
    <dgm:linClrLst meth="repeat">
      <a:schemeClr val="accent1"/>
    </dgm:linClrLst>
    <dgm:effectClrLst/>
    <dgm:txLinClrLst/>
    <dgm:txFillClrLst meth="repeat">
      <a:schemeClr val="dk1"/>
    </dgm:txFillClrLst>
    <dgm:txEffectClrLst/>
  </dgm:styleLbl>
  <dgm:styleLbl name="dkBgShp">
    <dgm:fillClrLst meth="repeat">
      <a:schemeClr val="accent1">
        <a:shade val="80000"/>
      </a:schemeClr>
    </dgm:fillClrLst>
    <dgm:linClrLst meth="repeat">
      <a:schemeClr val="accent1"/>
    </dgm:linClrLst>
    <dgm:effectClrLst/>
    <dgm:txLinClrLst/>
    <dgm:txFillClrLst meth="repeat">
      <a:schemeClr val="lt1"/>
    </dgm:txFillClrLst>
    <dgm:txEffectClrLst/>
  </dgm:styleLbl>
  <dgm:styleLbl name="trBgShp">
    <dgm:fillClrLst meth="repeat">
      <a:schemeClr val="accent1">
        <a:tint val="50000"/>
        <a:alpha val="40000"/>
      </a:schemeClr>
    </dgm:fillClrLst>
    <dgm:linClrLst meth="repeat">
      <a:schemeClr val="accent1"/>
    </dgm:linClrLst>
    <dgm:effectClrLst/>
    <dgm:txLinClrLst/>
    <dgm:txFillClrLst meth="repeat">
      <a:schemeClr val="lt1"/>
    </dgm:txFillClrLst>
    <dgm:txEffectClrLst/>
  </dgm:styleLbl>
  <dgm:styleLbl name="fgShp">
    <dgm:fillClrLst meth="repeat">
      <a:schemeClr val="accent1">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6.xml><?xml version="1.0" encoding="utf-8"?>
<dgm:colorsDef xmlns:dgm="http://schemas.openxmlformats.org/drawingml/2006/diagram" xmlns:a="http://schemas.openxmlformats.org/drawingml/2006/main" uniqueId="urn:microsoft.com/office/officeart/2005/8/colors/accent1_2">
  <dgm:title val=""/>
  <dgm:desc val=""/>
  <dgm:catLst>
    <dgm:cat type="accent1" pri="11200"/>
  </dgm:catLst>
  <dgm:styleLbl name="node0">
    <dgm:fillClrLst meth="repeat">
      <a:schemeClr val="accent1"/>
    </dgm:fillClrLst>
    <dgm:linClrLst meth="repeat">
      <a:schemeClr val="lt1"/>
    </dgm:linClrLst>
    <dgm:effectClrLst/>
    <dgm:txLinClrLst/>
    <dgm:txFillClrLst/>
    <dgm:txEffectClrLst/>
  </dgm:styleLbl>
  <dgm:styleLbl name="alignNode1">
    <dgm:fillClrLst meth="repeat">
      <a:schemeClr val="accent1"/>
    </dgm:fillClrLst>
    <dgm:linClrLst meth="repeat">
      <a:schemeClr val="accent1"/>
    </dgm:linClrLst>
    <dgm:effectClrLst/>
    <dgm:txLinClrLst/>
    <dgm:txFillClrLst/>
    <dgm:txEffectClrLst/>
  </dgm:styleLbl>
  <dgm:styleLbl name="node1">
    <dgm:fillClrLst meth="repeat">
      <a:schemeClr val="accent1"/>
    </dgm:fillClrLst>
    <dgm:linClrLst meth="repeat">
      <a:schemeClr val="lt1"/>
    </dgm:linClrLst>
    <dgm:effectClrLst/>
    <dgm:txLinClrLst/>
    <dgm:txFillClrLst/>
    <dgm:txEffectClrLst/>
  </dgm:styleLbl>
  <dgm:styleLbl name="lnNode1">
    <dgm:fillClrLst meth="repeat">
      <a:schemeClr val="accent1"/>
    </dgm:fillClrLst>
    <dgm:linClrLst meth="repeat">
      <a:schemeClr val="lt1"/>
    </dgm:linClrLst>
    <dgm:effectClrLst/>
    <dgm:txLinClrLst/>
    <dgm:txFillClrLst/>
    <dgm:txEffectClrLst/>
  </dgm:styleLbl>
  <dgm:styleLbl name="vennNode1">
    <dgm:fillClrLst meth="repeat">
      <a:schemeClr val="accent1">
        <a:alpha val="50000"/>
      </a:schemeClr>
    </dgm:fillClrLst>
    <dgm:linClrLst meth="repeat">
      <a:schemeClr val="lt1"/>
    </dgm:linClrLst>
    <dgm:effectClrLst/>
    <dgm:txLinClrLst/>
    <dgm:txFillClrLst/>
    <dgm:txEffectClrLst/>
  </dgm:styleLbl>
  <dgm:styleLbl name="node2">
    <dgm:fillClrLst meth="repeat">
      <a:schemeClr val="accent1"/>
    </dgm:fillClrLst>
    <dgm:linClrLst meth="repeat">
      <a:schemeClr val="lt1"/>
    </dgm:linClrLst>
    <dgm:effectClrLst/>
    <dgm:txLinClrLst/>
    <dgm:txFillClrLst/>
    <dgm:txEffectClrLst/>
  </dgm:styleLbl>
  <dgm:styleLbl name="node3">
    <dgm:fillClrLst meth="repeat">
      <a:schemeClr val="accent1"/>
    </dgm:fillClrLst>
    <dgm:linClrLst meth="repeat">
      <a:schemeClr val="lt1"/>
    </dgm:linClrLst>
    <dgm:effectClrLst/>
    <dgm:txLinClrLst/>
    <dgm:txFillClrLst/>
    <dgm:txEffectClrLst/>
  </dgm:styleLbl>
  <dgm:styleLbl name="node4">
    <dgm:fillClrLst meth="repeat">
      <a:schemeClr val="accent1"/>
    </dgm:fillClrLst>
    <dgm:linClrLst meth="repeat">
      <a:schemeClr val="lt1"/>
    </dgm:linClrLst>
    <dgm:effectClrLst/>
    <dgm:txLinClrLst/>
    <dgm:txFillClrLst/>
    <dgm:txEffectClrLst/>
  </dgm:styleLbl>
  <dgm:styleLbl name="f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1">
        <a:tint val="60000"/>
      </a:schemeClr>
    </dgm:fillClrLst>
    <dgm:linClrLst meth="repeat">
      <a:schemeClr val="accent1">
        <a:tint val="60000"/>
      </a:schemeClr>
    </dgm:linClrLst>
    <dgm:effectClrLst/>
    <dgm:txLinClrLst/>
    <dgm:txFillClrLst/>
    <dgm:txEffectClrLst/>
  </dgm:styleLbl>
  <dgm:styleLbl name="fgSibTrans2D1">
    <dgm:fillClrLst meth="repeat">
      <a:schemeClr val="accent1">
        <a:tint val="60000"/>
      </a:schemeClr>
    </dgm:fillClrLst>
    <dgm:linClrLst meth="repeat">
      <a:schemeClr val="accent1">
        <a:tint val="60000"/>
      </a:schemeClr>
    </dgm:linClrLst>
    <dgm:effectClrLst/>
    <dgm:txLinClrLst/>
    <dgm:txFillClrLst/>
    <dgm:txEffectClrLst/>
  </dgm:styleLbl>
  <dgm:styleLbl name="bgSibTrans2D1">
    <dgm:fillClrLst meth="repeat">
      <a:schemeClr val="accent1">
        <a:tint val="60000"/>
      </a:schemeClr>
    </dgm:fillClrLst>
    <dgm:linClrLst meth="repeat">
      <a:schemeClr val="accent1">
        <a:tint val="60000"/>
      </a:schemeClr>
    </dgm:linClrLst>
    <dgm:effectClrLst/>
    <dgm:txLinClrLst/>
    <dgm:txFillClrLst/>
    <dgm:txEffectClrLst/>
  </dgm:styleLbl>
  <dgm:styleLbl name="sibTrans1D1">
    <dgm:fillClrLst meth="repeat">
      <a:schemeClr val="accent1"/>
    </dgm:fillClrLst>
    <dgm:linClrLst meth="repeat">
      <a:schemeClr val="accent1"/>
    </dgm:linClrLst>
    <dgm:effectClrLst/>
    <dgm:txLinClrLst/>
    <dgm:txFillClrLst meth="repeat">
      <a:schemeClr val="tx1"/>
    </dgm:txFillClrLst>
    <dgm:txEffectClrLst/>
  </dgm:styleLbl>
  <dgm:styleLbl name="callout">
    <dgm:fillClrLst meth="repeat">
      <a:schemeClr val="accent1"/>
    </dgm:fillClrLst>
    <dgm:linClrLst meth="repeat">
      <a:schemeClr val="accent1">
        <a:tint val="50000"/>
      </a:schemeClr>
    </dgm:linClrLst>
    <dgm:effectClrLst/>
    <dgm:txLinClrLst/>
    <dgm:txFillClrLst meth="repeat">
      <a:schemeClr val="tx1"/>
    </dgm:txFillClrLst>
    <dgm:txEffectClrLst/>
  </dgm:styleLbl>
  <dgm:styleLbl name="asst0">
    <dgm:fillClrLst meth="repeat">
      <a:schemeClr val="accent1"/>
    </dgm:fillClrLst>
    <dgm:linClrLst meth="repeat">
      <a:schemeClr val="lt1"/>
    </dgm:linClrLst>
    <dgm:effectClrLst/>
    <dgm:txLinClrLst/>
    <dgm:txFillClrLst/>
    <dgm:txEffectClrLst/>
  </dgm:styleLbl>
  <dgm:styleLbl name="asst1">
    <dgm:fillClrLst meth="repeat">
      <a:schemeClr val="accent1"/>
    </dgm:fillClrLst>
    <dgm:linClrLst meth="repeat">
      <a:schemeClr val="lt1"/>
    </dgm:linClrLst>
    <dgm:effectClrLst/>
    <dgm:txLinClrLst/>
    <dgm:txFillClrLst/>
    <dgm:txEffectClrLst/>
  </dgm:styleLbl>
  <dgm:styleLbl name="asst2">
    <dgm:fillClrLst meth="repeat">
      <a:schemeClr val="accent1"/>
    </dgm:fillClrLst>
    <dgm:linClrLst meth="repeat">
      <a:schemeClr val="lt1"/>
    </dgm:linClrLst>
    <dgm:effectClrLst/>
    <dgm:txLinClrLst/>
    <dgm:txFillClrLst/>
    <dgm:txEffectClrLst/>
  </dgm:styleLbl>
  <dgm:styleLbl name="asst3">
    <dgm:fillClrLst meth="repeat">
      <a:schemeClr val="accent1"/>
    </dgm:fillClrLst>
    <dgm:linClrLst meth="repeat">
      <a:schemeClr val="lt1"/>
    </dgm:linClrLst>
    <dgm:effectClrLst/>
    <dgm:txLinClrLst/>
    <dgm:txFillClrLst/>
    <dgm:txEffectClrLst/>
  </dgm:styleLbl>
  <dgm:styleLbl name="asst4">
    <dgm:fillClrLst meth="repeat">
      <a:schemeClr val="accent1"/>
    </dgm:fillClrLst>
    <dgm:linClrLst meth="repeat">
      <a:schemeClr val="lt1"/>
    </dgm:linClrLst>
    <dgm:effectClrLst/>
    <dgm:txLinClrLst/>
    <dgm:txFillClrLst/>
    <dgm:txEffectClrLst/>
  </dgm:styleLbl>
  <dgm:styleLbl name="parChTrans2D1">
    <dgm:fillClrLst meth="repeat">
      <a:schemeClr val="accent1">
        <a:tint val="60000"/>
      </a:schemeClr>
    </dgm:fillClrLst>
    <dgm:linClrLst meth="repeat">
      <a:schemeClr val="accent1">
        <a:tint val="60000"/>
      </a:schemeClr>
    </dgm:linClrLst>
    <dgm:effectClrLst/>
    <dgm:txLinClrLst/>
    <dgm:txFillClrLst meth="repeat">
      <a:schemeClr val="lt1"/>
    </dgm:txFillClrLst>
    <dgm:txEffectClrLst/>
  </dgm:styleLbl>
  <dgm:styleLbl name="parChTrans2D2">
    <dgm:fillClrLst meth="repeat">
      <a:schemeClr val="accent1"/>
    </dgm:fillClrLst>
    <dgm:linClrLst meth="repeat">
      <a:schemeClr val="accent1"/>
    </dgm:linClrLst>
    <dgm:effectClrLst/>
    <dgm:txLinClrLst/>
    <dgm:txFillClrLst meth="repeat">
      <a:schemeClr val="lt1"/>
    </dgm:txFillClrLst>
    <dgm:txEffectClrLst/>
  </dgm:styleLbl>
  <dgm:styleLbl name="parChTrans2D3">
    <dgm:fillClrLst meth="repeat">
      <a:schemeClr val="accent1"/>
    </dgm:fillClrLst>
    <dgm:linClrLst meth="repeat">
      <a:schemeClr val="accent1"/>
    </dgm:linClrLst>
    <dgm:effectClrLst/>
    <dgm:txLinClrLst/>
    <dgm:txFillClrLst meth="repeat">
      <a:schemeClr val="lt1"/>
    </dgm:txFillClrLst>
    <dgm:txEffectClrLst/>
  </dgm:styleLbl>
  <dgm:styleLbl name="parChTrans2D4">
    <dgm:fillClrLst meth="repeat">
      <a:schemeClr val="accent1"/>
    </dgm:fillClrLst>
    <dgm:linClrLst meth="repeat">
      <a:schemeClr val="accent1"/>
    </dgm:linClrLst>
    <dgm:effectClrLst/>
    <dgm:txLinClrLst/>
    <dgm:txFillClrLst meth="repeat">
      <a:schemeClr val="lt1"/>
    </dgm:txFillClrLst>
    <dgm:txEffectClrLst/>
  </dgm:styleLbl>
  <dgm:styleLbl name="parChTrans1D1">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2">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3">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parChTrans1D4">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1"/>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solidFgAcc1">
    <dgm:fillClrLst meth="repeat">
      <a:schemeClr val="lt1"/>
    </dgm:fillClrLst>
    <dgm:linClrLst meth="repeat">
      <a:schemeClr val="accent1"/>
    </dgm:linClrLst>
    <dgm:effectClrLst/>
    <dgm:txLinClrLst/>
    <dgm:txFillClrLst meth="repeat">
      <a:schemeClr val="dk1"/>
    </dgm:txFillClrLst>
    <dgm:txEffectClrLst/>
  </dgm:styleLbl>
  <dgm:styleLbl name="solidAlignAcc1">
    <dgm:fillClrLst meth="repeat">
      <a:schemeClr val="lt1"/>
    </dgm:fillClrLst>
    <dgm:linClrLst meth="repeat">
      <a:schemeClr val="accent1"/>
    </dgm:linClrLst>
    <dgm:effectClrLst/>
    <dgm:txLinClrLst/>
    <dgm:txFillClrLst meth="repeat">
      <a:schemeClr val="dk1"/>
    </dgm:txFillClrLst>
    <dgm:txEffectClrLst/>
  </dgm:styleLbl>
  <dgm:styleLbl name="solidBgAcc1">
    <dgm:fillClrLst meth="repeat">
      <a:schemeClr val="lt1"/>
    </dgm:fillClrLst>
    <dgm:linClrLst meth="repeat">
      <a:schemeClr val="accent1"/>
    </dgm:linClrLst>
    <dgm:effectClrLst/>
    <dgm:txLinClrLst/>
    <dgm:txFillClrLst meth="repeat">
      <a:schemeClr val="dk1"/>
    </dgm:txFillClrLst>
    <dgm:txEffectClrLst/>
  </dgm:styleLbl>
  <dgm:styleLbl name="f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align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b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bgShp">
    <dgm:fillClrLst meth="repeat">
      <a:schemeClr val="accent1">
        <a:tint val="40000"/>
      </a:schemeClr>
    </dgm:fillClrLst>
    <dgm:linClrLst meth="repeat">
      <a:schemeClr val="accent1"/>
    </dgm:linClrLst>
    <dgm:effectClrLst/>
    <dgm:txLinClrLst/>
    <dgm:txFillClrLst meth="repeat">
      <a:schemeClr val="dk1"/>
    </dgm:txFillClrLst>
    <dgm:txEffectClrLst/>
  </dgm:styleLbl>
  <dgm:styleLbl name="dkBgShp">
    <dgm:fillClrLst meth="repeat">
      <a:schemeClr val="accent1">
        <a:shade val="80000"/>
      </a:schemeClr>
    </dgm:fillClrLst>
    <dgm:linClrLst meth="repeat">
      <a:schemeClr val="accent1"/>
    </dgm:linClrLst>
    <dgm:effectClrLst/>
    <dgm:txLinClrLst/>
    <dgm:txFillClrLst meth="repeat">
      <a:schemeClr val="lt1"/>
    </dgm:txFillClrLst>
    <dgm:txEffectClrLst/>
  </dgm:styleLbl>
  <dgm:styleLbl name="trBgShp">
    <dgm:fillClrLst meth="repeat">
      <a:schemeClr val="accent1">
        <a:tint val="50000"/>
        <a:alpha val="40000"/>
      </a:schemeClr>
    </dgm:fillClrLst>
    <dgm:linClrLst meth="repeat">
      <a:schemeClr val="accent1"/>
    </dgm:linClrLst>
    <dgm:effectClrLst/>
    <dgm:txLinClrLst/>
    <dgm:txFillClrLst meth="repeat">
      <a:schemeClr val="lt1"/>
    </dgm:txFillClrLst>
    <dgm:txEffectClrLst/>
  </dgm:styleLbl>
  <dgm:styleLbl name="fgShp">
    <dgm:fillClrLst meth="repeat">
      <a:schemeClr val="accent1">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data1.xml><?xml version="1.0" encoding="utf-8"?>
<dgm:dataModel xmlns:dgm="http://schemas.openxmlformats.org/drawingml/2006/diagram" xmlns:a="http://schemas.openxmlformats.org/drawingml/2006/main">
  <dgm:ptLst>
    <dgm:pt modelId="{C093F43C-5F64-4C72-912D-A3D1FFF41476}" type="doc">
      <dgm:prSet loTypeId="urn:microsoft.com/office/officeart/2005/8/layout/list1" loCatId="list" qsTypeId="urn:microsoft.com/office/officeart/2005/8/quickstyle/simple1" qsCatId="simple" csTypeId="urn:microsoft.com/office/officeart/2005/8/colors/accent1_2" csCatId="accent1" phldr="1"/>
      <dgm:spPr/>
      <dgm:t>
        <a:bodyPr/>
        <a:lstStyle/>
        <a:p>
          <a:endParaRPr lang="en-US"/>
        </a:p>
      </dgm:t>
    </dgm:pt>
    <dgm:pt modelId="{C42F6B5D-0160-4577-AFB2-5A0FF7E3E0E0}">
      <dgm:prSet/>
      <dgm:spPr/>
      <dgm:t>
        <a:bodyPr/>
        <a:lstStyle/>
        <a:p>
          <a:r>
            <a:rPr lang="en-US" dirty="0"/>
            <a:t>Different Sharding Techniques (Previous Work)</a:t>
          </a:r>
        </a:p>
      </dgm:t>
    </dgm:pt>
    <dgm:pt modelId="{547A6CAF-2237-4AF8-A25D-B86DDE8CAA3F}" type="parTrans" cxnId="{33DDF613-3B84-4ED8-AEB0-29F7A3819E98}">
      <dgm:prSet/>
      <dgm:spPr/>
      <dgm:t>
        <a:bodyPr/>
        <a:lstStyle/>
        <a:p>
          <a:endParaRPr lang="en-US"/>
        </a:p>
      </dgm:t>
    </dgm:pt>
    <dgm:pt modelId="{0217B84B-ECB5-4090-AD98-3F66F3882DC9}" type="sibTrans" cxnId="{33DDF613-3B84-4ED8-AEB0-29F7A3819E98}">
      <dgm:prSet/>
      <dgm:spPr/>
      <dgm:t>
        <a:bodyPr/>
        <a:lstStyle/>
        <a:p>
          <a:endParaRPr lang="en-US"/>
        </a:p>
      </dgm:t>
    </dgm:pt>
    <dgm:pt modelId="{BD23E229-667D-D94C-A4BC-91F884BE48F7}">
      <dgm:prSet/>
      <dgm:spPr/>
      <dgm:t>
        <a:bodyPr/>
        <a:lstStyle/>
        <a:p>
          <a:r>
            <a:rPr lang="en-US" dirty="0"/>
            <a:t>Our Approach - Introduction</a:t>
          </a:r>
        </a:p>
      </dgm:t>
    </dgm:pt>
    <dgm:pt modelId="{AF382037-774B-CC43-BE90-7951340E2D0E}" type="parTrans" cxnId="{2A844506-17ED-D947-8240-80102E10BD0F}">
      <dgm:prSet/>
      <dgm:spPr/>
      <dgm:t>
        <a:bodyPr/>
        <a:lstStyle/>
        <a:p>
          <a:endParaRPr lang="en-US"/>
        </a:p>
      </dgm:t>
    </dgm:pt>
    <dgm:pt modelId="{077D5E88-A08A-F248-8488-A6F14D9B2B07}" type="sibTrans" cxnId="{2A844506-17ED-D947-8240-80102E10BD0F}">
      <dgm:prSet/>
      <dgm:spPr/>
      <dgm:t>
        <a:bodyPr/>
        <a:lstStyle/>
        <a:p>
          <a:endParaRPr lang="en-US"/>
        </a:p>
      </dgm:t>
    </dgm:pt>
    <dgm:pt modelId="{6CDA2974-8F3F-464C-9B81-13310352733B}">
      <dgm:prSet/>
      <dgm:spPr/>
      <dgm:t>
        <a:bodyPr/>
        <a:lstStyle/>
        <a:p>
          <a:r>
            <a:rPr lang="en-US" dirty="0"/>
            <a:t>Our Approach - Design</a:t>
          </a:r>
        </a:p>
      </dgm:t>
    </dgm:pt>
    <dgm:pt modelId="{2CD8D7C5-1ED9-274F-B765-840D62261055}" type="parTrans" cxnId="{7810C138-2361-0B42-87BC-C5FF632DD028}">
      <dgm:prSet/>
      <dgm:spPr/>
      <dgm:t>
        <a:bodyPr/>
        <a:lstStyle/>
        <a:p>
          <a:endParaRPr lang="en-US"/>
        </a:p>
      </dgm:t>
    </dgm:pt>
    <dgm:pt modelId="{874468A7-2C8A-1747-A504-EA7967D9C1F5}" type="sibTrans" cxnId="{7810C138-2361-0B42-87BC-C5FF632DD028}">
      <dgm:prSet/>
      <dgm:spPr/>
      <dgm:t>
        <a:bodyPr/>
        <a:lstStyle/>
        <a:p>
          <a:endParaRPr lang="en-US"/>
        </a:p>
      </dgm:t>
    </dgm:pt>
    <dgm:pt modelId="{A5CBE1C3-EE8B-4146-9467-B9BE339AAD78}">
      <dgm:prSet/>
      <dgm:spPr/>
      <dgm:t>
        <a:bodyPr/>
        <a:lstStyle/>
        <a:p>
          <a:r>
            <a:rPr lang="en-US" dirty="0"/>
            <a:t>Our Approach - Results of Simulation</a:t>
          </a:r>
        </a:p>
      </dgm:t>
    </dgm:pt>
    <dgm:pt modelId="{D09ED121-4A6A-064F-99AE-0B27AFD560CE}" type="parTrans" cxnId="{ADA9FE81-3FAB-F049-8B39-D7206E1D3AED}">
      <dgm:prSet/>
      <dgm:spPr/>
      <dgm:t>
        <a:bodyPr/>
        <a:lstStyle/>
        <a:p>
          <a:endParaRPr lang="en-US"/>
        </a:p>
      </dgm:t>
    </dgm:pt>
    <dgm:pt modelId="{D3AC8D48-23CB-CD4C-A8CC-D843353C02AF}" type="sibTrans" cxnId="{ADA9FE81-3FAB-F049-8B39-D7206E1D3AED}">
      <dgm:prSet/>
      <dgm:spPr/>
      <dgm:t>
        <a:bodyPr/>
        <a:lstStyle/>
        <a:p>
          <a:endParaRPr lang="en-US"/>
        </a:p>
      </dgm:t>
    </dgm:pt>
    <dgm:pt modelId="{066912EB-0EF6-6549-B831-D2A93AB03E5A}">
      <dgm:prSet/>
      <dgm:spPr/>
      <dgm:t>
        <a:bodyPr/>
        <a:lstStyle/>
        <a:p>
          <a:r>
            <a:rPr lang="en-US" dirty="0"/>
            <a:t>Future</a:t>
          </a:r>
        </a:p>
      </dgm:t>
    </dgm:pt>
    <dgm:pt modelId="{D6A7660C-B01E-6549-AE9E-EB3D5C540D25}" type="parTrans" cxnId="{C207D269-73E8-654E-A0A1-9AFD1C68BAE2}">
      <dgm:prSet/>
      <dgm:spPr/>
      <dgm:t>
        <a:bodyPr/>
        <a:lstStyle/>
        <a:p>
          <a:endParaRPr lang="en-US"/>
        </a:p>
      </dgm:t>
    </dgm:pt>
    <dgm:pt modelId="{51CDFE0E-FB0B-9946-9D71-7EEA1C9D9F09}" type="sibTrans" cxnId="{C207D269-73E8-654E-A0A1-9AFD1C68BAE2}">
      <dgm:prSet/>
      <dgm:spPr/>
      <dgm:t>
        <a:bodyPr/>
        <a:lstStyle/>
        <a:p>
          <a:endParaRPr lang="en-US"/>
        </a:p>
      </dgm:t>
    </dgm:pt>
    <dgm:pt modelId="{427CE78B-7A5E-7E41-B49F-DDD9A80BD488}">
      <dgm:prSet/>
      <dgm:spPr/>
      <dgm:t>
        <a:bodyPr/>
        <a:lstStyle/>
        <a:p>
          <a:r>
            <a:rPr lang="en-US" dirty="0"/>
            <a:t>What is blockchain Sharding</a:t>
          </a:r>
        </a:p>
      </dgm:t>
    </dgm:pt>
    <dgm:pt modelId="{2EA4D9EE-C543-C547-B686-797FE2136265}" type="parTrans" cxnId="{9B2636CD-5793-B340-B4E7-DFD1EDA80900}">
      <dgm:prSet/>
      <dgm:spPr/>
      <dgm:t>
        <a:bodyPr/>
        <a:lstStyle/>
        <a:p>
          <a:endParaRPr lang="en-US"/>
        </a:p>
      </dgm:t>
    </dgm:pt>
    <dgm:pt modelId="{8B34CA94-E046-074D-B057-F3E7D9BCB0F7}" type="sibTrans" cxnId="{9B2636CD-5793-B340-B4E7-DFD1EDA80900}">
      <dgm:prSet/>
      <dgm:spPr/>
      <dgm:t>
        <a:bodyPr/>
        <a:lstStyle/>
        <a:p>
          <a:endParaRPr lang="en-US"/>
        </a:p>
      </dgm:t>
    </dgm:pt>
    <dgm:pt modelId="{57E05296-32A5-154E-BFCD-827094DF3837}">
      <dgm:prSet/>
      <dgm:spPr/>
      <dgm:t>
        <a:bodyPr/>
        <a:lstStyle/>
        <a:p>
          <a:r>
            <a:rPr lang="en-US" dirty="0"/>
            <a:t>Our Approach - Tool Validation</a:t>
          </a:r>
        </a:p>
      </dgm:t>
    </dgm:pt>
    <dgm:pt modelId="{AA687259-FAD1-A542-8CB4-3CF5454E3788}" type="parTrans" cxnId="{2B5B73EA-34D1-8942-BD0C-5CC7460B743D}">
      <dgm:prSet/>
      <dgm:spPr/>
      <dgm:t>
        <a:bodyPr/>
        <a:lstStyle/>
        <a:p>
          <a:endParaRPr lang="en-US"/>
        </a:p>
      </dgm:t>
    </dgm:pt>
    <dgm:pt modelId="{FC9659B3-5E12-C741-AB6D-8236A8ABDE57}" type="sibTrans" cxnId="{2B5B73EA-34D1-8942-BD0C-5CC7460B743D}">
      <dgm:prSet/>
      <dgm:spPr/>
      <dgm:t>
        <a:bodyPr/>
        <a:lstStyle/>
        <a:p>
          <a:endParaRPr lang="en-US"/>
        </a:p>
      </dgm:t>
    </dgm:pt>
    <dgm:pt modelId="{3F22DBF4-0693-364F-97F3-742C82F954A4}">
      <dgm:prSet/>
      <dgm:spPr/>
      <dgm:t>
        <a:bodyPr/>
        <a:lstStyle/>
        <a:p>
          <a:r>
            <a:rPr lang="en-US" dirty="0"/>
            <a:t>Non-sharded Comparison</a:t>
          </a:r>
        </a:p>
      </dgm:t>
    </dgm:pt>
    <dgm:pt modelId="{F8762A7B-D8BC-6D4D-84BA-8F9E62DC6B1F}" type="parTrans" cxnId="{AE63D8E5-B4DC-9847-BCCF-AE1B2FA687B2}">
      <dgm:prSet/>
      <dgm:spPr/>
      <dgm:t>
        <a:bodyPr/>
        <a:lstStyle/>
        <a:p>
          <a:endParaRPr lang="en-US"/>
        </a:p>
      </dgm:t>
    </dgm:pt>
    <dgm:pt modelId="{EAF10CC5-0697-8A43-AADE-0FBC8623CA54}" type="sibTrans" cxnId="{AE63D8E5-B4DC-9847-BCCF-AE1B2FA687B2}">
      <dgm:prSet/>
      <dgm:spPr/>
      <dgm:t>
        <a:bodyPr/>
        <a:lstStyle/>
        <a:p>
          <a:endParaRPr lang="en-US"/>
        </a:p>
      </dgm:t>
    </dgm:pt>
    <dgm:pt modelId="{5CD69F4E-06B1-A546-875D-E25A4542421D}">
      <dgm:prSet/>
      <dgm:spPr/>
      <dgm:t>
        <a:bodyPr/>
        <a:lstStyle/>
        <a:p>
          <a:r>
            <a:rPr lang="en-US" dirty="0"/>
            <a:t>Motivation</a:t>
          </a:r>
        </a:p>
      </dgm:t>
    </dgm:pt>
    <dgm:pt modelId="{C5DD9E95-23C4-944F-B357-270F8A3D3291}" type="parTrans" cxnId="{ABE8ACA6-B846-6545-99EE-25A9263E475B}">
      <dgm:prSet/>
      <dgm:spPr/>
      <dgm:t>
        <a:bodyPr/>
        <a:lstStyle/>
        <a:p>
          <a:endParaRPr lang="en-US"/>
        </a:p>
      </dgm:t>
    </dgm:pt>
    <dgm:pt modelId="{1B01CF20-6301-4149-A607-ADDEA8A07BBB}" type="sibTrans" cxnId="{ABE8ACA6-B846-6545-99EE-25A9263E475B}">
      <dgm:prSet/>
      <dgm:spPr/>
      <dgm:t>
        <a:bodyPr/>
        <a:lstStyle/>
        <a:p>
          <a:endParaRPr lang="en-US"/>
        </a:p>
      </dgm:t>
    </dgm:pt>
    <dgm:pt modelId="{7CD32759-689F-8045-A8D8-22AED9CC36B7}" type="pres">
      <dgm:prSet presAssocID="{C093F43C-5F64-4C72-912D-A3D1FFF41476}" presName="linear" presStyleCnt="0">
        <dgm:presLayoutVars>
          <dgm:dir/>
          <dgm:animLvl val="lvl"/>
          <dgm:resizeHandles val="exact"/>
        </dgm:presLayoutVars>
      </dgm:prSet>
      <dgm:spPr/>
    </dgm:pt>
    <dgm:pt modelId="{3166AA76-9419-E94A-B81A-770811D8C55B}" type="pres">
      <dgm:prSet presAssocID="{5CD69F4E-06B1-A546-875D-E25A4542421D}" presName="parentLin" presStyleCnt="0"/>
      <dgm:spPr/>
    </dgm:pt>
    <dgm:pt modelId="{86AA2BF6-1F0C-CC46-9054-75742ED4305D}" type="pres">
      <dgm:prSet presAssocID="{5CD69F4E-06B1-A546-875D-E25A4542421D}" presName="parentLeftMargin" presStyleLbl="node1" presStyleIdx="0" presStyleCnt="9"/>
      <dgm:spPr/>
    </dgm:pt>
    <dgm:pt modelId="{37D73F24-C90D-B54D-8391-80471F743FD3}" type="pres">
      <dgm:prSet presAssocID="{5CD69F4E-06B1-A546-875D-E25A4542421D}" presName="parentText" presStyleLbl="node1" presStyleIdx="0" presStyleCnt="9">
        <dgm:presLayoutVars>
          <dgm:chMax val="0"/>
          <dgm:bulletEnabled val="1"/>
        </dgm:presLayoutVars>
      </dgm:prSet>
      <dgm:spPr/>
    </dgm:pt>
    <dgm:pt modelId="{0A84AAB1-CDD1-4841-8638-A4DD4290428E}" type="pres">
      <dgm:prSet presAssocID="{5CD69F4E-06B1-A546-875D-E25A4542421D}" presName="negativeSpace" presStyleCnt="0"/>
      <dgm:spPr/>
    </dgm:pt>
    <dgm:pt modelId="{C6667CAA-BBC9-3047-A150-5D2AFCF1786E}" type="pres">
      <dgm:prSet presAssocID="{5CD69F4E-06B1-A546-875D-E25A4542421D}" presName="childText" presStyleLbl="conFgAcc1" presStyleIdx="0" presStyleCnt="9">
        <dgm:presLayoutVars>
          <dgm:bulletEnabled val="1"/>
        </dgm:presLayoutVars>
      </dgm:prSet>
      <dgm:spPr/>
    </dgm:pt>
    <dgm:pt modelId="{DD0F0E40-3187-A94D-A14B-216B718C7E40}" type="pres">
      <dgm:prSet presAssocID="{1B01CF20-6301-4149-A607-ADDEA8A07BBB}" presName="spaceBetweenRectangles" presStyleCnt="0"/>
      <dgm:spPr/>
    </dgm:pt>
    <dgm:pt modelId="{BC525F6C-1E0A-3143-A80A-CD6FDCC9B3BF}" type="pres">
      <dgm:prSet presAssocID="{427CE78B-7A5E-7E41-B49F-DDD9A80BD488}" presName="parentLin" presStyleCnt="0"/>
      <dgm:spPr/>
    </dgm:pt>
    <dgm:pt modelId="{775328BE-3C9D-4849-BFC3-563F61494D82}" type="pres">
      <dgm:prSet presAssocID="{427CE78B-7A5E-7E41-B49F-DDD9A80BD488}" presName="parentLeftMargin" presStyleLbl="node1" presStyleIdx="0" presStyleCnt="9"/>
      <dgm:spPr/>
    </dgm:pt>
    <dgm:pt modelId="{E5B973E4-7C08-E14F-811D-5CCE8C5784A4}" type="pres">
      <dgm:prSet presAssocID="{427CE78B-7A5E-7E41-B49F-DDD9A80BD488}" presName="parentText" presStyleLbl="node1" presStyleIdx="1" presStyleCnt="9">
        <dgm:presLayoutVars>
          <dgm:chMax val="0"/>
          <dgm:bulletEnabled val="1"/>
        </dgm:presLayoutVars>
      </dgm:prSet>
      <dgm:spPr/>
    </dgm:pt>
    <dgm:pt modelId="{28072B63-0967-7D4C-9091-726D3EABDC78}" type="pres">
      <dgm:prSet presAssocID="{427CE78B-7A5E-7E41-B49F-DDD9A80BD488}" presName="negativeSpace" presStyleCnt="0"/>
      <dgm:spPr/>
    </dgm:pt>
    <dgm:pt modelId="{2D82CE7C-9CE4-104B-A72B-987F6DCCFF29}" type="pres">
      <dgm:prSet presAssocID="{427CE78B-7A5E-7E41-B49F-DDD9A80BD488}" presName="childText" presStyleLbl="conFgAcc1" presStyleIdx="1" presStyleCnt="9">
        <dgm:presLayoutVars>
          <dgm:bulletEnabled val="1"/>
        </dgm:presLayoutVars>
      </dgm:prSet>
      <dgm:spPr/>
    </dgm:pt>
    <dgm:pt modelId="{260C9942-44C3-4D4C-890C-BEDB50F1A6B8}" type="pres">
      <dgm:prSet presAssocID="{8B34CA94-E046-074D-B057-F3E7D9BCB0F7}" presName="spaceBetweenRectangles" presStyleCnt="0"/>
      <dgm:spPr/>
    </dgm:pt>
    <dgm:pt modelId="{5178BCCA-D460-9744-8714-0307913796FC}" type="pres">
      <dgm:prSet presAssocID="{C42F6B5D-0160-4577-AFB2-5A0FF7E3E0E0}" presName="parentLin" presStyleCnt="0"/>
      <dgm:spPr/>
    </dgm:pt>
    <dgm:pt modelId="{D24BD861-D5CE-F64C-B06D-4019F4D8EC19}" type="pres">
      <dgm:prSet presAssocID="{C42F6B5D-0160-4577-AFB2-5A0FF7E3E0E0}" presName="parentLeftMargin" presStyleLbl="node1" presStyleIdx="1" presStyleCnt="9"/>
      <dgm:spPr/>
    </dgm:pt>
    <dgm:pt modelId="{DDBC9B61-E6FA-264B-802D-343CCD9815C1}" type="pres">
      <dgm:prSet presAssocID="{C42F6B5D-0160-4577-AFB2-5A0FF7E3E0E0}" presName="parentText" presStyleLbl="node1" presStyleIdx="2" presStyleCnt="9">
        <dgm:presLayoutVars>
          <dgm:chMax val="0"/>
          <dgm:bulletEnabled val="1"/>
        </dgm:presLayoutVars>
      </dgm:prSet>
      <dgm:spPr/>
    </dgm:pt>
    <dgm:pt modelId="{6367AF1E-3F1F-C74C-BEBE-5349DF963236}" type="pres">
      <dgm:prSet presAssocID="{C42F6B5D-0160-4577-AFB2-5A0FF7E3E0E0}" presName="negativeSpace" presStyleCnt="0"/>
      <dgm:spPr/>
    </dgm:pt>
    <dgm:pt modelId="{0393A57A-D099-1747-BCDE-6B0A99DAA7A6}" type="pres">
      <dgm:prSet presAssocID="{C42F6B5D-0160-4577-AFB2-5A0FF7E3E0E0}" presName="childText" presStyleLbl="conFgAcc1" presStyleIdx="2" presStyleCnt="9">
        <dgm:presLayoutVars>
          <dgm:bulletEnabled val="1"/>
        </dgm:presLayoutVars>
      </dgm:prSet>
      <dgm:spPr/>
    </dgm:pt>
    <dgm:pt modelId="{89AB72C6-104E-F745-9AE9-32AA132E9A97}" type="pres">
      <dgm:prSet presAssocID="{0217B84B-ECB5-4090-AD98-3F66F3882DC9}" presName="spaceBetweenRectangles" presStyleCnt="0"/>
      <dgm:spPr/>
    </dgm:pt>
    <dgm:pt modelId="{36653964-1543-4947-A166-82655116863A}" type="pres">
      <dgm:prSet presAssocID="{BD23E229-667D-D94C-A4BC-91F884BE48F7}" presName="parentLin" presStyleCnt="0"/>
      <dgm:spPr/>
    </dgm:pt>
    <dgm:pt modelId="{F171E06A-879C-074C-B93D-D1D8B32D2ED8}" type="pres">
      <dgm:prSet presAssocID="{BD23E229-667D-D94C-A4BC-91F884BE48F7}" presName="parentLeftMargin" presStyleLbl="node1" presStyleIdx="2" presStyleCnt="9"/>
      <dgm:spPr/>
    </dgm:pt>
    <dgm:pt modelId="{90BE4203-01B7-F04E-9B4E-AEC1E7206DFC}" type="pres">
      <dgm:prSet presAssocID="{BD23E229-667D-D94C-A4BC-91F884BE48F7}" presName="parentText" presStyleLbl="node1" presStyleIdx="3" presStyleCnt="9">
        <dgm:presLayoutVars>
          <dgm:chMax val="0"/>
          <dgm:bulletEnabled val="1"/>
        </dgm:presLayoutVars>
      </dgm:prSet>
      <dgm:spPr/>
    </dgm:pt>
    <dgm:pt modelId="{AE8A460D-8467-A441-9033-8C0C3EA032E1}" type="pres">
      <dgm:prSet presAssocID="{BD23E229-667D-D94C-A4BC-91F884BE48F7}" presName="negativeSpace" presStyleCnt="0"/>
      <dgm:spPr/>
    </dgm:pt>
    <dgm:pt modelId="{A55422D4-2B75-D44A-87BA-18A3ECA4C122}" type="pres">
      <dgm:prSet presAssocID="{BD23E229-667D-D94C-A4BC-91F884BE48F7}" presName="childText" presStyleLbl="conFgAcc1" presStyleIdx="3" presStyleCnt="9">
        <dgm:presLayoutVars>
          <dgm:bulletEnabled val="1"/>
        </dgm:presLayoutVars>
      </dgm:prSet>
      <dgm:spPr/>
    </dgm:pt>
    <dgm:pt modelId="{28C8AAC1-71CF-FF42-BFE2-9914C90B6BAC}" type="pres">
      <dgm:prSet presAssocID="{077D5E88-A08A-F248-8488-A6F14D9B2B07}" presName="spaceBetweenRectangles" presStyleCnt="0"/>
      <dgm:spPr/>
    </dgm:pt>
    <dgm:pt modelId="{2D6435E3-DE84-804C-9876-75BCD8EB5922}" type="pres">
      <dgm:prSet presAssocID="{6CDA2974-8F3F-464C-9B81-13310352733B}" presName="parentLin" presStyleCnt="0"/>
      <dgm:spPr/>
    </dgm:pt>
    <dgm:pt modelId="{19FB0EDC-928B-CC47-AF1B-8F20E58031DF}" type="pres">
      <dgm:prSet presAssocID="{6CDA2974-8F3F-464C-9B81-13310352733B}" presName="parentLeftMargin" presStyleLbl="node1" presStyleIdx="3" presStyleCnt="9"/>
      <dgm:spPr/>
    </dgm:pt>
    <dgm:pt modelId="{AD55BB49-26A4-044F-8C89-E1CD7B85D027}" type="pres">
      <dgm:prSet presAssocID="{6CDA2974-8F3F-464C-9B81-13310352733B}" presName="parentText" presStyleLbl="node1" presStyleIdx="4" presStyleCnt="9">
        <dgm:presLayoutVars>
          <dgm:chMax val="0"/>
          <dgm:bulletEnabled val="1"/>
        </dgm:presLayoutVars>
      </dgm:prSet>
      <dgm:spPr/>
    </dgm:pt>
    <dgm:pt modelId="{D2953D9B-C05E-6E40-B2D7-1ACBE6B610E3}" type="pres">
      <dgm:prSet presAssocID="{6CDA2974-8F3F-464C-9B81-13310352733B}" presName="negativeSpace" presStyleCnt="0"/>
      <dgm:spPr/>
    </dgm:pt>
    <dgm:pt modelId="{76CE06D4-B8F4-654D-A376-0BA9F4A261FD}" type="pres">
      <dgm:prSet presAssocID="{6CDA2974-8F3F-464C-9B81-13310352733B}" presName="childText" presStyleLbl="conFgAcc1" presStyleIdx="4" presStyleCnt="9">
        <dgm:presLayoutVars>
          <dgm:bulletEnabled val="1"/>
        </dgm:presLayoutVars>
      </dgm:prSet>
      <dgm:spPr/>
    </dgm:pt>
    <dgm:pt modelId="{8470E169-FDF4-AD45-8178-8EAF053C9100}" type="pres">
      <dgm:prSet presAssocID="{874468A7-2C8A-1747-A504-EA7967D9C1F5}" presName="spaceBetweenRectangles" presStyleCnt="0"/>
      <dgm:spPr/>
    </dgm:pt>
    <dgm:pt modelId="{8CEC6563-523F-D548-9467-1BB1CB298A78}" type="pres">
      <dgm:prSet presAssocID="{57E05296-32A5-154E-BFCD-827094DF3837}" presName="parentLin" presStyleCnt="0"/>
      <dgm:spPr/>
    </dgm:pt>
    <dgm:pt modelId="{7C27F76F-B1C3-5F4E-8E71-6AA0D5F7860E}" type="pres">
      <dgm:prSet presAssocID="{57E05296-32A5-154E-BFCD-827094DF3837}" presName="parentLeftMargin" presStyleLbl="node1" presStyleIdx="4" presStyleCnt="9"/>
      <dgm:spPr/>
    </dgm:pt>
    <dgm:pt modelId="{3CFB4F74-570E-C149-8508-20E1E642C014}" type="pres">
      <dgm:prSet presAssocID="{57E05296-32A5-154E-BFCD-827094DF3837}" presName="parentText" presStyleLbl="node1" presStyleIdx="5" presStyleCnt="9">
        <dgm:presLayoutVars>
          <dgm:chMax val="0"/>
          <dgm:bulletEnabled val="1"/>
        </dgm:presLayoutVars>
      </dgm:prSet>
      <dgm:spPr/>
    </dgm:pt>
    <dgm:pt modelId="{EEF0D2F8-5E5A-A148-AC70-8E2B76132663}" type="pres">
      <dgm:prSet presAssocID="{57E05296-32A5-154E-BFCD-827094DF3837}" presName="negativeSpace" presStyleCnt="0"/>
      <dgm:spPr/>
    </dgm:pt>
    <dgm:pt modelId="{F6E817E7-7B80-FE44-815E-A7397D4019AF}" type="pres">
      <dgm:prSet presAssocID="{57E05296-32A5-154E-BFCD-827094DF3837}" presName="childText" presStyleLbl="conFgAcc1" presStyleIdx="5" presStyleCnt="9">
        <dgm:presLayoutVars>
          <dgm:bulletEnabled val="1"/>
        </dgm:presLayoutVars>
      </dgm:prSet>
      <dgm:spPr/>
    </dgm:pt>
    <dgm:pt modelId="{D7E0242E-7A67-EF4B-BF78-FBA296459243}" type="pres">
      <dgm:prSet presAssocID="{FC9659B3-5E12-C741-AB6D-8236A8ABDE57}" presName="spaceBetweenRectangles" presStyleCnt="0"/>
      <dgm:spPr/>
    </dgm:pt>
    <dgm:pt modelId="{4255C309-334F-C34C-81AE-399AC9E4E125}" type="pres">
      <dgm:prSet presAssocID="{3F22DBF4-0693-364F-97F3-742C82F954A4}" presName="parentLin" presStyleCnt="0"/>
      <dgm:spPr/>
    </dgm:pt>
    <dgm:pt modelId="{BAD7F5D1-5C2C-9844-B919-9BB79A88753E}" type="pres">
      <dgm:prSet presAssocID="{3F22DBF4-0693-364F-97F3-742C82F954A4}" presName="parentLeftMargin" presStyleLbl="node1" presStyleIdx="5" presStyleCnt="9"/>
      <dgm:spPr/>
    </dgm:pt>
    <dgm:pt modelId="{CC22C0E1-F879-4A4A-B411-30BB45F6D617}" type="pres">
      <dgm:prSet presAssocID="{3F22DBF4-0693-364F-97F3-742C82F954A4}" presName="parentText" presStyleLbl="node1" presStyleIdx="6" presStyleCnt="9">
        <dgm:presLayoutVars>
          <dgm:chMax val="0"/>
          <dgm:bulletEnabled val="1"/>
        </dgm:presLayoutVars>
      </dgm:prSet>
      <dgm:spPr/>
    </dgm:pt>
    <dgm:pt modelId="{BE004696-4939-6949-B309-42CCFF8467A2}" type="pres">
      <dgm:prSet presAssocID="{3F22DBF4-0693-364F-97F3-742C82F954A4}" presName="negativeSpace" presStyleCnt="0"/>
      <dgm:spPr/>
    </dgm:pt>
    <dgm:pt modelId="{79F43105-C517-6446-9E99-FCE78E92078C}" type="pres">
      <dgm:prSet presAssocID="{3F22DBF4-0693-364F-97F3-742C82F954A4}" presName="childText" presStyleLbl="conFgAcc1" presStyleIdx="6" presStyleCnt="9">
        <dgm:presLayoutVars>
          <dgm:bulletEnabled val="1"/>
        </dgm:presLayoutVars>
      </dgm:prSet>
      <dgm:spPr/>
    </dgm:pt>
    <dgm:pt modelId="{DE581A4C-007A-9847-874B-2E6C9BC58AE4}" type="pres">
      <dgm:prSet presAssocID="{EAF10CC5-0697-8A43-AADE-0FBC8623CA54}" presName="spaceBetweenRectangles" presStyleCnt="0"/>
      <dgm:spPr/>
    </dgm:pt>
    <dgm:pt modelId="{F5C4986B-16C9-8A4D-8092-F83B6AF5AF09}" type="pres">
      <dgm:prSet presAssocID="{A5CBE1C3-EE8B-4146-9467-B9BE339AAD78}" presName="parentLin" presStyleCnt="0"/>
      <dgm:spPr/>
    </dgm:pt>
    <dgm:pt modelId="{83C27CAE-248E-B048-9CE9-1D8334862316}" type="pres">
      <dgm:prSet presAssocID="{A5CBE1C3-EE8B-4146-9467-B9BE339AAD78}" presName="parentLeftMargin" presStyleLbl="node1" presStyleIdx="6" presStyleCnt="9"/>
      <dgm:spPr/>
    </dgm:pt>
    <dgm:pt modelId="{10046BD4-31BB-4643-BF16-129E42BE4668}" type="pres">
      <dgm:prSet presAssocID="{A5CBE1C3-EE8B-4146-9467-B9BE339AAD78}" presName="parentText" presStyleLbl="node1" presStyleIdx="7" presStyleCnt="9">
        <dgm:presLayoutVars>
          <dgm:chMax val="0"/>
          <dgm:bulletEnabled val="1"/>
        </dgm:presLayoutVars>
      </dgm:prSet>
      <dgm:spPr/>
    </dgm:pt>
    <dgm:pt modelId="{100AF59F-CABB-2F40-AE77-E3EE44586462}" type="pres">
      <dgm:prSet presAssocID="{A5CBE1C3-EE8B-4146-9467-B9BE339AAD78}" presName="negativeSpace" presStyleCnt="0"/>
      <dgm:spPr/>
    </dgm:pt>
    <dgm:pt modelId="{9B3A27F3-BF7A-D54E-B78D-A45A8550675C}" type="pres">
      <dgm:prSet presAssocID="{A5CBE1C3-EE8B-4146-9467-B9BE339AAD78}" presName="childText" presStyleLbl="conFgAcc1" presStyleIdx="7" presStyleCnt="9">
        <dgm:presLayoutVars>
          <dgm:bulletEnabled val="1"/>
        </dgm:presLayoutVars>
      </dgm:prSet>
      <dgm:spPr/>
    </dgm:pt>
    <dgm:pt modelId="{7F312FC1-0860-4041-BF63-C89D4068635C}" type="pres">
      <dgm:prSet presAssocID="{D3AC8D48-23CB-CD4C-A8CC-D843353C02AF}" presName="spaceBetweenRectangles" presStyleCnt="0"/>
      <dgm:spPr/>
    </dgm:pt>
    <dgm:pt modelId="{C8D0F13F-AA5B-E44F-83DA-474230AEF952}" type="pres">
      <dgm:prSet presAssocID="{066912EB-0EF6-6549-B831-D2A93AB03E5A}" presName="parentLin" presStyleCnt="0"/>
      <dgm:spPr/>
    </dgm:pt>
    <dgm:pt modelId="{560474A2-DC53-D848-BFEB-B11810C6972C}" type="pres">
      <dgm:prSet presAssocID="{066912EB-0EF6-6549-B831-D2A93AB03E5A}" presName="parentLeftMargin" presStyleLbl="node1" presStyleIdx="7" presStyleCnt="9"/>
      <dgm:spPr/>
    </dgm:pt>
    <dgm:pt modelId="{4A6B93BA-BF8D-524F-BEEA-0C08CDE8D69E}" type="pres">
      <dgm:prSet presAssocID="{066912EB-0EF6-6549-B831-D2A93AB03E5A}" presName="parentText" presStyleLbl="node1" presStyleIdx="8" presStyleCnt="9">
        <dgm:presLayoutVars>
          <dgm:chMax val="0"/>
          <dgm:bulletEnabled val="1"/>
        </dgm:presLayoutVars>
      </dgm:prSet>
      <dgm:spPr/>
    </dgm:pt>
    <dgm:pt modelId="{546FA372-65BD-DF42-880B-03F33A621B50}" type="pres">
      <dgm:prSet presAssocID="{066912EB-0EF6-6549-B831-D2A93AB03E5A}" presName="negativeSpace" presStyleCnt="0"/>
      <dgm:spPr/>
    </dgm:pt>
    <dgm:pt modelId="{ED892F40-7FD4-7C45-9334-9458ACAB793B}" type="pres">
      <dgm:prSet presAssocID="{066912EB-0EF6-6549-B831-D2A93AB03E5A}" presName="childText" presStyleLbl="conFgAcc1" presStyleIdx="8" presStyleCnt="9">
        <dgm:presLayoutVars>
          <dgm:bulletEnabled val="1"/>
        </dgm:presLayoutVars>
      </dgm:prSet>
      <dgm:spPr/>
    </dgm:pt>
  </dgm:ptLst>
  <dgm:cxnLst>
    <dgm:cxn modelId="{5561A500-0104-E144-8B64-9F209FF77E2C}" type="presOf" srcId="{427CE78B-7A5E-7E41-B49F-DDD9A80BD488}" destId="{E5B973E4-7C08-E14F-811D-5CCE8C5784A4}" srcOrd="1" destOrd="0" presId="urn:microsoft.com/office/officeart/2005/8/layout/list1"/>
    <dgm:cxn modelId="{2A844506-17ED-D947-8240-80102E10BD0F}" srcId="{C093F43C-5F64-4C72-912D-A3D1FFF41476}" destId="{BD23E229-667D-D94C-A4BC-91F884BE48F7}" srcOrd="3" destOrd="0" parTransId="{AF382037-774B-CC43-BE90-7951340E2D0E}" sibTransId="{077D5E88-A08A-F248-8488-A6F14D9B2B07}"/>
    <dgm:cxn modelId="{33DDF613-3B84-4ED8-AEB0-29F7A3819E98}" srcId="{C093F43C-5F64-4C72-912D-A3D1FFF41476}" destId="{C42F6B5D-0160-4577-AFB2-5A0FF7E3E0E0}" srcOrd="2" destOrd="0" parTransId="{547A6CAF-2237-4AF8-A25D-B86DDE8CAA3F}" sibTransId="{0217B84B-ECB5-4090-AD98-3F66F3882DC9}"/>
    <dgm:cxn modelId="{EDD1E924-1D2E-B64A-9EC8-FA64AF9B42D9}" type="presOf" srcId="{BD23E229-667D-D94C-A4BC-91F884BE48F7}" destId="{90BE4203-01B7-F04E-9B4E-AEC1E7206DFC}" srcOrd="1" destOrd="0" presId="urn:microsoft.com/office/officeart/2005/8/layout/list1"/>
    <dgm:cxn modelId="{7810C138-2361-0B42-87BC-C5FF632DD028}" srcId="{C093F43C-5F64-4C72-912D-A3D1FFF41476}" destId="{6CDA2974-8F3F-464C-9B81-13310352733B}" srcOrd="4" destOrd="0" parTransId="{2CD8D7C5-1ED9-274F-B765-840D62261055}" sibTransId="{874468A7-2C8A-1747-A504-EA7967D9C1F5}"/>
    <dgm:cxn modelId="{FD746943-4D0C-8B41-B958-325F946C1D4F}" type="presOf" srcId="{6CDA2974-8F3F-464C-9B81-13310352733B}" destId="{AD55BB49-26A4-044F-8C89-E1CD7B85D027}" srcOrd="1" destOrd="0" presId="urn:microsoft.com/office/officeart/2005/8/layout/list1"/>
    <dgm:cxn modelId="{500B5A57-2214-304C-83F5-30798B260551}" type="presOf" srcId="{5CD69F4E-06B1-A546-875D-E25A4542421D}" destId="{86AA2BF6-1F0C-CC46-9054-75742ED4305D}" srcOrd="0" destOrd="0" presId="urn:microsoft.com/office/officeart/2005/8/layout/list1"/>
    <dgm:cxn modelId="{87AAE261-5945-C945-AA77-85FF3D4F3959}" type="presOf" srcId="{A5CBE1C3-EE8B-4146-9467-B9BE339AAD78}" destId="{83C27CAE-248E-B048-9CE9-1D8334862316}" srcOrd="0" destOrd="0" presId="urn:microsoft.com/office/officeart/2005/8/layout/list1"/>
    <dgm:cxn modelId="{50559A62-FB64-134C-ADE9-3EBED1E68D4D}" type="presOf" srcId="{A5CBE1C3-EE8B-4146-9467-B9BE339AAD78}" destId="{10046BD4-31BB-4643-BF16-129E42BE4668}" srcOrd="1" destOrd="0" presId="urn:microsoft.com/office/officeart/2005/8/layout/list1"/>
    <dgm:cxn modelId="{C207D269-73E8-654E-A0A1-9AFD1C68BAE2}" srcId="{C093F43C-5F64-4C72-912D-A3D1FFF41476}" destId="{066912EB-0EF6-6549-B831-D2A93AB03E5A}" srcOrd="8" destOrd="0" parTransId="{D6A7660C-B01E-6549-AE9E-EB3D5C540D25}" sibTransId="{51CDFE0E-FB0B-9946-9D71-7EEA1C9D9F09}"/>
    <dgm:cxn modelId="{B11B2075-F628-384E-A708-902B33507CEC}" type="presOf" srcId="{066912EB-0EF6-6549-B831-D2A93AB03E5A}" destId="{4A6B93BA-BF8D-524F-BEEA-0C08CDE8D69E}" srcOrd="1" destOrd="0" presId="urn:microsoft.com/office/officeart/2005/8/layout/list1"/>
    <dgm:cxn modelId="{ADA9FE81-3FAB-F049-8B39-D7206E1D3AED}" srcId="{C093F43C-5F64-4C72-912D-A3D1FFF41476}" destId="{A5CBE1C3-EE8B-4146-9467-B9BE339AAD78}" srcOrd="7" destOrd="0" parTransId="{D09ED121-4A6A-064F-99AE-0B27AFD560CE}" sibTransId="{D3AC8D48-23CB-CD4C-A8CC-D843353C02AF}"/>
    <dgm:cxn modelId="{C4036285-F0BE-F249-A5B7-DF455B72E9D5}" type="presOf" srcId="{3F22DBF4-0693-364F-97F3-742C82F954A4}" destId="{BAD7F5D1-5C2C-9844-B919-9BB79A88753E}" srcOrd="0" destOrd="0" presId="urn:microsoft.com/office/officeart/2005/8/layout/list1"/>
    <dgm:cxn modelId="{EFBDF397-888D-7C44-A88C-6DECD87BFBAF}" type="presOf" srcId="{5CD69F4E-06B1-A546-875D-E25A4542421D}" destId="{37D73F24-C90D-B54D-8391-80471F743FD3}" srcOrd="1" destOrd="0" presId="urn:microsoft.com/office/officeart/2005/8/layout/list1"/>
    <dgm:cxn modelId="{98748A9A-EA05-1647-AC14-DDC8A5DF1FB7}" type="presOf" srcId="{C42F6B5D-0160-4577-AFB2-5A0FF7E3E0E0}" destId="{DDBC9B61-E6FA-264B-802D-343CCD9815C1}" srcOrd="1" destOrd="0" presId="urn:microsoft.com/office/officeart/2005/8/layout/list1"/>
    <dgm:cxn modelId="{CF049D9B-A5FC-DE48-9D16-BE58B53E5438}" type="presOf" srcId="{57E05296-32A5-154E-BFCD-827094DF3837}" destId="{3CFB4F74-570E-C149-8508-20E1E642C014}" srcOrd="1" destOrd="0" presId="urn:microsoft.com/office/officeart/2005/8/layout/list1"/>
    <dgm:cxn modelId="{ABE8ACA6-B846-6545-99EE-25A9263E475B}" srcId="{C093F43C-5F64-4C72-912D-A3D1FFF41476}" destId="{5CD69F4E-06B1-A546-875D-E25A4542421D}" srcOrd="0" destOrd="0" parTransId="{C5DD9E95-23C4-944F-B357-270F8A3D3291}" sibTransId="{1B01CF20-6301-4149-A607-ADDEA8A07BBB}"/>
    <dgm:cxn modelId="{634DB1B0-B3C3-544D-87F7-6A24A4172F54}" type="presOf" srcId="{3F22DBF4-0693-364F-97F3-742C82F954A4}" destId="{CC22C0E1-F879-4A4A-B411-30BB45F6D617}" srcOrd="1" destOrd="0" presId="urn:microsoft.com/office/officeart/2005/8/layout/list1"/>
    <dgm:cxn modelId="{E92E58B1-AE7D-9549-8C5E-2759A4E13D37}" type="presOf" srcId="{427CE78B-7A5E-7E41-B49F-DDD9A80BD488}" destId="{775328BE-3C9D-4849-BFC3-563F61494D82}" srcOrd="0" destOrd="0" presId="urn:microsoft.com/office/officeart/2005/8/layout/list1"/>
    <dgm:cxn modelId="{BEA2BABB-9688-6B4E-BB77-A92B6B1E084C}" type="presOf" srcId="{C093F43C-5F64-4C72-912D-A3D1FFF41476}" destId="{7CD32759-689F-8045-A8D8-22AED9CC36B7}" srcOrd="0" destOrd="0" presId="urn:microsoft.com/office/officeart/2005/8/layout/list1"/>
    <dgm:cxn modelId="{9B2636CD-5793-B340-B4E7-DFD1EDA80900}" srcId="{C093F43C-5F64-4C72-912D-A3D1FFF41476}" destId="{427CE78B-7A5E-7E41-B49F-DDD9A80BD488}" srcOrd="1" destOrd="0" parTransId="{2EA4D9EE-C543-C547-B686-797FE2136265}" sibTransId="{8B34CA94-E046-074D-B057-F3E7D9BCB0F7}"/>
    <dgm:cxn modelId="{42E3A4D4-9A1E-B049-B38C-954E7F6C7D21}" type="presOf" srcId="{57E05296-32A5-154E-BFCD-827094DF3837}" destId="{7C27F76F-B1C3-5F4E-8E71-6AA0D5F7860E}" srcOrd="0" destOrd="0" presId="urn:microsoft.com/office/officeart/2005/8/layout/list1"/>
    <dgm:cxn modelId="{4C32C4D8-6258-0E4B-ACB8-1020057D1B1A}" type="presOf" srcId="{066912EB-0EF6-6549-B831-D2A93AB03E5A}" destId="{560474A2-DC53-D848-BFEB-B11810C6972C}" srcOrd="0" destOrd="0" presId="urn:microsoft.com/office/officeart/2005/8/layout/list1"/>
    <dgm:cxn modelId="{6229C3E2-6E77-954F-9B8A-34250674CC48}" type="presOf" srcId="{6CDA2974-8F3F-464C-9B81-13310352733B}" destId="{19FB0EDC-928B-CC47-AF1B-8F20E58031DF}" srcOrd="0" destOrd="0" presId="urn:microsoft.com/office/officeart/2005/8/layout/list1"/>
    <dgm:cxn modelId="{AE63D8E5-B4DC-9847-BCCF-AE1B2FA687B2}" srcId="{C093F43C-5F64-4C72-912D-A3D1FFF41476}" destId="{3F22DBF4-0693-364F-97F3-742C82F954A4}" srcOrd="6" destOrd="0" parTransId="{F8762A7B-D8BC-6D4D-84BA-8F9E62DC6B1F}" sibTransId="{EAF10CC5-0697-8A43-AADE-0FBC8623CA54}"/>
    <dgm:cxn modelId="{2B5B73EA-34D1-8942-BD0C-5CC7460B743D}" srcId="{C093F43C-5F64-4C72-912D-A3D1FFF41476}" destId="{57E05296-32A5-154E-BFCD-827094DF3837}" srcOrd="5" destOrd="0" parTransId="{AA687259-FAD1-A542-8CB4-3CF5454E3788}" sibTransId="{FC9659B3-5E12-C741-AB6D-8236A8ABDE57}"/>
    <dgm:cxn modelId="{2FAE3EF2-5A3E-4D45-B5E6-BDF4FB8C61D8}" type="presOf" srcId="{C42F6B5D-0160-4577-AFB2-5A0FF7E3E0E0}" destId="{D24BD861-D5CE-F64C-B06D-4019F4D8EC19}" srcOrd="0" destOrd="0" presId="urn:microsoft.com/office/officeart/2005/8/layout/list1"/>
    <dgm:cxn modelId="{33450EF7-9C52-6E42-B4D2-58E4446C1374}" type="presOf" srcId="{BD23E229-667D-D94C-A4BC-91F884BE48F7}" destId="{F171E06A-879C-074C-B93D-D1D8B32D2ED8}" srcOrd="0" destOrd="0" presId="urn:microsoft.com/office/officeart/2005/8/layout/list1"/>
    <dgm:cxn modelId="{C9E0E4B1-FEC2-B24C-B5F4-FD734D1C2DFC}" type="presParOf" srcId="{7CD32759-689F-8045-A8D8-22AED9CC36B7}" destId="{3166AA76-9419-E94A-B81A-770811D8C55B}" srcOrd="0" destOrd="0" presId="urn:microsoft.com/office/officeart/2005/8/layout/list1"/>
    <dgm:cxn modelId="{2D2252A0-264D-6E45-9E18-5F743BB2450D}" type="presParOf" srcId="{3166AA76-9419-E94A-B81A-770811D8C55B}" destId="{86AA2BF6-1F0C-CC46-9054-75742ED4305D}" srcOrd="0" destOrd="0" presId="urn:microsoft.com/office/officeart/2005/8/layout/list1"/>
    <dgm:cxn modelId="{026109F2-14A7-6048-B012-FDF6C1A23029}" type="presParOf" srcId="{3166AA76-9419-E94A-B81A-770811D8C55B}" destId="{37D73F24-C90D-B54D-8391-80471F743FD3}" srcOrd="1" destOrd="0" presId="urn:microsoft.com/office/officeart/2005/8/layout/list1"/>
    <dgm:cxn modelId="{DD84BB2C-C552-1745-BC97-C90EFCDF89D0}" type="presParOf" srcId="{7CD32759-689F-8045-A8D8-22AED9CC36B7}" destId="{0A84AAB1-CDD1-4841-8638-A4DD4290428E}" srcOrd="1" destOrd="0" presId="urn:microsoft.com/office/officeart/2005/8/layout/list1"/>
    <dgm:cxn modelId="{20232F40-BBEC-D74B-80D9-02EF39347668}" type="presParOf" srcId="{7CD32759-689F-8045-A8D8-22AED9CC36B7}" destId="{C6667CAA-BBC9-3047-A150-5D2AFCF1786E}" srcOrd="2" destOrd="0" presId="urn:microsoft.com/office/officeart/2005/8/layout/list1"/>
    <dgm:cxn modelId="{5E5CDEFD-726A-F549-971B-AF55701C1834}" type="presParOf" srcId="{7CD32759-689F-8045-A8D8-22AED9CC36B7}" destId="{DD0F0E40-3187-A94D-A14B-216B718C7E40}" srcOrd="3" destOrd="0" presId="urn:microsoft.com/office/officeart/2005/8/layout/list1"/>
    <dgm:cxn modelId="{7F785E4A-F441-7A4D-BF02-CA149F9A1BA4}" type="presParOf" srcId="{7CD32759-689F-8045-A8D8-22AED9CC36B7}" destId="{BC525F6C-1E0A-3143-A80A-CD6FDCC9B3BF}" srcOrd="4" destOrd="0" presId="urn:microsoft.com/office/officeart/2005/8/layout/list1"/>
    <dgm:cxn modelId="{6BA6A72E-4799-D040-9B12-15D136B42E57}" type="presParOf" srcId="{BC525F6C-1E0A-3143-A80A-CD6FDCC9B3BF}" destId="{775328BE-3C9D-4849-BFC3-563F61494D82}" srcOrd="0" destOrd="0" presId="urn:microsoft.com/office/officeart/2005/8/layout/list1"/>
    <dgm:cxn modelId="{7531FD2F-26E6-704C-9AEA-D71D78BDC179}" type="presParOf" srcId="{BC525F6C-1E0A-3143-A80A-CD6FDCC9B3BF}" destId="{E5B973E4-7C08-E14F-811D-5CCE8C5784A4}" srcOrd="1" destOrd="0" presId="urn:microsoft.com/office/officeart/2005/8/layout/list1"/>
    <dgm:cxn modelId="{524FB9B1-DF57-1B48-9CF2-863E2387B133}" type="presParOf" srcId="{7CD32759-689F-8045-A8D8-22AED9CC36B7}" destId="{28072B63-0967-7D4C-9091-726D3EABDC78}" srcOrd="5" destOrd="0" presId="urn:microsoft.com/office/officeart/2005/8/layout/list1"/>
    <dgm:cxn modelId="{5555D383-333A-F844-A467-3E95F673571B}" type="presParOf" srcId="{7CD32759-689F-8045-A8D8-22AED9CC36B7}" destId="{2D82CE7C-9CE4-104B-A72B-987F6DCCFF29}" srcOrd="6" destOrd="0" presId="urn:microsoft.com/office/officeart/2005/8/layout/list1"/>
    <dgm:cxn modelId="{E52B33A6-9782-BB43-988D-86BC2A264B39}" type="presParOf" srcId="{7CD32759-689F-8045-A8D8-22AED9CC36B7}" destId="{260C9942-44C3-4D4C-890C-BEDB50F1A6B8}" srcOrd="7" destOrd="0" presId="urn:microsoft.com/office/officeart/2005/8/layout/list1"/>
    <dgm:cxn modelId="{29A2CC77-02EF-BD4B-B42C-D26E0E9477D6}" type="presParOf" srcId="{7CD32759-689F-8045-A8D8-22AED9CC36B7}" destId="{5178BCCA-D460-9744-8714-0307913796FC}" srcOrd="8" destOrd="0" presId="urn:microsoft.com/office/officeart/2005/8/layout/list1"/>
    <dgm:cxn modelId="{75BDD8AF-97CF-F443-AD78-630792BA42A5}" type="presParOf" srcId="{5178BCCA-D460-9744-8714-0307913796FC}" destId="{D24BD861-D5CE-F64C-B06D-4019F4D8EC19}" srcOrd="0" destOrd="0" presId="urn:microsoft.com/office/officeart/2005/8/layout/list1"/>
    <dgm:cxn modelId="{B6AEAA66-77E9-C94F-85EB-F0968575CB1A}" type="presParOf" srcId="{5178BCCA-D460-9744-8714-0307913796FC}" destId="{DDBC9B61-E6FA-264B-802D-343CCD9815C1}" srcOrd="1" destOrd="0" presId="urn:microsoft.com/office/officeart/2005/8/layout/list1"/>
    <dgm:cxn modelId="{C97EB705-2F88-0A45-B85D-36302F79036D}" type="presParOf" srcId="{7CD32759-689F-8045-A8D8-22AED9CC36B7}" destId="{6367AF1E-3F1F-C74C-BEBE-5349DF963236}" srcOrd="9" destOrd="0" presId="urn:microsoft.com/office/officeart/2005/8/layout/list1"/>
    <dgm:cxn modelId="{3AE0F257-3D58-3840-97C6-CD2F44757159}" type="presParOf" srcId="{7CD32759-689F-8045-A8D8-22AED9CC36B7}" destId="{0393A57A-D099-1747-BCDE-6B0A99DAA7A6}" srcOrd="10" destOrd="0" presId="urn:microsoft.com/office/officeart/2005/8/layout/list1"/>
    <dgm:cxn modelId="{7B0A40AB-0B3A-8443-A52A-CE27EB833E88}" type="presParOf" srcId="{7CD32759-689F-8045-A8D8-22AED9CC36B7}" destId="{89AB72C6-104E-F745-9AE9-32AA132E9A97}" srcOrd="11" destOrd="0" presId="urn:microsoft.com/office/officeart/2005/8/layout/list1"/>
    <dgm:cxn modelId="{0801B246-F7C9-144A-8CAC-17CC775EB786}" type="presParOf" srcId="{7CD32759-689F-8045-A8D8-22AED9CC36B7}" destId="{36653964-1543-4947-A166-82655116863A}" srcOrd="12" destOrd="0" presId="urn:microsoft.com/office/officeart/2005/8/layout/list1"/>
    <dgm:cxn modelId="{3923F3D2-E7FF-EB45-89A1-98F35BD30769}" type="presParOf" srcId="{36653964-1543-4947-A166-82655116863A}" destId="{F171E06A-879C-074C-B93D-D1D8B32D2ED8}" srcOrd="0" destOrd="0" presId="urn:microsoft.com/office/officeart/2005/8/layout/list1"/>
    <dgm:cxn modelId="{1CD705BE-2961-F34C-8E2F-C78CCC8B0AA6}" type="presParOf" srcId="{36653964-1543-4947-A166-82655116863A}" destId="{90BE4203-01B7-F04E-9B4E-AEC1E7206DFC}" srcOrd="1" destOrd="0" presId="urn:microsoft.com/office/officeart/2005/8/layout/list1"/>
    <dgm:cxn modelId="{1443FC4F-412E-D744-A09C-7E905106404E}" type="presParOf" srcId="{7CD32759-689F-8045-A8D8-22AED9CC36B7}" destId="{AE8A460D-8467-A441-9033-8C0C3EA032E1}" srcOrd="13" destOrd="0" presId="urn:microsoft.com/office/officeart/2005/8/layout/list1"/>
    <dgm:cxn modelId="{8AF7096F-6D78-F34F-96A4-DF36F5C9D8E4}" type="presParOf" srcId="{7CD32759-689F-8045-A8D8-22AED9CC36B7}" destId="{A55422D4-2B75-D44A-87BA-18A3ECA4C122}" srcOrd="14" destOrd="0" presId="urn:microsoft.com/office/officeart/2005/8/layout/list1"/>
    <dgm:cxn modelId="{FA7F575C-D001-FB44-BE19-63031384985E}" type="presParOf" srcId="{7CD32759-689F-8045-A8D8-22AED9CC36B7}" destId="{28C8AAC1-71CF-FF42-BFE2-9914C90B6BAC}" srcOrd="15" destOrd="0" presId="urn:microsoft.com/office/officeart/2005/8/layout/list1"/>
    <dgm:cxn modelId="{E97EC285-3746-F147-BDA4-4E616C02FB67}" type="presParOf" srcId="{7CD32759-689F-8045-A8D8-22AED9CC36B7}" destId="{2D6435E3-DE84-804C-9876-75BCD8EB5922}" srcOrd="16" destOrd="0" presId="urn:microsoft.com/office/officeart/2005/8/layout/list1"/>
    <dgm:cxn modelId="{FDE6A186-1090-AD45-AB5D-2CE232BCAA77}" type="presParOf" srcId="{2D6435E3-DE84-804C-9876-75BCD8EB5922}" destId="{19FB0EDC-928B-CC47-AF1B-8F20E58031DF}" srcOrd="0" destOrd="0" presId="urn:microsoft.com/office/officeart/2005/8/layout/list1"/>
    <dgm:cxn modelId="{8A4956EC-20E9-F249-BF64-2265AE6E75E7}" type="presParOf" srcId="{2D6435E3-DE84-804C-9876-75BCD8EB5922}" destId="{AD55BB49-26A4-044F-8C89-E1CD7B85D027}" srcOrd="1" destOrd="0" presId="urn:microsoft.com/office/officeart/2005/8/layout/list1"/>
    <dgm:cxn modelId="{91A4EB9B-3923-F94A-A3F8-DC99279FA12F}" type="presParOf" srcId="{7CD32759-689F-8045-A8D8-22AED9CC36B7}" destId="{D2953D9B-C05E-6E40-B2D7-1ACBE6B610E3}" srcOrd="17" destOrd="0" presId="urn:microsoft.com/office/officeart/2005/8/layout/list1"/>
    <dgm:cxn modelId="{C67BB411-1A2F-1849-9011-EE55A4635968}" type="presParOf" srcId="{7CD32759-689F-8045-A8D8-22AED9CC36B7}" destId="{76CE06D4-B8F4-654D-A376-0BA9F4A261FD}" srcOrd="18" destOrd="0" presId="urn:microsoft.com/office/officeart/2005/8/layout/list1"/>
    <dgm:cxn modelId="{0EB3646A-AD0E-9B46-BD24-89F0103C4740}" type="presParOf" srcId="{7CD32759-689F-8045-A8D8-22AED9CC36B7}" destId="{8470E169-FDF4-AD45-8178-8EAF053C9100}" srcOrd="19" destOrd="0" presId="urn:microsoft.com/office/officeart/2005/8/layout/list1"/>
    <dgm:cxn modelId="{86127F4F-F651-B248-B1DE-04CB9E894D8B}" type="presParOf" srcId="{7CD32759-689F-8045-A8D8-22AED9CC36B7}" destId="{8CEC6563-523F-D548-9467-1BB1CB298A78}" srcOrd="20" destOrd="0" presId="urn:microsoft.com/office/officeart/2005/8/layout/list1"/>
    <dgm:cxn modelId="{2D6DAC11-2658-C242-A8B3-F99C5AFB5CBD}" type="presParOf" srcId="{8CEC6563-523F-D548-9467-1BB1CB298A78}" destId="{7C27F76F-B1C3-5F4E-8E71-6AA0D5F7860E}" srcOrd="0" destOrd="0" presId="urn:microsoft.com/office/officeart/2005/8/layout/list1"/>
    <dgm:cxn modelId="{8A500E6E-1CC7-2A42-9F96-CD133FBFB713}" type="presParOf" srcId="{8CEC6563-523F-D548-9467-1BB1CB298A78}" destId="{3CFB4F74-570E-C149-8508-20E1E642C014}" srcOrd="1" destOrd="0" presId="urn:microsoft.com/office/officeart/2005/8/layout/list1"/>
    <dgm:cxn modelId="{166EC3B1-3BCD-A24E-9CF1-FC2630881FC4}" type="presParOf" srcId="{7CD32759-689F-8045-A8D8-22AED9CC36B7}" destId="{EEF0D2F8-5E5A-A148-AC70-8E2B76132663}" srcOrd="21" destOrd="0" presId="urn:microsoft.com/office/officeart/2005/8/layout/list1"/>
    <dgm:cxn modelId="{8B5CFCA2-0B7E-6C4D-9FFF-8CC4509892BE}" type="presParOf" srcId="{7CD32759-689F-8045-A8D8-22AED9CC36B7}" destId="{F6E817E7-7B80-FE44-815E-A7397D4019AF}" srcOrd="22" destOrd="0" presId="urn:microsoft.com/office/officeart/2005/8/layout/list1"/>
    <dgm:cxn modelId="{F2B41893-81E4-6D43-A226-ADE07849EEF8}" type="presParOf" srcId="{7CD32759-689F-8045-A8D8-22AED9CC36B7}" destId="{D7E0242E-7A67-EF4B-BF78-FBA296459243}" srcOrd="23" destOrd="0" presId="urn:microsoft.com/office/officeart/2005/8/layout/list1"/>
    <dgm:cxn modelId="{5890C265-439D-DA47-9C77-5CCCE0D1560B}" type="presParOf" srcId="{7CD32759-689F-8045-A8D8-22AED9CC36B7}" destId="{4255C309-334F-C34C-81AE-399AC9E4E125}" srcOrd="24" destOrd="0" presId="urn:microsoft.com/office/officeart/2005/8/layout/list1"/>
    <dgm:cxn modelId="{5655415C-E8C9-C547-87B0-D14B5F54A810}" type="presParOf" srcId="{4255C309-334F-C34C-81AE-399AC9E4E125}" destId="{BAD7F5D1-5C2C-9844-B919-9BB79A88753E}" srcOrd="0" destOrd="0" presId="urn:microsoft.com/office/officeart/2005/8/layout/list1"/>
    <dgm:cxn modelId="{421FD6C3-2AAA-3346-B873-A2C4E7770C41}" type="presParOf" srcId="{4255C309-334F-C34C-81AE-399AC9E4E125}" destId="{CC22C0E1-F879-4A4A-B411-30BB45F6D617}" srcOrd="1" destOrd="0" presId="urn:microsoft.com/office/officeart/2005/8/layout/list1"/>
    <dgm:cxn modelId="{8A2D6D8D-400E-1E49-B12E-570C3000BB7C}" type="presParOf" srcId="{7CD32759-689F-8045-A8D8-22AED9CC36B7}" destId="{BE004696-4939-6949-B309-42CCFF8467A2}" srcOrd="25" destOrd="0" presId="urn:microsoft.com/office/officeart/2005/8/layout/list1"/>
    <dgm:cxn modelId="{E2D4B408-519B-9143-805D-40E48DCE35C5}" type="presParOf" srcId="{7CD32759-689F-8045-A8D8-22AED9CC36B7}" destId="{79F43105-C517-6446-9E99-FCE78E92078C}" srcOrd="26" destOrd="0" presId="urn:microsoft.com/office/officeart/2005/8/layout/list1"/>
    <dgm:cxn modelId="{21BCA60E-2CEA-F443-8101-7958776D1848}" type="presParOf" srcId="{7CD32759-689F-8045-A8D8-22AED9CC36B7}" destId="{DE581A4C-007A-9847-874B-2E6C9BC58AE4}" srcOrd="27" destOrd="0" presId="urn:microsoft.com/office/officeart/2005/8/layout/list1"/>
    <dgm:cxn modelId="{FD3BADEA-46F1-AC49-8808-B93C2125E40D}" type="presParOf" srcId="{7CD32759-689F-8045-A8D8-22AED9CC36B7}" destId="{F5C4986B-16C9-8A4D-8092-F83B6AF5AF09}" srcOrd="28" destOrd="0" presId="urn:microsoft.com/office/officeart/2005/8/layout/list1"/>
    <dgm:cxn modelId="{3BB64E2A-52A1-EE4A-A5A3-924BC6780EB7}" type="presParOf" srcId="{F5C4986B-16C9-8A4D-8092-F83B6AF5AF09}" destId="{83C27CAE-248E-B048-9CE9-1D8334862316}" srcOrd="0" destOrd="0" presId="urn:microsoft.com/office/officeart/2005/8/layout/list1"/>
    <dgm:cxn modelId="{B3E3789A-A99C-2D44-819C-0914D46C61AE}" type="presParOf" srcId="{F5C4986B-16C9-8A4D-8092-F83B6AF5AF09}" destId="{10046BD4-31BB-4643-BF16-129E42BE4668}" srcOrd="1" destOrd="0" presId="urn:microsoft.com/office/officeart/2005/8/layout/list1"/>
    <dgm:cxn modelId="{4EF93B02-07AE-584E-AEC4-1D508A675262}" type="presParOf" srcId="{7CD32759-689F-8045-A8D8-22AED9CC36B7}" destId="{100AF59F-CABB-2F40-AE77-E3EE44586462}" srcOrd="29" destOrd="0" presId="urn:microsoft.com/office/officeart/2005/8/layout/list1"/>
    <dgm:cxn modelId="{E5439B7F-BC98-374B-9188-168D7AC84E96}" type="presParOf" srcId="{7CD32759-689F-8045-A8D8-22AED9CC36B7}" destId="{9B3A27F3-BF7A-D54E-B78D-A45A8550675C}" srcOrd="30" destOrd="0" presId="urn:microsoft.com/office/officeart/2005/8/layout/list1"/>
    <dgm:cxn modelId="{CB209A4C-0808-BB47-9DDB-34AB04BD2848}" type="presParOf" srcId="{7CD32759-689F-8045-A8D8-22AED9CC36B7}" destId="{7F312FC1-0860-4041-BF63-C89D4068635C}" srcOrd="31" destOrd="0" presId="urn:microsoft.com/office/officeart/2005/8/layout/list1"/>
    <dgm:cxn modelId="{26145C4E-36BB-BF4A-99B1-B05CEB1B09FD}" type="presParOf" srcId="{7CD32759-689F-8045-A8D8-22AED9CC36B7}" destId="{C8D0F13F-AA5B-E44F-83DA-474230AEF952}" srcOrd="32" destOrd="0" presId="urn:microsoft.com/office/officeart/2005/8/layout/list1"/>
    <dgm:cxn modelId="{5AAA454E-E9CF-0E45-A6BF-5778443D393B}" type="presParOf" srcId="{C8D0F13F-AA5B-E44F-83DA-474230AEF952}" destId="{560474A2-DC53-D848-BFEB-B11810C6972C}" srcOrd="0" destOrd="0" presId="urn:microsoft.com/office/officeart/2005/8/layout/list1"/>
    <dgm:cxn modelId="{96744863-D898-C648-A5C3-8461A45627C6}" type="presParOf" srcId="{C8D0F13F-AA5B-E44F-83DA-474230AEF952}" destId="{4A6B93BA-BF8D-524F-BEEA-0C08CDE8D69E}" srcOrd="1" destOrd="0" presId="urn:microsoft.com/office/officeart/2005/8/layout/list1"/>
    <dgm:cxn modelId="{24B92F17-0EFA-2D4E-8A0C-B1CB7BDE0DC5}" type="presParOf" srcId="{7CD32759-689F-8045-A8D8-22AED9CC36B7}" destId="{546FA372-65BD-DF42-880B-03F33A621B50}" srcOrd="33" destOrd="0" presId="urn:microsoft.com/office/officeart/2005/8/layout/list1"/>
    <dgm:cxn modelId="{6508240F-3121-D34F-8D5E-866DAAB6751D}" type="presParOf" srcId="{7CD32759-689F-8045-A8D8-22AED9CC36B7}" destId="{ED892F40-7FD4-7C45-9334-9458ACAB793B}" srcOrd="34" destOrd="0" presId="urn:microsoft.com/office/officeart/2005/8/layout/list1"/>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2.xml><?xml version="1.0" encoding="utf-8"?>
<dgm:dataModel xmlns:dgm="http://schemas.openxmlformats.org/drawingml/2006/diagram" xmlns:a="http://schemas.openxmlformats.org/drawingml/2006/main">
  <dgm:ptLst>
    <dgm:pt modelId="{21DEAB1A-7698-4060-BA8A-8FF63DB0D40E}" type="doc">
      <dgm:prSet loTypeId="urn:microsoft.com/office/officeart/2018/2/layout/IconVerticalSolidList" loCatId="icon" qsTypeId="urn:microsoft.com/office/officeart/2005/8/quickstyle/simple1" qsCatId="simple" csTypeId="urn:microsoft.com/office/officeart/2018/5/colors/Iconchunking_neutralicontext_colorful5" csCatId="colorful" phldr="1"/>
      <dgm:spPr/>
      <dgm:t>
        <a:bodyPr/>
        <a:lstStyle/>
        <a:p>
          <a:endParaRPr lang="en-US"/>
        </a:p>
      </dgm:t>
    </dgm:pt>
    <dgm:pt modelId="{4D79273B-4005-4099-95C4-A8C7B3E7E495}">
      <dgm:prSet/>
      <dgm:spPr/>
      <dgm:t>
        <a:bodyPr/>
        <a:lstStyle/>
        <a:p>
          <a:pPr>
            <a:lnSpc>
              <a:spcPct val="100000"/>
            </a:lnSpc>
          </a:pPr>
          <a:r>
            <a:rPr lang="en-US" b="0" i="0" baseline="0"/>
            <a:t>Current single-chain designs cap throughput as demand surges.</a:t>
          </a:r>
          <a:endParaRPr lang="en-US"/>
        </a:p>
      </dgm:t>
    </dgm:pt>
    <dgm:pt modelId="{4D45AFB3-9692-4368-B5F2-81EE83E05953}" type="parTrans" cxnId="{F8C746AC-AE3D-401A-89F5-BB78453D8C69}">
      <dgm:prSet/>
      <dgm:spPr/>
      <dgm:t>
        <a:bodyPr/>
        <a:lstStyle/>
        <a:p>
          <a:endParaRPr lang="en-US"/>
        </a:p>
      </dgm:t>
    </dgm:pt>
    <dgm:pt modelId="{EF2BBFB7-B169-4564-9F68-2E5C20B7BD3B}" type="sibTrans" cxnId="{F8C746AC-AE3D-401A-89F5-BB78453D8C69}">
      <dgm:prSet/>
      <dgm:spPr/>
      <dgm:t>
        <a:bodyPr/>
        <a:lstStyle/>
        <a:p>
          <a:endParaRPr lang="en-US"/>
        </a:p>
      </dgm:t>
    </dgm:pt>
    <dgm:pt modelId="{D27141F4-405A-49ED-B61C-467B084FF648}">
      <dgm:prSet/>
      <dgm:spPr/>
      <dgm:t>
        <a:bodyPr/>
        <a:lstStyle/>
        <a:p>
          <a:pPr>
            <a:lnSpc>
              <a:spcPct val="100000"/>
            </a:lnSpc>
          </a:pPr>
          <a:r>
            <a:rPr lang="en-US" b="0" i="0" baseline="0"/>
            <a:t>We aim to scale TPS via sharding without increasing user-visible latency.</a:t>
          </a:r>
          <a:endParaRPr lang="en-US"/>
        </a:p>
      </dgm:t>
    </dgm:pt>
    <dgm:pt modelId="{2AB02756-DE14-40D5-BE9C-22FB19D6A06E}" type="parTrans" cxnId="{1E3E67A1-0AC6-49EA-9AC4-0ED298F084EB}">
      <dgm:prSet/>
      <dgm:spPr/>
      <dgm:t>
        <a:bodyPr/>
        <a:lstStyle/>
        <a:p>
          <a:endParaRPr lang="en-US"/>
        </a:p>
      </dgm:t>
    </dgm:pt>
    <dgm:pt modelId="{66069FD4-A337-47D8-B442-5414B2613544}" type="sibTrans" cxnId="{1E3E67A1-0AC6-49EA-9AC4-0ED298F084EB}">
      <dgm:prSet/>
      <dgm:spPr/>
      <dgm:t>
        <a:bodyPr/>
        <a:lstStyle/>
        <a:p>
          <a:endParaRPr lang="en-US"/>
        </a:p>
      </dgm:t>
    </dgm:pt>
    <dgm:pt modelId="{3611455F-C14F-4C4D-B2B3-0BB1FC477D21}">
      <dgm:prSet/>
      <dgm:spPr/>
      <dgm:t>
        <a:bodyPr/>
        <a:lstStyle/>
        <a:p>
          <a:pPr>
            <a:lnSpc>
              <a:spcPct val="100000"/>
            </a:lnSpc>
          </a:pPr>
          <a:r>
            <a:rPr lang="en-US" b="0" i="0" baseline="0"/>
            <a:t>Security must remain constant (no weaker committees/assumptions).</a:t>
          </a:r>
          <a:endParaRPr lang="en-US"/>
        </a:p>
      </dgm:t>
    </dgm:pt>
    <dgm:pt modelId="{DE2C1C01-00BD-42F4-AEBC-70845B35DB89}" type="parTrans" cxnId="{5ABC385E-269D-45C9-9EA8-FEE00E205EDE}">
      <dgm:prSet/>
      <dgm:spPr/>
      <dgm:t>
        <a:bodyPr/>
        <a:lstStyle/>
        <a:p>
          <a:endParaRPr lang="en-US"/>
        </a:p>
      </dgm:t>
    </dgm:pt>
    <dgm:pt modelId="{E9B4E4C6-9F86-443D-9431-F9F34A06341E}" type="sibTrans" cxnId="{5ABC385E-269D-45C9-9EA8-FEE00E205EDE}">
      <dgm:prSet/>
      <dgm:spPr/>
      <dgm:t>
        <a:bodyPr/>
        <a:lstStyle/>
        <a:p>
          <a:endParaRPr lang="en-US"/>
        </a:p>
      </dgm:t>
    </dgm:pt>
    <dgm:pt modelId="{C33D3991-F881-4616-BA52-EDAC8214C6AE}">
      <dgm:prSet/>
      <dgm:spPr/>
      <dgm:t>
        <a:bodyPr/>
        <a:lstStyle/>
        <a:p>
          <a:pPr>
            <a:lnSpc>
              <a:spcPct val="100000"/>
            </a:lnSpc>
          </a:pPr>
          <a:r>
            <a:rPr lang="en-US" b="0" i="0" baseline="0"/>
            <a:t>Cross-shard messaging overhead may erase scaling gains as shards grow.</a:t>
          </a:r>
          <a:endParaRPr lang="en-US"/>
        </a:p>
      </dgm:t>
    </dgm:pt>
    <dgm:pt modelId="{D61F8D84-F584-4100-970A-ADEAD5FBD3B4}" type="parTrans" cxnId="{88CE8E7D-9267-40FD-8DC2-59CBC190A871}">
      <dgm:prSet/>
      <dgm:spPr/>
      <dgm:t>
        <a:bodyPr/>
        <a:lstStyle/>
        <a:p>
          <a:endParaRPr lang="en-US"/>
        </a:p>
      </dgm:t>
    </dgm:pt>
    <dgm:pt modelId="{E38C65F3-3032-492E-8641-BD7DA9557A1A}" type="sibTrans" cxnId="{88CE8E7D-9267-40FD-8DC2-59CBC190A871}">
      <dgm:prSet/>
      <dgm:spPr/>
      <dgm:t>
        <a:bodyPr/>
        <a:lstStyle/>
        <a:p>
          <a:endParaRPr lang="en-US"/>
        </a:p>
      </dgm:t>
    </dgm:pt>
    <dgm:pt modelId="{2097D89A-A022-41A1-B741-9C3ECB151E7F}">
      <dgm:prSet/>
      <dgm:spPr/>
      <dgm:t>
        <a:bodyPr/>
        <a:lstStyle/>
        <a:p>
          <a:pPr>
            <a:lnSpc>
              <a:spcPct val="100000"/>
            </a:lnSpc>
          </a:pPr>
          <a:r>
            <a:rPr lang="en-US" b="0" i="0" baseline="0"/>
            <a:t>Problem: determine the shard count that maximizes TPS under fixed latency and security budgets.</a:t>
          </a:r>
          <a:endParaRPr lang="en-US"/>
        </a:p>
      </dgm:t>
    </dgm:pt>
    <dgm:pt modelId="{3949082E-9334-4D73-934F-D9A196B8B0BC}" type="parTrans" cxnId="{A985F6E4-857B-435C-95D3-F2B654ACC5EB}">
      <dgm:prSet/>
      <dgm:spPr/>
      <dgm:t>
        <a:bodyPr/>
        <a:lstStyle/>
        <a:p>
          <a:endParaRPr lang="en-US"/>
        </a:p>
      </dgm:t>
    </dgm:pt>
    <dgm:pt modelId="{82D371C5-C0EA-4066-828E-1822DA44FB3A}" type="sibTrans" cxnId="{A985F6E4-857B-435C-95D3-F2B654ACC5EB}">
      <dgm:prSet/>
      <dgm:spPr/>
      <dgm:t>
        <a:bodyPr/>
        <a:lstStyle/>
        <a:p>
          <a:endParaRPr lang="en-US"/>
        </a:p>
      </dgm:t>
    </dgm:pt>
    <dgm:pt modelId="{9A8B4606-3574-4E4E-9D65-26ADD251E51B}" type="pres">
      <dgm:prSet presAssocID="{21DEAB1A-7698-4060-BA8A-8FF63DB0D40E}" presName="root" presStyleCnt="0">
        <dgm:presLayoutVars>
          <dgm:dir/>
          <dgm:resizeHandles val="exact"/>
        </dgm:presLayoutVars>
      </dgm:prSet>
      <dgm:spPr/>
    </dgm:pt>
    <dgm:pt modelId="{75BF26E9-BFF7-48F2-95F8-6980D715CA61}" type="pres">
      <dgm:prSet presAssocID="{4D79273B-4005-4099-95C4-A8C7B3E7E495}" presName="compNode" presStyleCnt="0"/>
      <dgm:spPr/>
    </dgm:pt>
    <dgm:pt modelId="{C4F1D9E3-14DB-4A33-9FA6-D8AE12785F4D}" type="pres">
      <dgm:prSet presAssocID="{4D79273B-4005-4099-95C4-A8C7B3E7E495}" presName="bgRect" presStyleLbl="bgShp" presStyleIdx="0" presStyleCnt="5"/>
      <dgm:spPr/>
    </dgm:pt>
    <dgm:pt modelId="{723600A9-E643-4C4B-AC00-10B392D949FC}" type="pres">
      <dgm:prSet presAssocID="{4D79273B-4005-4099-95C4-A8C7B3E7E495}" presName="iconRect" presStyleLbl="node1" presStyleIdx="0" presStyleCnt="5"/>
      <dgm:spPr>
        <a:blipFill>
          <a:blip xmlns:r="http://schemas.openxmlformats.org/officeDocument/2006/relationships" r:embed="rId1">
            <a:extLst>
              <a:ext uri="{28A0092B-C50C-407E-A947-70E740481C1C}">
                <a14:useLocalDpi xmlns:a14="http://schemas.microsoft.com/office/drawing/2010/main" val="0"/>
              </a:ext>
              <a:ext uri="{96DAC541-7B7A-43D3-8B79-37D633B846F1}">
                <asvg:svgBlip xmlns:asvg="http://schemas.microsoft.com/office/drawing/2016/SVG/main" r:embed="rId2"/>
              </a:ext>
            </a:extLst>
          </a:blip>
          <a:stretch>
            <a:fillRect/>
          </a:stretch>
        </a:blipFill>
        <a:ln>
          <a:noFill/>
        </a:ln>
      </dgm:spPr>
      <dgm:extLst>
        <a:ext uri="{E40237B7-FDA0-4F09-8148-C483321AD2D9}">
          <dgm14:cNvPr xmlns:dgm14="http://schemas.microsoft.com/office/drawing/2010/diagram" id="0" name="" descr="Helicopter"/>
        </a:ext>
      </dgm:extLst>
    </dgm:pt>
    <dgm:pt modelId="{6019C27E-C3FF-4A4D-AD53-5F889CDCAFCE}" type="pres">
      <dgm:prSet presAssocID="{4D79273B-4005-4099-95C4-A8C7B3E7E495}" presName="spaceRect" presStyleCnt="0"/>
      <dgm:spPr/>
    </dgm:pt>
    <dgm:pt modelId="{F16172B1-4F4D-41D6-8FE7-E914563641F1}" type="pres">
      <dgm:prSet presAssocID="{4D79273B-4005-4099-95C4-A8C7B3E7E495}" presName="parTx" presStyleLbl="revTx" presStyleIdx="0" presStyleCnt="5">
        <dgm:presLayoutVars>
          <dgm:chMax val="0"/>
          <dgm:chPref val="0"/>
        </dgm:presLayoutVars>
      </dgm:prSet>
      <dgm:spPr/>
    </dgm:pt>
    <dgm:pt modelId="{3651206E-3B04-4B88-9781-67D81588989E}" type="pres">
      <dgm:prSet presAssocID="{EF2BBFB7-B169-4564-9F68-2E5C20B7BD3B}" presName="sibTrans" presStyleCnt="0"/>
      <dgm:spPr/>
    </dgm:pt>
    <dgm:pt modelId="{C99F794C-EA1C-4382-926A-C584A1A5585D}" type="pres">
      <dgm:prSet presAssocID="{D27141F4-405A-49ED-B61C-467B084FF648}" presName="compNode" presStyleCnt="0"/>
      <dgm:spPr/>
    </dgm:pt>
    <dgm:pt modelId="{37913D28-F096-4FA4-A61F-E50D2C7FDAEB}" type="pres">
      <dgm:prSet presAssocID="{D27141F4-405A-49ED-B61C-467B084FF648}" presName="bgRect" presStyleLbl="bgShp" presStyleIdx="1" presStyleCnt="5"/>
      <dgm:spPr/>
    </dgm:pt>
    <dgm:pt modelId="{8D7365B3-15C2-4831-AB94-BD4ACA1F048A}" type="pres">
      <dgm:prSet presAssocID="{D27141F4-405A-49ED-B61C-467B084FF648}" presName="iconRect" presStyleLbl="node1" presStyleIdx="1" presStyleCnt="5"/>
      <dgm:spPr>
        <a:blipFill>
          <a:blip xmlns:r="http://schemas.openxmlformats.org/officeDocument/2006/relationships" r:embed="rId3">
            <a:extLst>
              <a:ext uri="{28A0092B-C50C-407E-A947-70E740481C1C}">
                <a14:useLocalDpi xmlns:a14="http://schemas.microsoft.com/office/drawing/2010/main" val="0"/>
              </a:ext>
              <a:ext uri="{96DAC541-7B7A-43D3-8B79-37D633B846F1}">
                <asvg:svgBlip xmlns:asvg="http://schemas.microsoft.com/office/drawing/2016/SVG/main" r:embed="rId4"/>
              </a:ext>
            </a:extLst>
          </a:blip>
          <a:stretch>
            <a:fillRect/>
          </a:stretch>
        </a:blipFill>
        <a:ln>
          <a:noFill/>
        </a:ln>
      </dgm:spPr>
      <dgm:extLst>
        <a:ext uri="{E40237B7-FDA0-4F09-8148-C483321AD2D9}">
          <dgm14:cNvPr xmlns:dgm14="http://schemas.microsoft.com/office/drawing/2010/diagram" id="0" name="" descr="Heart Organ"/>
        </a:ext>
      </dgm:extLst>
    </dgm:pt>
    <dgm:pt modelId="{5C985F59-93E6-4233-8AFC-28DBF71C959B}" type="pres">
      <dgm:prSet presAssocID="{D27141F4-405A-49ED-B61C-467B084FF648}" presName="spaceRect" presStyleCnt="0"/>
      <dgm:spPr/>
    </dgm:pt>
    <dgm:pt modelId="{5CAED671-0E37-4003-8966-174AA4BEF5F9}" type="pres">
      <dgm:prSet presAssocID="{D27141F4-405A-49ED-B61C-467B084FF648}" presName="parTx" presStyleLbl="revTx" presStyleIdx="1" presStyleCnt="5">
        <dgm:presLayoutVars>
          <dgm:chMax val="0"/>
          <dgm:chPref val="0"/>
        </dgm:presLayoutVars>
      </dgm:prSet>
      <dgm:spPr/>
    </dgm:pt>
    <dgm:pt modelId="{D99038FA-3A8A-471F-B085-A533ED1A2510}" type="pres">
      <dgm:prSet presAssocID="{66069FD4-A337-47D8-B442-5414B2613544}" presName="sibTrans" presStyleCnt="0"/>
      <dgm:spPr/>
    </dgm:pt>
    <dgm:pt modelId="{DF117C58-0100-48C2-80D7-A362FBE3A93E}" type="pres">
      <dgm:prSet presAssocID="{3611455F-C14F-4C4D-B2B3-0BB1FC477D21}" presName="compNode" presStyleCnt="0"/>
      <dgm:spPr/>
    </dgm:pt>
    <dgm:pt modelId="{780B81C9-918B-4880-8D44-4C21A4ADB868}" type="pres">
      <dgm:prSet presAssocID="{3611455F-C14F-4C4D-B2B3-0BB1FC477D21}" presName="bgRect" presStyleLbl="bgShp" presStyleIdx="2" presStyleCnt="5"/>
      <dgm:spPr/>
    </dgm:pt>
    <dgm:pt modelId="{C7F71039-30AE-45C0-BF50-F3CED8503C19}" type="pres">
      <dgm:prSet presAssocID="{3611455F-C14F-4C4D-B2B3-0BB1FC477D21}" presName="iconRect" presStyleLbl="node1" presStyleIdx="2" presStyleCnt="5"/>
      <dgm:spPr>
        <a:blipFill>
          <a:blip xmlns:r="http://schemas.openxmlformats.org/officeDocument/2006/relationships" r:embed="rId5">
            <a:extLst>
              <a:ext uri="{28A0092B-C50C-407E-A947-70E740481C1C}">
                <a14:useLocalDpi xmlns:a14="http://schemas.microsoft.com/office/drawing/2010/main" val="0"/>
              </a:ext>
              <a:ext uri="{96DAC541-7B7A-43D3-8B79-37D633B846F1}">
                <asvg:svgBlip xmlns:asvg="http://schemas.microsoft.com/office/drawing/2016/SVG/main" r:embed="rId6"/>
              </a:ext>
            </a:extLst>
          </a:blip>
          <a:stretch>
            <a:fillRect/>
          </a:stretch>
        </a:blipFill>
        <a:ln>
          <a:noFill/>
        </a:ln>
      </dgm:spPr>
      <dgm:extLst>
        <a:ext uri="{E40237B7-FDA0-4F09-8148-C483321AD2D9}">
          <dgm14:cNvPr xmlns:dgm14="http://schemas.microsoft.com/office/drawing/2010/diagram" id="0" name="" descr="Hierarchy"/>
        </a:ext>
      </dgm:extLst>
    </dgm:pt>
    <dgm:pt modelId="{677FDCFF-9306-430F-987F-4353651965A4}" type="pres">
      <dgm:prSet presAssocID="{3611455F-C14F-4C4D-B2B3-0BB1FC477D21}" presName="spaceRect" presStyleCnt="0"/>
      <dgm:spPr/>
    </dgm:pt>
    <dgm:pt modelId="{BC82ABCB-6811-420F-A9E6-7B8ADD8B0DEC}" type="pres">
      <dgm:prSet presAssocID="{3611455F-C14F-4C4D-B2B3-0BB1FC477D21}" presName="parTx" presStyleLbl="revTx" presStyleIdx="2" presStyleCnt="5">
        <dgm:presLayoutVars>
          <dgm:chMax val="0"/>
          <dgm:chPref val="0"/>
        </dgm:presLayoutVars>
      </dgm:prSet>
      <dgm:spPr/>
    </dgm:pt>
    <dgm:pt modelId="{E344FE0B-4F52-4381-AFE3-880D178A3DF9}" type="pres">
      <dgm:prSet presAssocID="{E9B4E4C6-9F86-443D-9431-F9F34A06341E}" presName="sibTrans" presStyleCnt="0"/>
      <dgm:spPr/>
    </dgm:pt>
    <dgm:pt modelId="{38CFE739-3321-46F5-9968-A9F60857CEE7}" type="pres">
      <dgm:prSet presAssocID="{C33D3991-F881-4616-BA52-EDAC8214C6AE}" presName="compNode" presStyleCnt="0"/>
      <dgm:spPr/>
    </dgm:pt>
    <dgm:pt modelId="{F6BDA916-CAF6-45D2-891C-53CD016E6D9D}" type="pres">
      <dgm:prSet presAssocID="{C33D3991-F881-4616-BA52-EDAC8214C6AE}" presName="bgRect" presStyleLbl="bgShp" presStyleIdx="3" presStyleCnt="5"/>
      <dgm:spPr/>
    </dgm:pt>
    <dgm:pt modelId="{15E42FC0-F519-49DB-8A8A-DE981CB43E0F}" type="pres">
      <dgm:prSet presAssocID="{C33D3991-F881-4616-BA52-EDAC8214C6AE}" presName="iconRect" presStyleLbl="node1" presStyleIdx="3" presStyleCnt="5"/>
      <dgm:spPr>
        <a:blipFill>
          <a:blip xmlns:r="http://schemas.openxmlformats.org/officeDocument/2006/relationships" r:embed="rId7">
            <a:extLst>
              <a:ext uri="{28A0092B-C50C-407E-A947-70E740481C1C}">
                <a14:useLocalDpi xmlns:a14="http://schemas.microsoft.com/office/drawing/2010/main" val="0"/>
              </a:ext>
              <a:ext uri="{96DAC541-7B7A-43D3-8B79-37D633B846F1}">
                <asvg:svgBlip xmlns:asvg="http://schemas.microsoft.com/office/drawing/2016/SVG/main" r:embed="rId8"/>
              </a:ext>
            </a:extLst>
          </a:blip>
          <a:stretch>
            <a:fillRect/>
          </a:stretch>
        </a:blipFill>
        <a:ln>
          <a:noFill/>
        </a:ln>
      </dgm:spPr>
      <dgm:extLst>
        <a:ext uri="{E40237B7-FDA0-4F09-8148-C483321AD2D9}">
          <dgm14:cNvPr xmlns:dgm14="http://schemas.microsoft.com/office/drawing/2010/diagram" id="0" name="" descr="Eraser"/>
        </a:ext>
      </dgm:extLst>
    </dgm:pt>
    <dgm:pt modelId="{087568DB-0473-4086-8F26-0BC8279C18BA}" type="pres">
      <dgm:prSet presAssocID="{C33D3991-F881-4616-BA52-EDAC8214C6AE}" presName="spaceRect" presStyleCnt="0"/>
      <dgm:spPr/>
    </dgm:pt>
    <dgm:pt modelId="{8353B102-EEF8-4239-AF6A-2288B733FED3}" type="pres">
      <dgm:prSet presAssocID="{C33D3991-F881-4616-BA52-EDAC8214C6AE}" presName="parTx" presStyleLbl="revTx" presStyleIdx="3" presStyleCnt="5">
        <dgm:presLayoutVars>
          <dgm:chMax val="0"/>
          <dgm:chPref val="0"/>
        </dgm:presLayoutVars>
      </dgm:prSet>
      <dgm:spPr/>
    </dgm:pt>
    <dgm:pt modelId="{40D021F8-5AD2-4B2D-8FB1-6AFEF1B6BCBB}" type="pres">
      <dgm:prSet presAssocID="{E38C65F3-3032-492E-8641-BD7DA9557A1A}" presName="sibTrans" presStyleCnt="0"/>
      <dgm:spPr/>
    </dgm:pt>
    <dgm:pt modelId="{F3F54BE1-D9AB-43D0-BEA4-C65A04FDAF5D}" type="pres">
      <dgm:prSet presAssocID="{2097D89A-A022-41A1-B741-9C3ECB151E7F}" presName="compNode" presStyleCnt="0"/>
      <dgm:spPr/>
    </dgm:pt>
    <dgm:pt modelId="{6CEE1C5A-D67C-4430-B968-DF42CF1A59EF}" type="pres">
      <dgm:prSet presAssocID="{2097D89A-A022-41A1-B741-9C3ECB151E7F}" presName="bgRect" presStyleLbl="bgShp" presStyleIdx="4" presStyleCnt="5"/>
      <dgm:spPr/>
    </dgm:pt>
    <dgm:pt modelId="{55987CA5-D84A-4053-9CC7-285983B5B7BB}" type="pres">
      <dgm:prSet presAssocID="{2097D89A-A022-41A1-B741-9C3ECB151E7F}" presName="iconRect" presStyleLbl="node1" presStyleIdx="4" presStyleCnt="5"/>
      <dgm:spPr>
        <a:blipFill>
          <a:blip xmlns:r="http://schemas.openxmlformats.org/officeDocument/2006/relationships" r:embed="rId9">
            <a:extLst>
              <a:ext uri="{28A0092B-C50C-407E-A947-70E740481C1C}">
                <a14:useLocalDpi xmlns:a14="http://schemas.microsoft.com/office/drawing/2010/main" val="0"/>
              </a:ext>
              <a:ext uri="{96DAC541-7B7A-43D3-8B79-37D633B846F1}">
                <asvg:svgBlip xmlns:asvg="http://schemas.microsoft.com/office/drawing/2016/SVG/main" r:embed="rId10"/>
              </a:ext>
            </a:extLst>
          </a:blip>
          <a:stretch>
            <a:fillRect/>
          </a:stretch>
        </a:blipFill>
        <a:ln>
          <a:noFill/>
        </a:ln>
      </dgm:spPr>
      <dgm:extLst>
        <a:ext uri="{E40237B7-FDA0-4F09-8148-C483321AD2D9}">
          <dgm14:cNvPr xmlns:dgm14="http://schemas.microsoft.com/office/drawing/2010/diagram" id="0" name="" descr="Checkmark"/>
        </a:ext>
      </dgm:extLst>
    </dgm:pt>
    <dgm:pt modelId="{4B2E5B64-1C0C-42C0-91B1-95F81E364ED7}" type="pres">
      <dgm:prSet presAssocID="{2097D89A-A022-41A1-B741-9C3ECB151E7F}" presName="spaceRect" presStyleCnt="0"/>
      <dgm:spPr/>
    </dgm:pt>
    <dgm:pt modelId="{2A91D299-C5BB-45BE-82DC-5F2B105DE7C9}" type="pres">
      <dgm:prSet presAssocID="{2097D89A-A022-41A1-B741-9C3ECB151E7F}" presName="parTx" presStyleLbl="revTx" presStyleIdx="4" presStyleCnt="5">
        <dgm:presLayoutVars>
          <dgm:chMax val="0"/>
          <dgm:chPref val="0"/>
        </dgm:presLayoutVars>
      </dgm:prSet>
      <dgm:spPr/>
    </dgm:pt>
  </dgm:ptLst>
  <dgm:cxnLst>
    <dgm:cxn modelId="{8E117547-4434-294D-B8FE-ABDC6990B148}" type="presOf" srcId="{D27141F4-405A-49ED-B61C-467B084FF648}" destId="{5CAED671-0E37-4003-8966-174AA4BEF5F9}" srcOrd="0" destOrd="0" presId="urn:microsoft.com/office/officeart/2018/2/layout/IconVerticalSolidList"/>
    <dgm:cxn modelId="{5ABC385E-269D-45C9-9EA8-FEE00E205EDE}" srcId="{21DEAB1A-7698-4060-BA8A-8FF63DB0D40E}" destId="{3611455F-C14F-4C4D-B2B3-0BB1FC477D21}" srcOrd="2" destOrd="0" parTransId="{DE2C1C01-00BD-42F4-AEBC-70845B35DB89}" sibTransId="{E9B4E4C6-9F86-443D-9431-F9F34A06341E}"/>
    <dgm:cxn modelId="{20B0646D-7B6A-9A41-9073-3606F9FB6177}" type="presOf" srcId="{3611455F-C14F-4C4D-B2B3-0BB1FC477D21}" destId="{BC82ABCB-6811-420F-A9E6-7B8ADD8B0DEC}" srcOrd="0" destOrd="0" presId="urn:microsoft.com/office/officeart/2018/2/layout/IconVerticalSolidList"/>
    <dgm:cxn modelId="{88CE8E7D-9267-40FD-8DC2-59CBC190A871}" srcId="{21DEAB1A-7698-4060-BA8A-8FF63DB0D40E}" destId="{C33D3991-F881-4616-BA52-EDAC8214C6AE}" srcOrd="3" destOrd="0" parTransId="{D61F8D84-F584-4100-970A-ADEAD5FBD3B4}" sibTransId="{E38C65F3-3032-492E-8641-BD7DA9557A1A}"/>
    <dgm:cxn modelId="{64C6B187-B125-7D45-BAEE-717F57041C31}" type="presOf" srcId="{21DEAB1A-7698-4060-BA8A-8FF63DB0D40E}" destId="{9A8B4606-3574-4E4E-9D65-26ADD251E51B}" srcOrd="0" destOrd="0" presId="urn:microsoft.com/office/officeart/2018/2/layout/IconVerticalSolidList"/>
    <dgm:cxn modelId="{1E3E67A1-0AC6-49EA-9AC4-0ED298F084EB}" srcId="{21DEAB1A-7698-4060-BA8A-8FF63DB0D40E}" destId="{D27141F4-405A-49ED-B61C-467B084FF648}" srcOrd="1" destOrd="0" parTransId="{2AB02756-DE14-40D5-BE9C-22FB19D6A06E}" sibTransId="{66069FD4-A337-47D8-B442-5414B2613544}"/>
    <dgm:cxn modelId="{A9C8B2AB-8376-E447-B967-0EBE7687E40C}" type="presOf" srcId="{C33D3991-F881-4616-BA52-EDAC8214C6AE}" destId="{8353B102-EEF8-4239-AF6A-2288B733FED3}" srcOrd="0" destOrd="0" presId="urn:microsoft.com/office/officeart/2018/2/layout/IconVerticalSolidList"/>
    <dgm:cxn modelId="{F8C746AC-AE3D-401A-89F5-BB78453D8C69}" srcId="{21DEAB1A-7698-4060-BA8A-8FF63DB0D40E}" destId="{4D79273B-4005-4099-95C4-A8C7B3E7E495}" srcOrd="0" destOrd="0" parTransId="{4D45AFB3-9692-4368-B5F2-81EE83E05953}" sibTransId="{EF2BBFB7-B169-4564-9F68-2E5C20B7BD3B}"/>
    <dgm:cxn modelId="{A5E6E8B8-447B-0645-8755-00B0750EECBA}" type="presOf" srcId="{4D79273B-4005-4099-95C4-A8C7B3E7E495}" destId="{F16172B1-4F4D-41D6-8FE7-E914563641F1}" srcOrd="0" destOrd="0" presId="urn:microsoft.com/office/officeart/2018/2/layout/IconVerticalSolidList"/>
    <dgm:cxn modelId="{E1615CE1-F2AC-8843-997E-47CC27CA22B1}" type="presOf" srcId="{2097D89A-A022-41A1-B741-9C3ECB151E7F}" destId="{2A91D299-C5BB-45BE-82DC-5F2B105DE7C9}" srcOrd="0" destOrd="0" presId="urn:microsoft.com/office/officeart/2018/2/layout/IconVerticalSolidList"/>
    <dgm:cxn modelId="{A985F6E4-857B-435C-95D3-F2B654ACC5EB}" srcId="{21DEAB1A-7698-4060-BA8A-8FF63DB0D40E}" destId="{2097D89A-A022-41A1-B741-9C3ECB151E7F}" srcOrd="4" destOrd="0" parTransId="{3949082E-9334-4D73-934F-D9A196B8B0BC}" sibTransId="{82D371C5-C0EA-4066-828E-1822DA44FB3A}"/>
    <dgm:cxn modelId="{4E445EFF-DB62-444A-B03C-521B16D285DB}" type="presParOf" srcId="{9A8B4606-3574-4E4E-9D65-26ADD251E51B}" destId="{75BF26E9-BFF7-48F2-95F8-6980D715CA61}" srcOrd="0" destOrd="0" presId="urn:microsoft.com/office/officeart/2018/2/layout/IconVerticalSolidList"/>
    <dgm:cxn modelId="{796FEEA6-9794-5545-8880-B97B090C131E}" type="presParOf" srcId="{75BF26E9-BFF7-48F2-95F8-6980D715CA61}" destId="{C4F1D9E3-14DB-4A33-9FA6-D8AE12785F4D}" srcOrd="0" destOrd="0" presId="urn:microsoft.com/office/officeart/2018/2/layout/IconVerticalSolidList"/>
    <dgm:cxn modelId="{18CAC981-430C-044A-85A3-6F26772800BE}" type="presParOf" srcId="{75BF26E9-BFF7-48F2-95F8-6980D715CA61}" destId="{723600A9-E643-4C4B-AC00-10B392D949FC}" srcOrd="1" destOrd="0" presId="urn:microsoft.com/office/officeart/2018/2/layout/IconVerticalSolidList"/>
    <dgm:cxn modelId="{EEF0809E-7B69-0C43-9218-6C6FF7910978}" type="presParOf" srcId="{75BF26E9-BFF7-48F2-95F8-6980D715CA61}" destId="{6019C27E-C3FF-4A4D-AD53-5F889CDCAFCE}" srcOrd="2" destOrd="0" presId="urn:microsoft.com/office/officeart/2018/2/layout/IconVerticalSolidList"/>
    <dgm:cxn modelId="{AC7EA809-9782-6846-9B79-89BC5B2137AE}" type="presParOf" srcId="{75BF26E9-BFF7-48F2-95F8-6980D715CA61}" destId="{F16172B1-4F4D-41D6-8FE7-E914563641F1}" srcOrd="3" destOrd="0" presId="urn:microsoft.com/office/officeart/2018/2/layout/IconVerticalSolidList"/>
    <dgm:cxn modelId="{30C70EA4-DFC7-0540-8AB0-64BEB68B7D71}" type="presParOf" srcId="{9A8B4606-3574-4E4E-9D65-26ADD251E51B}" destId="{3651206E-3B04-4B88-9781-67D81588989E}" srcOrd="1" destOrd="0" presId="urn:microsoft.com/office/officeart/2018/2/layout/IconVerticalSolidList"/>
    <dgm:cxn modelId="{5279D661-88BE-F24F-801E-F1CC228C25AE}" type="presParOf" srcId="{9A8B4606-3574-4E4E-9D65-26ADD251E51B}" destId="{C99F794C-EA1C-4382-926A-C584A1A5585D}" srcOrd="2" destOrd="0" presId="urn:microsoft.com/office/officeart/2018/2/layout/IconVerticalSolidList"/>
    <dgm:cxn modelId="{3054DF9F-177F-504D-9059-11A19E72FA31}" type="presParOf" srcId="{C99F794C-EA1C-4382-926A-C584A1A5585D}" destId="{37913D28-F096-4FA4-A61F-E50D2C7FDAEB}" srcOrd="0" destOrd="0" presId="urn:microsoft.com/office/officeart/2018/2/layout/IconVerticalSolidList"/>
    <dgm:cxn modelId="{9B098A43-8DE1-4E49-88E5-29413C5CC219}" type="presParOf" srcId="{C99F794C-EA1C-4382-926A-C584A1A5585D}" destId="{8D7365B3-15C2-4831-AB94-BD4ACA1F048A}" srcOrd="1" destOrd="0" presId="urn:microsoft.com/office/officeart/2018/2/layout/IconVerticalSolidList"/>
    <dgm:cxn modelId="{3CE03E29-92FB-E147-8E2F-D300104590E9}" type="presParOf" srcId="{C99F794C-EA1C-4382-926A-C584A1A5585D}" destId="{5C985F59-93E6-4233-8AFC-28DBF71C959B}" srcOrd="2" destOrd="0" presId="urn:microsoft.com/office/officeart/2018/2/layout/IconVerticalSolidList"/>
    <dgm:cxn modelId="{69607F90-5095-6B4C-B654-6DBB6670F474}" type="presParOf" srcId="{C99F794C-EA1C-4382-926A-C584A1A5585D}" destId="{5CAED671-0E37-4003-8966-174AA4BEF5F9}" srcOrd="3" destOrd="0" presId="urn:microsoft.com/office/officeart/2018/2/layout/IconVerticalSolidList"/>
    <dgm:cxn modelId="{D1DB4C74-E1CE-3E42-88C8-6F2B2F772787}" type="presParOf" srcId="{9A8B4606-3574-4E4E-9D65-26ADD251E51B}" destId="{D99038FA-3A8A-471F-B085-A533ED1A2510}" srcOrd="3" destOrd="0" presId="urn:microsoft.com/office/officeart/2018/2/layout/IconVerticalSolidList"/>
    <dgm:cxn modelId="{32459099-2B87-864B-BA98-AB006B9DE652}" type="presParOf" srcId="{9A8B4606-3574-4E4E-9D65-26ADD251E51B}" destId="{DF117C58-0100-48C2-80D7-A362FBE3A93E}" srcOrd="4" destOrd="0" presId="urn:microsoft.com/office/officeart/2018/2/layout/IconVerticalSolidList"/>
    <dgm:cxn modelId="{599A1E18-B710-AF40-81D1-669683AB5FD3}" type="presParOf" srcId="{DF117C58-0100-48C2-80D7-A362FBE3A93E}" destId="{780B81C9-918B-4880-8D44-4C21A4ADB868}" srcOrd="0" destOrd="0" presId="urn:microsoft.com/office/officeart/2018/2/layout/IconVerticalSolidList"/>
    <dgm:cxn modelId="{60686C82-1310-D949-B4DD-1BBD201F3F68}" type="presParOf" srcId="{DF117C58-0100-48C2-80D7-A362FBE3A93E}" destId="{C7F71039-30AE-45C0-BF50-F3CED8503C19}" srcOrd="1" destOrd="0" presId="urn:microsoft.com/office/officeart/2018/2/layout/IconVerticalSolidList"/>
    <dgm:cxn modelId="{5253BCC8-6784-BE4C-B1BD-0E00B0634519}" type="presParOf" srcId="{DF117C58-0100-48C2-80D7-A362FBE3A93E}" destId="{677FDCFF-9306-430F-987F-4353651965A4}" srcOrd="2" destOrd="0" presId="urn:microsoft.com/office/officeart/2018/2/layout/IconVerticalSolidList"/>
    <dgm:cxn modelId="{28DE12FC-E462-0A4A-8BF0-A0E180C43ED1}" type="presParOf" srcId="{DF117C58-0100-48C2-80D7-A362FBE3A93E}" destId="{BC82ABCB-6811-420F-A9E6-7B8ADD8B0DEC}" srcOrd="3" destOrd="0" presId="urn:microsoft.com/office/officeart/2018/2/layout/IconVerticalSolidList"/>
    <dgm:cxn modelId="{E3B6B759-7B3D-E74F-BB1D-16DF8A650AEC}" type="presParOf" srcId="{9A8B4606-3574-4E4E-9D65-26ADD251E51B}" destId="{E344FE0B-4F52-4381-AFE3-880D178A3DF9}" srcOrd="5" destOrd="0" presId="urn:microsoft.com/office/officeart/2018/2/layout/IconVerticalSolidList"/>
    <dgm:cxn modelId="{64404ED7-BB83-574D-8BC0-F31E67773F3F}" type="presParOf" srcId="{9A8B4606-3574-4E4E-9D65-26ADD251E51B}" destId="{38CFE739-3321-46F5-9968-A9F60857CEE7}" srcOrd="6" destOrd="0" presId="urn:microsoft.com/office/officeart/2018/2/layout/IconVerticalSolidList"/>
    <dgm:cxn modelId="{54B3A1C6-1013-F347-9733-D51EC4DBC213}" type="presParOf" srcId="{38CFE739-3321-46F5-9968-A9F60857CEE7}" destId="{F6BDA916-CAF6-45D2-891C-53CD016E6D9D}" srcOrd="0" destOrd="0" presId="urn:microsoft.com/office/officeart/2018/2/layout/IconVerticalSolidList"/>
    <dgm:cxn modelId="{82A05527-277D-B748-9295-7996D098D134}" type="presParOf" srcId="{38CFE739-3321-46F5-9968-A9F60857CEE7}" destId="{15E42FC0-F519-49DB-8A8A-DE981CB43E0F}" srcOrd="1" destOrd="0" presId="urn:microsoft.com/office/officeart/2018/2/layout/IconVerticalSolidList"/>
    <dgm:cxn modelId="{60A2201A-3AC9-F34A-8B44-770EA1C33E7E}" type="presParOf" srcId="{38CFE739-3321-46F5-9968-A9F60857CEE7}" destId="{087568DB-0473-4086-8F26-0BC8279C18BA}" srcOrd="2" destOrd="0" presId="urn:microsoft.com/office/officeart/2018/2/layout/IconVerticalSolidList"/>
    <dgm:cxn modelId="{27370DF9-8F9B-5D42-8B80-262A07B6BA4B}" type="presParOf" srcId="{38CFE739-3321-46F5-9968-A9F60857CEE7}" destId="{8353B102-EEF8-4239-AF6A-2288B733FED3}" srcOrd="3" destOrd="0" presId="urn:microsoft.com/office/officeart/2018/2/layout/IconVerticalSolidList"/>
    <dgm:cxn modelId="{4A44FDC4-773A-FB46-BF4C-CFF3F2D43BFE}" type="presParOf" srcId="{9A8B4606-3574-4E4E-9D65-26ADD251E51B}" destId="{40D021F8-5AD2-4B2D-8FB1-6AFEF1B6BCBB}" srcOrd="7" destOrd="0" presId="urn:microsoft.com/office/officeart/2018/2/layout/IconVerticalSolidList"/>
    <dgm:cxn modelId="{4775C996-33A6-5940-846C-A34E9E0BE440}" type="presParOf" srcId="{9A8B4606-3574-4E4E-9D65-26ADD251E51B}" destId="{F3F54BE1-D9AB-43D0-BEA4-C65A04FDAF5D}" srcOrd="8" destOrd="0" presId="urn:microsoft.com/office/officeart/2018/2/layout/IconVerticalSolidList"/>
    <dgm:cxn modelId="{DE1613F7-73BB-7940-83A1-946EAF331E80}" type="presParOf" srcId="{F3F54BE1-D9AB-43D0-BEA4-C65A04FDAF5D}" destId="{6CEE1C5A-D67C-4430-B968-DF42CF1A59EF}" srcOrd="0" destOrd="0" presId="urn:microsoft.com/office/officeart/2018/2/layout/IconVerticalSolidList"/>
    <dgm:cxn modelId="{F3D84C69-FC9F-8B49-9F6C-C5C1ED3E5401}" type="presParOf" srcId="{F3F54BE1-D9AB-43D0-BEA4-C65A04FDAF5D}" destId="{55987CA5-D84A-4053-9CC7-285983B5B7BB}" srcOrd="1" destOrd="0" presId="urn:microsoft.com/office/officeart/2018/2/layout/IconVerticalSolidList"/>
    <dgm:cxn modelId="{18498298-48E2-484D-8E2A-7EFE343B0603}" type="presParOf" srcId="{F3F54BE1-D9AB-43D0-BEA4-C65A04FDAF5D}" destId="{4B2E5B64-1C0C-42C0-91B1-95F81E364ED7}" srcOrd="2" destOrd="0" presId="urn:microsoft.com/office/officeart/2018/2/layout/IconVerticalSolidList"/>
    <dgm:cxn modelId="{571406C0-730F-974C-8CE6-62896FB065CA}" type="presParOf" srcId="{F3F54BE1-D9AB-43D0-BEA4-C65A04FDAF5D}" destId="{2A91D299-C5BB-45BE-82DC-5F2B105DE7C9}" srcOrd="3" destOrd="0" presId="urn:microsoft.com/office/officeart/2018/2/layout/IconVerticalSolidList"/>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ata3.xml><?xml version="1.0" encoding="utf-8"?>
<dgm:dataModel xmlns:dgm="http://schemas.openxmlformats.org/drawingml/2006/diagram" xmlns:a="http://schemas.openxmlformats.org/drawingml/2006/main">
  <dgm:ptLst>
    <dgm:pt modelId="{89BEA7AC-28D1-4A0D-B657-609DE1CF3DD2}" type="doc">
      <dgm:prSet loTypeId="urn:microsoft.com/office/officeart/2005/8/layout/vList2" loCatId="list" qsTypeId="urn:microsoft.com/office/officeart/2005/8/quickstyle/simple1" qsCatId="simple" csTypeId="urn:microsoft.com/office/officeart/2005/8/colors/accent1_2" csCatId="accent1"/>
      <dgm:spPr/>
      <dgm:t>
        <a:bodyPr/>
        <a:lstStyle/>
        <a:p>
          <a:endParaRPr lang="en-US"/>
        </a:p>
      </dgm:t>
    </dgm:pt>
    <dgm:pt modelId="{BEAF5C62-FC41-4858-A160-43BED64968C7}">
      <dgm:prSet/>
      <dgm:spPr/>
      <dgm:t>
        <a:bodyPr/>
        <a:lstStyle/>
        <a:p>
          <a:r>
            <a:rPr lang="en-US"/>
            <a:t>Single-leader block assembly bottlenecks throughput and raises latency.</a:t>
          </a:r>
        </a:p>
      </dgm:t>
    </dgm:pt>
    <dgm:pt modelId="{6D3C05AC-20E4-4A39-ADCD-3A586FABF47D}" type="parTrans" cxnId="{A6731F93-E45A-4E92-A714-5E7DD2D52EB1}">
      <dgm:prSet/>
      <dgm:spPr/>
      <dgm:t>
        <a:bodyPr/>
        <a:lstStyle/>
        <a:p>
          <a:endParaRPr lang="en-US"/>
        </a:p>
      </dgm:t>
    </dgm:pt>
    <dgm:pt modelId="{908B4091-1D80-4E4E-90F1-F5BC567A80E4}" type="sibTrans" cxnId="{A6731F93-E45A-4E92-A714-5E7DD2D52EB1}">
      <dgm:prSet/>
      <dgm:spPr/>
      <dgm:t>
        <a:bodyPr/>
        <a:lstStyle/>
        <a:p>
          <a:endParaRPr lang="en-US"/>
        </a:p>
      </dgm:t>
    </dgm:pt>
    <dgm:pt modelId="{2423AB3F-95E7-41DF-B2A1-96DD972A1331}">
      <dgm:prSet/>
      <dgm:spPr/>
      <dgm:t>
        <a:bodyPr/>
        <a:lstStyle/>
        <a:p>
          <a:r>
            <a:rPr lang="en-US"/>
            <a:t>Our approach lets multiple miners to win per round and then contribute towards building a block in parallel.</a:t>
          </a:r>
        </a:p>
      </dgm:t>
    </dgm:pt>
    <dgm:pt modelId="{D6322742-FB94-452F-9D5D-F393A35A469B}" type="parTrans" cxnId="{E0CD1CDD-83EB-4BC3-9B13-4E76BCC8DBA9}">
      <dgm:prSet/>
      <dgm:spPr/>
      <dgm:t>
        <a:bodyPr/>
        <a:lstStyle/>
        <a:p>
          <a:endParaRPr lang="en-US"/>
        </a:p>
      </dgm:t>
    </dgm:pt>
    <dgm:pt modelId="{8D1F152A-4115-4C70-A485-68491C642866}" type="sibTrans" cxnId="{E0CD1CDD-83EB-4BC3-9B13-4E76BCC8DBA9}">
      <dgm:prSet/>
      <dgm:spPr/>
      <dgm:t>
        <a:bodyPr/>
        <a:lstStyle/>
        <a:p>
          <a:endParaRPr lang="en-US"/>
        </a:p>
      </dgm:t>
    </dgm:pt>
    <dgm:pt modelId="{B794EA1B-23E2-4219-BE7B-B0A20D7C1209}">
      <dgm:prSet/>
      <dgm:spPr/>
      <dgm:t>
        <a:bodyPr/>
        <a:lstStyle/>
        <a:p>
          <a:r>
            <a:rPr lang="en-US"/>
            <a:t>Each winner assembles a shard, where shard headers are coordinated and ordered deterministically to form a block.</a:t>
          </a:r>
        </a:p>
      </dgm:t>
    </dgm:pt>
    <dgm:pt modelId="{2A439DA4-FB1C-4C46-9F8E-4A40D7663053}" type="parTrans" cxnId="{6242814A-67FC-4DB2-BB6D-D7FD29B58A3F}">
      <dgm:prSet/>
      <dgm:spPr/>
      <dgm:t>
        <a:bodyPr/>
        <a:lstStyle/>
        <a:p>
          <a:endParaRPr lang="en-US"/>
        </a:p>
      </dgm:t>
    </dgm:pt>
    <dgm:pt modelId="{9743AA34-C791-47DD-A54C-683F73069A56}" type="sibTrans" cxnId="{6242814A-67FC-4DB2-BB6D-D7FD29B58A3F}">
      <dgm:prSet/>
      <dgm:spPr/>
      <dgm:t>
        <a:bodyPr/>
        <a:lstStyle/>
        <a:p>
          <a:endParaRPr lang="en-US"/>
        </a:p>
      </dgm:t>
    </dgm:pt>
    <dgm:pt modelId="{414846CE-B929-49D7-A0A0-5FA394C7DBA2}">
      <dgm:prSet/>
      <dgm:spPr/>
      <dgm:t>
        <a:bodyPr/>
        <a:lstStyle/>
        <a:p>
          <a:r>
            <a:rPr lang="en-US"/>
            <a:t>This would help us benchmark and determine that at how many shards do we get the best throughput while maintaining a stable latency over the network.</a:t>
          </a:r>
        </a:p>
      </dgm:t>
    </dgm:pt>
    <dgm:pt modelId="{9BCB737D-928C-4635-9DCF-263667BF7862}" type="parTrans" cxnId="{DD5D8578-378B-43D5-BFC7-A00F5F4C538C}">
      <dgm:prSet/>
      <dgm:spPr/>
      <dgm:t>
        <a:bodyPr/>
        <a:lstStyle/>
        <a:p>
          <a:endParaRPr lang="en-US"/>
        </a:p>
      </dgm:t>
    </dgm:pt>
    <dgm:pt modelId="{4E6C8CFC-83A3-439E-B6AC-272DEB18A310}" type="sibTrans" cxnId="{DD5D8578-378B-43D5-BFC7-A00F5F4C538C}">
      <dgm:prSet/>
      <dgm:spPr/>
      <dgm:t>
        <a:bodyPr/>
        <a:lstStyle/>
        <a:p>
          <a:endParaRPr lang="en-US"/>
        </a:p>
      </dgm:t>
    </dgm:pt>
    <dgm:pt modelId="{516F432A-3D05-A844-809F-4929CE39D4FC}" type="pres">
      <dgm:prSet presAssocID="{89BEA7AC-28D1-4A0D-B657-609DE1CF3DD2}" presName="linear" presStyleCnt="0">
        <dgm:presLayoutVars>
          <dgm:animLvl val="lvl"/>
          <dgm:resizeHandles val="exact"/>
        </dgm:presLayoutVars>
      </dgm:prSet>
      <dgm:spPr/>
    </dgm:pt>
    <dgm:pt modelId="{BC83371C-6554-B842-B6B7-6C4F3FC78EF4}" type="pres">
      <dgm:prSet presAssocID="{BEAF5C62-FC41-4858-A160-43BED64968C7}" presName="parentText" presStyleLbl="node1" presStyleIdx="0" presStyleCnt="4">
        <dgm:presLayoutVars>
          <dgm:chMax val="0"/>
          <dgm:bulletEnabled val="1"/>
        </dgm:presLayoutVars>
      </dgm:prSet>
      <dgm:spPr/>
    </dgm:pt>
    <dgm:pt modelId="{0C8A492E-A5A8-B348-B0E6-32F167200762}" type="pres">
      <dgm:prSet presAssocID="{908B4091-1D80-4E4E-90F1-F5BC567A80E4}" presName="spacer" presStyleCnt="0"/>
      <dgm:spPr/>
    </dgm:pt>
    <dgm:pt modelId="{4670B83A-6534-934D-9DB0-F2F3081A7FF3}" type="pres">
      <dgm:prSet presAssocID="{2423AB3F-95E7-41DF-B2A1-96DD972A1331}" presName="parentText" presStyleLbl="node1" presStyleIdx="1" presStyleCnt="4">
        <dgm:presLayoutVars>
          <dgm:chMax val="0"/>
          <dgm:bulletEnabled val="1"/>
        </dgm:presLayoutVars>
      </dgm:prSet>
      <dgm:spPr/>
    </dgm:pt>
    <dgm:pt modelId="{3EF65363-0D7E-DA49-8ECF-81AD3C66D65A}" type="pres">
      <dgm:prSet presAssocID="{8D1F152A-4115-4C70-A485-68491C642866}" presName="spacer" presStyleCnt="0"/>
      <dgm:spPr/>
    </dgm:pt>
    <dgm:pt modelId="{BA6BEF41-9328-2347-8C46-7E24767BCF16}" type="pres">
      <dgm:prSet presAssocID="{B794EA1B-23E2-4219-BE7B-B0A20D7C1209}" presName="parentText" presStyleLbl="node1" presStyleIdx="2" presStyleCnt="4">
        <dgm:presLayoutVars>
          <dgm:chMax val="0"/>
          <dgm:bulletEnabled val="1"/>
        </dgm:presLayoutVars>
      </dgm:prSet>
      <dgm:spPr/>
    </dgm:pt>
    <dgm:pt modelId="{92443ACD-32A5-B648-BFE7-D27444BB720E}" type="pres">
      <dgm:prSet presAssocID="{9743AA34-C791-47DD-A54C-683F73069A56}" presName="spacer" presStyleCnt="0"/>
      <dgm:spPr/>
    </dgm:pt>
    <dgm:pt modelId="{1F82082B-DA70-F14C-A3F9-C2C1A7530721}" type="pres">
      <dgm:prSet presAssocID="{414846CE-B929-49D7-A0A0-5FA394C7DBA2}" presName="parentText" presStyleLbl="node1" presStyleIdx="3" presStyleCnt="4">
        <dgm:presLayoutVars>
          <dgm:chMax val="0"/>
          <dgm:bulletEnabled val="1"/>
        </dgm:presLayoutVars>
      </dgm:prSet>
      <dgm:spPr/>
    </dgm:pt>
  </dgm:ptLst>
  <dgm:cxnLst>
    <dgm:cxn modelId="{6242814A-67FC-4DB2-BB6D-D7FD29B58A3F}" srcId="{89BEA7AC-28D1-4A0D-B657-609DE1CF3DD2}" destId="{B794EA1B-23E2-4219-BE7B-B0A20D7C1209}" srcOrd="2" destOrd="0" parTransId="{2A439DA4-FB1C-4C46-9F8E-4A40D7663053}" sibTransId="{9743AA34-C791-47DD-A54C-683F73069A56}"/>
    <dgm:cxn modelId="{76B6C159-34E8-334B-912A-65DE8C14AC13}" type="presOf" srcId="{BEAF5C62-FC41-4858-A160-43BED64968C7}" destId="{BC83371C-6554-B842-B6B7-6C4F3FC78EF4}" srcOrd="0" destOrd="0" presId="urn:microsoft.com/office/officeart/2005/8/layout/vList2"/>
    <dgm:cxn modelId="{9EAEED5E-AFB4-BA40-874B-80B7BECAF31C}" type="presOf" srcId="{414846CE-B929-49D7-A0A0-5FA394C7DBA2}" destId="{1F82082B-DA70-F14C-A3F9-C2C1A7530721}" srcOrd="0" destOrd="0" presId="urn:microsoft.com/office/officeart/2005/8/layout/vList2"/>
    <dgm:cxn modelId="{83E75E75-FD82-384B-B71C-59B985F50ABE}" type="presOf" srcId="{2423AB3F-95E7-41DF-B2A1-96DD972A1331}" destId="{4670B83A-6534-934D-9DB0-F2F3081A7FF3}" srcOrd="0" destOrd="0" presId="urn:microsoft.com/office/officeart/2005/8/layout/vList2"/>
    <dgm:cxn modelId="{DD5D8578-378B-43D5-BFC7-A00F5F4C538C}" srcId="{89BEA7AC-28D1-4A0D-B657-609DE1CF3DD2}" destId="{414846CE-B929-49D7-A0A0-5FA394C7DBA2}" srcOrd="3" destOrd="0" parTransId="{9BCB737D-928C-4635-9DCF-263667BF7862}" sibTransId="{4E6C8CFC-83A3-439E-B6AC-272DEB18A310}"/>
    <dgm:cxn modelId="{A6731F93-E45A-4E92-A714-5E7DD2D52EB1}" srcId="{89BEA7AC-28D1-4A0D-B657-609DE1CF3DD2}" destId="{BEAF5C62-FC41-4858-A160-43BED64968C7}" srcOrd="0" destOrd="0" parTransId="{6D3C05AC-20E4-4A39-ADCD-3A586FABF47D}" sibTransId="{908B4091-1D80-4E4E-90F1-F5BC567A80E4}"/>
    <dgm:cxn modelId="{0A961FA8-93D7-D846-AE86-448FAE9C8551}" type="presOf" srcId="{B794EA1B-23E2-4219-BE7B-B0A20D7C1209}" destId="{BA6BEF41-9328-2347-8C46-7E24767BCF16}" srcOrd="0" destOrd="0" presId="urn:microsoft.com/office/officeart/2005/8/layout/vList2"/>
    <dgm:cxn modelId="{9D9801A9-569D-2946-A562-B6E80D76B3A4}" type="presOf" srcId="{89BEA7AC-28D1-4A0D-B657-609DE1CF3DD2}" destId="{516F432A-3D05-A844-809F-4929CE39D4FC}" srcOrd="0" destOrd="0" presId="urn:microsoft.com/office/officeart/2005/8/layout/vList2"/>
    <dgm:cxn modelId="{E0CD1CDD-83EB-4BC3-9B13-4E76BCC8DBA9}" srcId="{89BEA7AC-28D1-4A0D-B657-609DE1CF3DD2}" destId="{2423AB3F-95E7-41DF-B2A1-96DD972A1331}" srcOrd="1" destOrd="0" parTransId="{D6322742-FB94-452F-9D5D-F393A35A469B}" sibTransId="{8D1F152A-4115-4C70-A485-68491C642866}"/>
    <dgm:cxn modelId="{530BC797-8221-6B4F-8922-72DFB7735541}" type="presParOf" srcId="{516F432A-3D05-A844-809F-4929CE39D4FC}" destId="{BC83371C-6554-B842-B6B7-6C4F3FC78EF4}" srcOrd="0" destOrd="0" presId="urn:microsoft.com/office/officeart/2005/8/layout/vList2"/>
    <dgm:cxn modelId="{89486ED2-9A41-D64A-985C-391243BF0AF5}" type="presParOf" srcId="{516F432A-3D05-A844-809F-4929CE39D4FC}" destId="{0C8A492E-A5A8-B348-B0E6-32F167200762}" srcOrd="1" destOrd="0" presId="urn:microsoft.com/office/officeart/2005/8/layout/vList2"/>
    <dgm:cxn modelId="{2714F6E1-AA15-2847-82C7-FE073ADED72B}" type="presParOf" srcId="{516F432A-3D05-A844-809F-4929CE39D4FC}" destId="{4670B83A-6534-934D-9DB0-F2F3081A7FF3}" srcOrd="2" destOrd="0" presId="urn:microsoft.com/office/officeart/2005/8/layout/vList2"/>
    <dgm:cxn modelId="{68430889-F2EA-5642-8528-A3119889768B}" type="presParOf" srcId="{516F432A-3D05-A844-809F-4929CE39D4FC}" destId="{3EF65363-0D7E-DA49-8ECF-81AD3C66D65A}" srcOrd="3" destOrd="0" presId="urn:microsoft.com/office/officeart/2005/8/layout/vList2"/>
    <dgm:cxn modelId="{CA61F1DC-6BE6-774B-B506-7C664024D525}" type="presParOf" srcId="{516F432A-3D05-A844-809F-4929CE39D4FC}" destId="{BA6BEF41-9328-2347-8C46-7E24767BCF16}" srcOrd="4" destOrd="0" presId="urn:microsoft.com/office/officeart/2005/8/layout/vList2"/>
    <dgm:cxn modelId="{D5E46290-F9CF-2149-89F4-BD47DE889056}" type="presParOf" srcId="{516F432A-3D05-A844-809F-4929CE39D4FC}" destId="{92443ACD-32A5-B648-BFE7-D27444BB720E}" srcOrd="5" destOrd="0" presId="urn:microsoft.com/office/officeart/2005/8/layout/vList2"/>
    <dgm:cxn modelId="{2C437F0F-FC99-EE4D-A006-1C07EF759DEE}" type="presParOf" srcId="{516F432A-3D05-A844-809F-4929CE39D4FC}" destId="{1F82082B-DA70-F14C-A3F9-C2C1A7530721}" srcOrd="6"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4.xml><?xml version="1.0" encoding="utf-8"?>
<dgm:dataModel xmlns:dgm="http://schemas.openxmlformats.org/drawingml/2006/diagram" xmlns:a="http://schemas.openxmlformats.org/drawingml/2006/main">
  <dgm:ptLst>
    <dgm:pt modelId="{D551355F-9411-4F3B-B258-9EF66ADFD6BC}" type="doc">
      <dgm:prSet loTypeId="urn:microsoft.com/office/officeart/2005/8/layout/default" loCatId="list" qsTypeId="urn:microsoft.com/office/officeart/2005/8/quickstyle/simple1" qsCatId="simple" csTypeId="urn:microsoft.com/office/officeart/2005/8/colors/colorful2" csCatId="colorful"/>
      <dgm:spPr/>
      <dgm:t>
        <a:bodyPr/>
        <a:lstStyle/>
        <a:p>
          <a:endParaRPr lang="en-US"/>
        </a:p>
      </dgm:t>
    </dgm:pt>
    <dgm:pt modelId="{EBA2E775-1F29-4FD9-BB3A-114D16F08E88}">
      <dgm:prSet/>
      <dgm:spPr/>
      <dgm:t>
        <a:bodyPr/>
        <a:lstStyle/>
        <a:p>
          <a:r>
            <a:rPr lang="en-US"/>
            <a:t>Many participants run the consensus mechanism.</a:t>
          </a:r>
        </a:p>
      </dgm:t>
    </dgm:pt>
    <dgm:pt modelId="{3EB37BD8-801D-4547-8D66-32FD385CA1B1}" type="parTrans" cxnId="{7081C8F4-0909-4D9F-B955-DE40742D8C6D}">
      <dgm:prSet/>
      <dgm:spPr/>
      <dgm:t>
        <a:bodyPr/>
        <a:lstStyle/>
        <a:p>
          <a:endParaRPr lang="en-US"/>
        </a:p>
      </dgm:t>
    </dgm:pt>
    <dgm:pt modelId="{559F0E5E-6929-496F-9222-D3DA0E57B893}" type="sibTrans" cxnId="{7081C8F4-0909-4D9F-B955-DE40742D8C6D}">
      <dgm:prSet/>
      <dgm:spPr/>
      <dgm:t>
        <a:bodyPr/>
        <a:lstStyle/>
        <a:p>
          <a:endParaRPr lang="en-US"/>
        </a:p>
      </dgm:t>
    </dgm:pt>
    <dgm:pt modelId="{50DD3B39-0D8E-4069-A0B1-C3C6EE805B43}">
      <dgm:prSet/>
      <dgm:spPr/>
      <dgm:t>
        <a:bodyPr/>
        <a:lstStyle/>
        <a:p>
          <a:r>
            <a:rPr lang="en-US"/>
            <a:t>Let’s say after that we have multiple winners for that round based on the difficulty and mechanism, each winner will be counted as a single shard in that case.</a:t>
          </a:r>
        </a:p>
      </dgm:t>
    </dgm:pt>
    <dgm:pt modelId="{5F91E326-0AA6-4E6A-9B8F-7895B3B6746C}" type="parTrans" cxnId="{51204189-780F-48DC-AC6F-A6A096D35421}">
      <dgm:prSet/>
      <dgm:spPr/>
      <dgm:t>
        <a:bodyPr/>
        <a:lstStyle/>
        <a:p>
          <a:endParaRPr lang="en-US"/>
        </a:p>
      </dgm:t>
    </dgm:pt>
    <dgm:pt modelId="{B8F2D5C6-415E-478C-AC29-025F4636294B}" type="sibTrans" cxnId="{51204189-780F-48DC-AC6F-A6A096D35421}">
      <dgm:prSet/>
      <dgm:spPr/>
      <dgm:t>
        <a:bodyPr/>
        <a:lstStyle/>
        <a:p>
          <a:endParaRPr lang="en-US"/>
        </a:p>
      </dgm:t>
    </dgm:pt>
    <dgm:pt modelId="{A3FD5C15-F3B8-4314-864E-7FC9C839ADDF}">
      <dgm:prSet/>
      <dgm:spPr/>
      <dgm:t>
        <a:bodyPr/>
        <a:lstStyle/>
        <a:p>
          <a:r>
            <a:rPr lang="en-US"/>
            <a:t>Each shard or the winner would have their own disjoint subset of state and transactions.</a:t>
          </a:r>
        </a:p>
      </dgm:t>
    </dgm:pt>
    <dgm:pt modelId="{2007328E-34DC-4A54-9658-C095012910CB}" type="parTrans" cxnId="{03BB153A-757C-4756-8B10-7722579E5748}">
      <dgm:prSet/>
      <dgm:spPr/>
      <dgm:t>
        <a:bodyPr/>
        <a:lstStyle/>
        <a:p>
          <a:endParaRPr lang="en-US"/>
        </a:p>
      </dgm:t>
    </dgm:pt>
    <dgm:pt modelId="{6E9B7E65-D6BC-4152-B7F3-C2A8E27D52BF}" type="sibTrans" cxnId="{03BB153A-757C-4756-8B10-7722579E5748}">
      <dgm:prSet/>
      <dgm:spPr/>
      <dgm:t>
        <a:bodyPr/>
        <a:lstStyle/>
        <a:p>
          <a:endParaRPr lang="en-US"/>
        </a:p>
      </dgm:t>
    </dgm:pt>
    <dgm:pt modelId="{57D864D7-2BA7-49DD-89BB-5ECFF69CBD76}">
      <dgm:prSet/>
      <dgm:spPr/>
      <dgm:t>
        <a:bodyPr/>
        <a:lstStyle/>
        <a:p>
          <a:r>
            <a:rPr lang="en-US"/>
            <a:t>Winners would execute the transactions for their shard and produce the shard output.</a:t>
          </a:r>
        </a:p>
      </dgm:t>
    </dgm:pt>
    <dgm:pt modelId="{C215144B-AE61-47F2-B1EF-C5E9FD8FD283}" type="parTrans" cxnId="{8A073B5A-FB3C-4CCB-9872-29B889060F61}">
      <dgm:prSet/>
      <dgm:spPr/>
      <dgm:t>
        <a:bodyPr/>
        <a:lstStyle/>
        <a:p>
          <a:endParaRPr lang="en-US"/>
        </a:p>
      </dgm:t>
    </dgm:pt>
    <dgm:pt modelId="{2CEC0C7C-1BB1-4153-9395-65C8AF5B8543}" type="sibTrans" cxnId="{8A073B5A-FB3C-4CCB-9872-29B889060F61}">
      <dgm:prSet/>
      <dgm:spPr/>
      <dgm:t>
        <a:bodyPr/>
        <a:lstStyle/>
        <a:p>
          <a:endParaRPr lang="en-US"/>
        </a:p>
      </dgm:t>
    </dgm:pt>
    <dgm:pt modelId="{8F256DD6-7CB1-4B86-8A2D-B1E19EC0849E}">
      <dgm:prSet/>
      <dgm:spPr/>
      <dgm:t>
        <a:bodyPr/>
        <a:lstStyle/>
        <a:p>
          <a:r>
            <a:rPr lang="en-US"/>
            <a:t>The shard then communicates among themselves or the metronome node to form the block.</a:t>
          </a:r>
        </a:p>
      </dgm:t>
    </dgm:pt>
    <dgm:pt modelId="{FFC8B5A7-0D35-4079-9A82-DE52444C702E}" type="parTrans" cxnId="{56065263-48F4-49FA-930F-E7EBD0CBA105}">
      <dgm:prSet/>
      <dgm:spPr/>
      <dgm:t>
        <a:bodyPr/>
        <a:lstStyle/>
        <a:p>
          <a:endParaRPr lang="en-US"/>
        </a:p>
      </dgm:t>
    </dgm:pt>
    <dgm:pt modelId="{6FE3560B-B3E8-40DC-81E0-38F425A02D4F}" type="sibTrans" cxnId="{56065263-48F4-49FA-930F-E7EBD0CBA105}">
      <dgm:prSet/>
      <dgm:spPr/>
      <dgm:t>
        <a:bodyPr/>
        <a:lstStyle/>
        <a:p>
          <a:endParaRPr lang="en-US"/>
        </a:p>
      </dgm:t>
    </dgm:pt>
    <dgm:pt modelId="{1BB810BD-2005-4724-A7D5-8DCE7C9321D2}">
      <dgm:prSet/>
      <dgm:spPr/>
      <dgm:t>
        <a:bodyPr/>
        <a:lstStyle/>
        <a:p>
          <a:r>
            <a:rPr lang="en-US"/>
            <a:t>The metronome would also verify the transactions and the entire block itself and then the block will be published to the blockchain and then it will be broadcasted to all the miners, and the process begins again.</a:t>
          </a:r>
        </a:p>
      </dgm:t>
    </dgm:pt>
    <dgm:pt modelId="{615A3F5E-4431-4F57-ACC3-6652D9325CCB}" type="parTrans" cxnId="{6B2223D5-4418-4333-B520-362BA99FA296}">
      <dgm:prSet/>
      <dgm:spPr/>
      <dgm:t>
        <a:bodyPr/>
        <a:lstStyle/>
        <a:p>
          <a:endParaRPr lang="en-US"/>
        </a:p>
      </dgm:t>
    </dgm:pt>
    <dgm:pt modelId="{091C9D67-75DD-4DAB-87AF-F45450AF5EDE}" type="sibTrans" cxnId="{6B2223D5-4418-4333-B520-362BA99FA296}">
      <dgm:prSet/>
      <dgm:spPr/>
      <dgm:t>
        <a:bodyPr/>
        <a:lstStyle/>
        <a:p>
          <a:endParaRPr lang="en-US"/>
        </a:p>
      </dgm:t>
    </dgm:pt>
    <dgm:pt modelId="{7D50ADCB-EAAC-7C4D-A986-7DA564873FDB}" type="pres">
      <dgm:prSet presAssocID="{D551355F-9411-4F3B-B258-9EF66ADFD6BC}" presName="diagram" presStyleCnt="0">
        <dgm:presLayoutVars>
          <dgm:dir/>
          <dgm:resizeHandles val="exact"/>
        </dgm:presLayoutVars>
      </dgm:prSet>
      <dgm:spPr/>
    </dgm:pt>
    <dgm:pt modelId="{D6D01DC1-3FCF-BA41-85F7-7D77E8CEC2F7}" type="pres">
      <dgm:prSet presAssocID="{EBA2E775-1F29-4FD9-BB3A-114D16F08E88}" presName="node" presStyleLbl="node1" presStyleIdx="0" presStyleCnt="6">
        <dgm:presLayoutVars>
          <dgm:bulletEnabled val="1"/>
        </dgm:presLayoutVars>
      </dgm:prSet>
      <dgm:spPr/>
    </dgm:pt>
    <dgm:pt modelId="{16DE87E2-AF68-C348-9FD9-E9B58B005B85}" type="pres">
      <dgm:prSet presAssocID="{559F0E5E-6929-496F-9222-D3DA0E57B893}" presName="sibTrans" presStyleCnt="0"/>
      <dgm:spPr/>
    </dgm:pt>
    <dgm:pt modelId="{D0F66E32-718B-B545-81C2-CF3B24912411}" type="pres">
      <dgm:prSet presAssocID="{50DD3B39-0D8E-4069-A0B1-C3C6EE805B43}" presName="node" presStyleLbl="node1" presStyleIdx="1" presStyleCnt="6">
        <dgm:presLayoutVars>
          <dgm:bulletEnabled val="1"/>
        </dgm:presLayoutVars>
      </dgm:prSet>
      <dgm:spPr/>
    </dgm:pt>
    <dgm:pt modelId="{15163BB3-6443-8949-9585-CDDB7C4F88B1}" type="pres">
      <dgm:prSet presAssocID="{B8F2D5C6-415E-478C-AC29-025F4636294B}" presName="sibTrans" presStyleCnt="0"/>
      <dgm:spPr/>
    </dgm:pt>
    <dgm:pt modelId="{6D10EA0C-C3D4-BB47-B5F0-0EF10C6B2D2C}" type="pres">
      <dgm:prSet presAssocID="{A3FD5C15-F3B8-4314-864E-7FC9C839ADDF}" presName="node" presStyleLbl="node1" presStyleIdx="2" presStyleCnt="6">
        <dgm:presLayoutVars>
          <dgm:bulletEnabled val="1"/>
        </dgm:presLayoutVars>
      </dgm:prSet>
      <dgm:spPr/>
    </dgm:pt>
    <dgm:pt modelId="{883F5EAC-BD45-FE4C-8259-3FB55DCDAB2B}" type="pres">
      <dgm:prSet presAssocID="{6E9B7E65-D6BC-4152-B7F3-C2A8E27D52BF}" presName="sibTrans" presStyleCnt="0"/>
      <dgm:spPr/>
    </dgm:pt>
    <dgm:pt modelId="{D1D6D8CF-C2FC-E840-8C79-573F8F3D6301}" type="pres">
      <dgm:prSet presAssocID="{57D864D7-2BA7-49DD-89BB-5ECFF69CBD76}" presName="node" presStyleLbl="node1" presStyleIdx="3" presStyleCnt="6">
        <dgm:presLayoutVars>
          <dgm:bulletEnabled val="1"/>
        </dgm:presLayoutVars>
      </dgm:prSet>
      <dgm:spPr/>
    </dgm:pt>
    <dgm:pt modelId="{8A5B3EDF-EA9C-EF4C-95D7-069FB5C25AF3}" type="pres">
      <dgm:prSet presAssocID="{2CEC0C7C-1BB1-4153-9395-65C8AF5B8543}" presName="sibTrans" presStyleCnt="0"/>
      <dgm:spPr/>
    </dgm:pt>
    <dgm:pt modelId="{B02954F0-A8A7-4140-9E54-517B14B8BE5E}" type="pres">
      <dgm:prSet presAssocID="{8F256DD6-7CB1-4B86-8A2D-B1E19EC0849E}" presName="node" presStyleLbl="node1" presStyleIdx="4" presStyleCnt="6">
        <dgm:presLayoutVars>
          <dgm:bulletEnabled val="1"/>
        </dgm:presLayoutVars>
      </dgm:prSet>
      <dgm:spPr/>
    </dgm:pt>
    <dgm:pt modelId="{17B5B391-8071-3542-8A2E-3966216FCEF7}" type="pres">
      <dgm:prSet presAssocID="{6FE3560B-B3E8-40DC-81E0-38F425A02D4F}" presName="sibTrans" presStyleCnt="0"/>
      <dgm:spPr/>
    </dgm:pt>
    <dgm:pt modelId="{6BC2865A-A44A-7E44-B551-EE3B8723D2C8}" type="pres">
      <dgm:prSet presAssocID="{1BB810BD-2005-4724-A7D5-8DCE7C9321D2}" presName="node" presStyleLbl="node1" presStyleIdx="5" presStyleCnt="6">
        <dgm:presLayoutVars>
          <dgm:bulletEnabled val="1"/>
        </dgm:presLayoutVars>
      </dgm:prSet>
      <dgm:spPr/>
    </dgm:pt>
  </dgm:ptLst>
  <dgm:cxnLst>
    <dgm:cxn modelId="{3CA8880B-A128-354F-ACDC-D0D0304414DF}" type="presOf" srcId="{8F256DD6-7CB1-4B86-8A2D-B1E19EC0849E}" destId="{B02954F0-A8A7-4140-9E54-517B14B8BE5E}" srcOrd="0" destOrd="0" presId="urn:microsoft.com/office/officeart/2005/8/layout/default"/>
    <dgm:cxn modelId="{DA77511B-D430-634C-B0C8-294F126BB93D}" type="presOf" srcId="{D551355F-9411-4F3B-B258-9EF66ADFD6BC}" destId="{7D50ADCB-EAAC-7C4D-A986-7DA564873FDB}" srcOrd="0" destOrd="0" presId="urn:microsoft.com/office/officeart/2005/8/layout/default"/>
    <dgm:cxn modelId="{BD3D611D-C446-464D-8B60-9A4C12D3BC40}" type="presOf" srcId="{57D864D7-2BA7-49DD-89BB-5ECFF69CBD76}" destId="{D1D6D8CF-C2FC-E840-8C79-573F8F3D6301}" srcOrd="0" destOrd="0" presId="urn:microsoft.com/office/officeart/2005/8/layout/default"/>
    <dgm:cxn modelId="{03BB153A-757C-4756-8B10-7722579E5748}" srcId="{D551355F-9411-4F3B-B258-9EF66ADFD6BC}" destId="{A3FD5C15-F3B8-4314-864E-7FC9C839ADDF}" srcOrd="2" destOrd="0" parTransId="{2007328E-34DC-4A54-9658-C095012910CB}" sibTransId="{6E9B7E65-D6BC-4152-B7F3-C2A8E27D52BF}"/>
    <dgm:cxn modelId="{F0CC994E-5B5D-634A-BF5B-6865BC67FE62}" type="presOf" srcId="{50DD3B39-0D8E-4069-A0B1-C3C6EE805B43}" destId="{D0F66E32-718B-B545-81C2-CF3B24912411}" srcOrd="0" destOrd="0" presId="urn:microsoft.com/office/officeart/2005/8/layout/default"/>
    <dgm:cxn modelId="{8A073B5A-FB3C-4CCB-9872-29B889060F61}" srcId="{D551355F-9411-4F3B-B258-9EF66ADFD6BC}" destId="{57D864D7-2BA7-49DD-89BB-5ECFF69CBD76}" srcOrd="3" destOrd="0" parTransId="{C215144B-AE61-47F2-B1EF-C5E9FD8FD283}" sibTransId="{2CEC0C7C-1BB1-4153-9395-65C8AF5B8543}"/>
    <dgm:cxn modelId="{56065263-48F4-49FA-930F-E7EBD0CBA105}" srcId="{D551355F-9411-4F3B-B258-9EF66ADFD6BC}" destId="{8F256DD6-7CB1-4B86-8A2D-B1E19EC0849E}" srcOrd="4" destOrd="0" parTransId="{FFC8B5A7-0D35-4079-9A82-DE52444C702E}" sibTransId="{6FE3560B-B3E8-40DC-81E0-38F425A02D4F}"/>
    <dgm:cxn modelId="{3708DE67-BED1-F144-A72F-EDBD4877AB50}" type="presOf" srcId="{EBA2E775-1F29-4FD9-BB3A-114D16F08E88}" destId="{D6D01DC1-3FCF-BA41-85F7-7D77E8CEC2F7}" srcOrd="0" destOrd="0" presId="urn:microsoft.com/office/officeart/2005/8/layout/default"/>
    <dgm:cxn modelId="{51204189-780F-48DC-AC6F-A6A096D35421}" srcId="{D551355F-9411-4F3B-B258-9EF66ADFD6BC}" destId="{50DD3B39-0D8E-4069-A0B1-C3C6EE805B43}" srcOrd="1" destOrd="0" parTransId="{5F91E326-0AA6-4E6A-9B8F-7895B3B6746C}" sibTransId="{B8F2D5C6-415E-478C-AC29-025F4636294B}"/>
    <dgm:cxn modelId="{669C94AD-FBA3-5F44-A2C0-1E487E5FD643}" type="presOf" srcId="{A3FD5C15-F3B8-4314-864E-7FC9C839ADDF}" destId="{6D10EA0C-C3D4-BB47-B5F0-0EF10C6B2D2C}" srcOrd="0" destOrd="0" presId="urn:microsoft.com/office/officeart/2005/8/layout/default"/>
    <dgm:cxn modelId="{6B2223D5-4418-4333-B520-362BA99FA296}" srcId="{D551355F-9411-4F3B-B258-9EF66ADFD6BC}" destId="{1BB810BD-2005-4724-A7D5-8DCE7C9321D2}" srcOrd="5" destOrd="0" parTransId="{615A3F5E-4431-4F57-ACC3-6652D9325CCB}" sibTransId="{091C9D67-75DD-4DAB-87AF-F45450AF5EDE}"/>
    <dgm:cxn modelId="{029408E9-732A-7D4D-9758-C1364A5BC8B0}" type="presOf" srcId="{1BB810BD-2005-4724-A7D5-8DCE7C9321D2}" destId="{6BC2865A-A44A-7E44-B551-EE3B8723D2C8}" srcOrd="0" destOrd="0" presId="urn:microsoft.com/office/officeart/2005/8/layout/default"/>
    <dgm:cxn modelId="{7081C8F4-0909-4D9F-B955-DE40742D8C6D}" srcId="{D551355F-9411-4F3B-B258-9EF66ADFD6BC}" destId="{EBA2E775-1F29-4FD9-BB3A-114D16F08E88}" srcOrd="0" destOrd="0" parTransId="{3EB37BD8-801D-4547-8D66-32FD385CA1B1}" sibTransId="{559F0E5E-6929-496F-9222-D3DA0E57B893}"/>
    <dgm:cxn modelId="{02A3503E-ADA5-624E-AE8E-F7B7BDC12927}" type="presParOf" srcId="{7D50ADCB-EAAC-7C4D-A986-7DA564873FDB}" destId="{D6D01DC1-3FCF-BA41-85F7-7D77E8CEC2F7}" srcOrd="0" destOrd="0" presId="urn:microsoft.com/office/officeart/2005/8/layout/default"/>
    <dgm:cxn modelId="{4355F0B5-2989-A44E-A835-B1005B2D744A}" type="presParOf" srcId="{7D50ADCB-EAAC-7C4D-A986-7DA564873FDB}" destId="{16DE87E2-AF68-C348-9FD9-E9B58B005B85}" srcOrd="1" destOrd="0" presId="urn:microsoft.com/office/officeart/2005/8/layout/default"/>
    <dgm:cxn modelId="{A26A165E-C9A3-7B41-AEA4-BF95CD7D004F}" type="presParOf" srcId="{7D50ADCB-EAAC-7C4D-A986-7DA564873FDB}" destId="{D0F66E32-718B-B545-81C2-CF3B24912411}" srcOrd="2" destOrd="0" presId="urn:microsoft.com/office/officeart/2005/8/layout/default"/>
    <dgm:cxn modelId="{F71A8D30-D067-414E-A956-2F72CC7B0D8D}" type="presParOf" srcId="{7D50ADCB-EAAC-7C4D-A986-7DA564873FDB}" destId="{15163BB3-6443-8949-9585-CDDB7C4F88B1}" srcOrd="3" destOrd="0" presId="urn:microsoft.com/office/officeart/2005/8/layout/default"/>
    <dgm:cxn modelId="{F7846B3C-39E6-3D4F-9C45-FA20B9532024}" type="presParOf" srcId="{7D50ADCB-EAAC-7C4D-A986-7DA564873FDB}" destId="{6D10EA0C-C3D4-BB47-B5F0-0EF10C6B2D2C}" srcOrd="4" destOrd="0" presId="urn:microsoft.com/office/officeart/2005/8/layout/default"/>
    <dgm:cxn modelId="{7CF85D76-FF92-ED46-AE6D-9483EED4E8B9}" type="presParOf" srcId="{7D50ADCB-EAAC-7C4D-A986-7DA564873FDB}" destId="{883F5EAC-BD45-FE4C-8259-3FB55DCDAB2B}" srcOrd="5" destOrd="0" presId="urn:microsoft.com/office/officeart/2005/8/layout/default"/>
    <dgm:cxn modelId="{7B47168E-AB34-1A45-9C55-58F924CC5D90}" type="presParOf" srcId="{7D50ADCB-EAAC-7C4D-A986-7DA564873FDB}" destId="{D1D6D8CF-C2FC-E840-8C79-573F8F3D6301}" srcOrd="6" destOrd="0" presId="urn:microsoft.com/office/officeart/2005/8/layout/default"/>
    <dgm:cxn modelId="{3E299571-61C5-F44C-AEF2-D8BAE6594E0A}" type="presParOf" srcId="{7D50ADCB-EAAC-7C4D-A986-7DA564873FDB}" destId="{8A5B3EDF-EA9C-EF4C-95D7-069FB5C25AF3}" srcOrd="7" destOrd="0" presId="urn:microsoft.com/office/officeart/2005/8/layout/default"/>
    <dgm:cxn modelId="{0453E7F5-8D34-B84D-B3CF-10EEE176BB58}" type="presParOf" srcId="{7D50ADCB-EAAC-7C4D-A986-7DA564873FDB}" destId="{B02954F0-A8A7-4140-9E54-517B14B8BE5E}" srcOrd="8" destOrd="0" presId="urn:microsoft.com/office/officeart/2005/8/layout/default"/>
    <dgm:cxn modelId="{2262BEB9-2124-6B4D-BEAA-E883B5607A29}" type="presParOf" srcId="{7D50ADCB-EAAC-7C4D-A986-7DA564873FDB}" destId="{17B5B391-8071-3542-8A2E-3966216FCEF7}" srcOrd="9" destOrd="0" presId="urn:microsoft.com/office/officeart/2005/8/layout/default"/>
    <dgm:cxn modelId="{FA0AF343-4108-CA4B-9F4E-87677F366673}" type="presParOf" srcId="{7D50ADCB-EAAC-7C4D-A986-7DA564873FDB}" destId="{6BC2865A-A44A-7E44-B551-EE3B8723D2C8}" srcOrd="10" destOrd="0" presId="urn:microsoft.com/office/officeart/2005/8/layout/default"/>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5.xml><?xml version="1.0" encoding="utf-8"?>
<dgm:dataModel xmlns:dgm="http://schemas.openxmlformats.org/drawingml/2006/diagram" xmlns:a="http://schemas.openxmlformats.org/drawingml/2006/main">
  <dgm:ptLst>
    <dgm:pt modelId="{8B5BA56E-7447-426A-B35B-70471069E03A}" type="doc">
      <dgm:prSet loTypeId="urn:microsoft.com/office/officeart/2005/8/layout/vList2" loCatId="list" qsTypeId="urn:microsoft.com/office/officeart/2005/8/quickstyle/simple1" qsCatId="simple" csTypeId="urn:microsoft.com/office/officeart/2005/8/colors/accent1_2" csCatId="accent1" phldr="1"/>
      <dgm:spPr/>
      <dgm:t>
        <a:bodyPr/>
        <a:lstStyle/>
        <a:p>
          <a:endParaRPr lang="en-US"/>
        </a:p>
      </dgm:t>
    </dgm:pt>
    <dgm:pt modelId="{4001FDE5-F61E-4FE5-A4E8-0105E8426E76}">
      <dgm:prSet/>
      <dgm:spPr/>
      <dgm:t>
        <a:bodyPr/>
        <a:lstStyle/>
        <a:p>
          <a:r>
            <a:rPr lang="en-US"/>
            <a:t>Shards or the winners firstly communicate among themselves to form the block.</a:t>
          </a:r>
        </a:p>
      </dgm:t>
    </dgm:pt>
    <dgm:pt modelId="{D88A6E01-1093-4407-A142-A13A9255F09A}" type="parTrans" cxnId="{9603D4C1-D8FA-4139-86C7-ED78E74D7368}">
      <dgm:prSet/>
      <dgm:spPr/>
      <dgm:t>
        <a:bodyPr/>
        <a:lstStyle/>
        <a:p>
          <a:endParaRPr lang="en-US"/>
        </a:p>
      </dgm:t>
    </dgm:pt>
    <dgm:pt modelId="{EDFA62D7-DF69-48A2-93AA-FD852E26397B}" type="sibTrans" cxnId="{9603D4C1-D8FA-4139-86C7-ED78E74D7368}">
      <dgm:prSet/>
      <dgm:spPr/>
      <dgm:t>
        <a:bodyPr/>
        <a:lstStyle/>
        <a:p>
          <a:endParaRPr lang="en-US"/>
        </a:p>
      </dgm:t>
    </dgm:pt>
    <dgm:pt modelId="{2EE1E91F-D3E1-4ED3-9F3E-F2CE578A9F28}">
      <dgm:prSet/>
      <dgm:spPr/>
      <dgm:t>
        <a:bodyPr/>
        <a:lstStyle/>
        <a:p>
          <a:r>
            <a:rPr lang="en-US" dirty="0"/>
            <a:t>In another approach, the leader metronome communicates with these shards to form the block.</a:t>
          </a:r>
        </a:p>
      </dgm:t>
    </dgm:pt>
    <dgm:pt modelId="{F9EC382B-65BB-4C4D-8CA7-C329ECB0207E}" type="parTrans" cxnId="{0FAFCB03-016E-41E6-8EED-A5A44011B302}">
      <dgm:prSet/>
      <dgm:spPr/>
      <dgm:t>
        <a:bodyPr/>
        <a:lstStyle/>
        <a:p>
          <a:endParaRPr lang="en-US"/>
        </a:p>
      </dgm:t>
    </dgm:pt>
    <dgm:pt modelId="{CF885EC2-EC12-4FBF-B40A-6D0FED7D5D7A}" type="sibTrans" cxnId="{0FAFCB03-016E-41E6-8EED-A5A44011B302}">
      <dgm:prSet/>
      <dgm:spPr/>
      <dgm:t>
        <a:bodyPr/>
        <a:lstStyle/>
        <a:p>
          <a:endParaRPr lang="en-US"/>
        </a:p>
      </dgm:t>
    </dgm:pt>
    <dgm:pt modelId="{69A70170-B005-4CE3-B7B9-30602A4BCECE}">
      <dgm:prSet/>
      <dgm:spPr/>
      <dgm:t>
        <a:bodyPr/>
        <a:lstStyle/>
        <a:p>
          <a:r>
            <a:rPr lang="en-US"/>
            <a:t>After that the metronome will publish the block to the blockchain and then will broadcast that to all the miners itself.</a:t>
          </a:r>
        </a:p>
      </dgm:t>
    </dgm:pt>
    <dgm:pt modelId="{BE1F54E4-11E4-4B61-84BD-8B32AC55EFE1}" type="parTrans" cxnId="{97F78CCB-91B9-4B1B-8321-B5C6B0BB8044}">
      <dgm:prSet/>
      <dgm:spPr/>
      <dgm:t>
        <a:bodyPr/>
        <a:lstStyle/>
        <a:p>
          <a:endParaRPr lang="en-US"/>
        </a:p>
      </dgm:t>
    </dgm:pt>
    <dgm:pt modelId="{86F272CA-539A-4B44-916E-C12EC7CD401F}" type="sibTrans" cxnId="{97F78CCB-91B9-4B1B-8321-B5C6B0BB8044}">
      <dgm:prSet/>
      <dgm:spPr/>
      <dgm:t>
        <a:bodyPr/>
        <a:lstStyle/>
        <a:p>
          <a:endParaRPr lang="en-US"/>
        </a:p>
      </dgm:t>
    </dgm:pt>
    <dgm:pt modelId="{1210CE77-C269-1C44-AE5C-7E4D073F8471}" type="pres">
      <dgm:prSet presAssocID="{8B5BA56E-7447-426A-B35B-70471069E03A}" presName="linear" presStyleCnt="0">
        <dgm:presLayoutVars>
          <dgm:animLvl val="lvl"/>
          <dgm:resizeHandles val="exact"/>
        </dgm:presLayoutVars>
      </dgm:prSet>
      <dgm:spPr/>
    </dgm:pt>
    <dgm:pt modelId="{0AE84D02-FDEA-2046-9438-99382CE9E5D3}" type="pres">
      <dgm:prSet presAssocID="{4001FDE5-F61E-4FE5-A4E8-0105E8426E76}" presName="parentText" presStyleLbl="node1" presStyleIdx="0" presStyleCnt="3">
        <dgm:presLayoutVars>
          <dgm:chMax val="0"/>
          <dgm:bulletEnabled val="1"/>
        </dgm:presLayoutVars>
      </dgm:prSet>
      <dgm:spPr/>
    </dgm:pt>
    <dgm:pt modelId="{2FA035B7-2008-0B4C-9D44-5554185D834F}" type="pres">
      <dgm:prSet presAssocID="{EDFA62D7-DF69-48A2-93AA-FD852E26397B}" presName="spacer" presStyleCnt="0"/>
      <dgm:spPr/>
    </dgm:pt>
    <dgm:pt modelId="{D5CA6CA3-DDBD-1946-A8A1-071F826A74E9}" type="pres">
      <dgm:prSet presAssocID="{2EE1E91F-D3E1-4ED3-9F3E-F2CE578A9F28}" presName="parentText" presStyleLbl="node1" presStyleIdx="1" presStyleCnt="3">
        <dgm:presLayoutVars>
          <dgm:chMax val="0"/>
          <dgm:bulletEnabled val="1"/>
        </dgm:presLayoutVars>
      </dgm:prSet>
      <dgm:spPr/>
    </dgm:pt>
    <dgm:pt modelId="{3092A4A2-F345-AD40-A238-1C99E8E14436}" type="pres">
      <dgm:prSet presAssocID="{CF885EC2-EC12-4FBF-B40A-6D0FED7D5D7A}" presName="spacer" presStyleCnt="0"/>
      <dgm:spPr/>
    </dgm:pt>
    <dgm:pt modelId="{0A73995E-D412-C54D-93F8-EB9F78DE9A92}" type="pres">
      <dgm:prSet presAssocID="{69A70170-B005-4CE3-B7B9-30602A4BCECE}" presName="parentText" presStyleLbl="node1" presStyleIdx="2" presStyleCnt="3">
        <dgm:presLayoutVars>
          <dgm:chMax val="0"/>
          <dgm:bulletEnabled val="1"/>
        </dgm:presLayoutVars>
      </dgm:prSet>
      <dgm:spPr/>
    </dgm:pt>
  </dgm:ptLst>
  <dgm:cxnLst>
    <dgm:cxn modelId="{0FAFCB03-016E-41E6-8EED-A5A44011B302}" srcId="{8B5BA56E-7447-426A-B35B-70471069E03A}" destId="{2EE1E91F-D3E1-4ED3-9F3E-F2CE578A9F28}" srcOrd="1" destOrd="0" parTransId="{F9EC382B-65BB-4C4D-8CA7-C329ECB0207E}" sibTransId="{CF885EC2-EC12-4FBF-B40A-6D0FED7D5D7A}"/>
    <dgm:cxn modelId="{68220A4A-7206-7741-8237-7F26607EB061}" type="presOf" srcId="{8B5BA56E-7447-426A-B35B-70471069E03A}" destId="{1210CE77-C269-1C44-AE5C-7E4D073F8471}" srcOrd="0" destOrd="0" presId="urn:microsoft.com/office/officeart/2005/8/layout/vList2"/>
    <dgm:cxn modelId="{0F19FE96-A54C-AC41-821D-1DD831D35370}" type="presOf" srcId="{69A70170-B005-4CE3-B7B9-30602A4BCECE}" destId="{0A73995E-D412-C54D-93F8-EB9F78DE9A92}" srcOrd="0" destOrd="0" presId="urn:microsoft.com/office/officeart/2005/8/layout/vList2"/>
    <dgm:cxn modelId="{5E5EBDAF-F346-0349-BD52-84C770DE9BA4}" type="presOf" srcId="{4001FDE5-F61E-4FE5-A4E8-0105E8426E76}" destId="{0AE84D02-FDEA-2046-9438-99382CE9E5D3}" srcOrd="0" destOrd="0" presId="urn:microsoft.com/office/officeart/2005/8/layout/vList2"/>
    <dgm:cxn modelId="{9603D4C1-D8FA-4139-86C7-ED78E74D7368}" srcId="{8B5BA56E-7447-426A-B35B-70471069E03A}" destId="{4001FDE5-F61E-4FE5-A4E8-0105E8426E76}" srcOrd="0" destOrd="0" parTransId="{D88A6E01-1093-4407-A142-A13A9255F09A}" sibTransId="{EDFA62D7-DF69-48A2-93AA-FD852E26397B}"/>
    <dgm:cxn modelId="{97F78CCB-91B9-4B1B-8321-B5C6B0BB8044}" srcId="{8B5BA56E-7447-426A-B35B-70471069E03A}" destId="{69A70170-B005-4CE3-B7B9-30602A4BCECE}" srcOrd="2" destOrd="0" parTransId="{BE1F54E4-11E4-4B61-84BD-8B32AC55EFE1}" sibTransId="{86F272CA-539A-4B44-916E-C12EC7CD401F}"/>
    <dgm:cxn modelId="{FF9E29F0-2D83-5D41-9BB6-E49F5E131CB2}" type="presOf" srcId="{2EE1E91F-D3E1-4ED3-9F3E-F2CE578A9F28}" destId="{D5CA6CA3-DDBD-1946-A8A1-071F826A74E9}" srcOrd="0" destOrd="0" presId="urn:microsoft.com/office/officeart/2005/8/layout/vList2"/>
    <dgm:cxn modelId="{65E335E5-0CCF-6F4F-915A-2038D5C0AC31}" type="presParOf" srcId="{1210CE77-C269-1C44-AE5C-7E4D073F8471}" destId="{0AE84D02-FDEA-2046-9438-99382CE9E5D3}" srcOrd="0" destOrd="0" presId="urn:microsoft.com/office/officeart/2005/8/layout/vList2"/>
    <dgm:cxn modelId="{6B122FC8-0045-E04F-9E94-6EDFC2CA931B}" type="presParOf" srcId="{1210CE77-C269-1C44-AE5C-7E4D073F8471}" destId="{2FA035B7-2008-0B4C-9D44-5554185D834F}" srcOrd="1" destOrd="0" presId="urn:microsoft.com/office/officeart/2005/8/layout/vList2"/>
    <dgm:cxn modelId="{21A8BF73-D745-7846-AC22-9365ACF1B2DB}" type="presParOf" srcId="{1210CE77-C269-1C44-AE5C-7E4D073F8471}" destId="{D5CA6CA3-DDBD-1946-A8A1-071F826A74E9}" srcOrd="2" destOrd="0" presId="urn:microsoft.com/office/officeart/2005/8/layout/vList2"/>
    <dgm:cxn modelId="{F8CEB40B-BA38-4946-A072-47F53ADA043B}" type="presParOf" srcId="{1210CE77-C269-1C44-AE5C-7E4D073F8471}" destId="{3092A4A2-F345-AD40-A238-1C99E8E14436}" srcOrd="3" destOrd="0" presId="urn:microsoft.com/office/officeart/2005/8/layout/vList2"/>
    <dgm:cxn modelId="{865728E1-AEB3-5E4A-A760-CC18F48957CA}" type="presParOf" srcId="{1210CE77-C269-1C44-AE5C-7E4D073F8471}" destId="{0A73995E-D412-C54D-93F8-EB9F78DE9A92}" srcOrd="4"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6.xml><?xml version="1.0" encoding="utf-8"?>
<dgm:dataModel xmlns:dgm="http://schemas.openxmlformats.org/drawingml/2006/diagram" xmlns:a="http://schemas.openxmlformats.org/drawingml/2006/main">
  <dgm:ptLst>
    <dgm:pt modelId="{7BEC5B87-4B4C-4F29-A67E-AFCDFBB91938}" type="doc">
      <dgm:prSet loTypeId="urn:microsoft.com/office/officeart/2018/2/layout/IconVerticalSolidList" loCatId="icon" qsTypeId="urn:microsoft.com/office/officeart/2005/8/quickstyle/simple1" qsCatId="simple" csTypeId="urn:microsoft.com/office/officeart/2005/8/colors/accent1_2" csCatId="accent1" phldr="1"/>
      <dgm:spPr/>
      <dgm:t>
        <a:bodyPr/>
        <a:lstStyle/>
        <a:p>
          <a:endParaRPr lang="en-US"/>
        </a:p>
      </dgm:t>
    </dgm:pt>
    <dgm:pt modelId="{CC545021-4D77-4AC4-947F-8326C01C4C23}">
      <dgm:prSet/>
      <dgm:spPr/>
      <dgm:t>
        <a:bodyPr/>
        <a:lstStyle/>
        <a:p>
          <a:pPr>
            <a:lnSpc>
              <a:spcPct val="100000"/>
            </a:lnSpc>
          </a:pPr>
          <a:r>
            <a:rPr lang="en-US" dirty="0"/>
            <a:t>Trying to simulate the network model to validate if the network configuration we have is correct or not.</a:t>
          </a:r>
        </a:p>
      </dgm:t>
    </dgm:pt>
    <dgm:pt modelId="{DD25438B-8C54-4F41-BA8F-F83362C87FE7}" type="parTrans" cxnId="{D053F2F6-1CE8-44B5-AA12-D54108D61DE4}">
      <dgm:prSet/>
      <dgm:spPr/>
      <dgm:t>
        <a:bodyPr/>
        <a:lstStyle/>
        <a:p>
          <a:endParaRPr lang="en-US"/>
        </a:p>
      </dgm:t>
    </dgm:pt>
    <dgm:pt modelId="{16C918ED-72F5-4ED6-B1D5-72766F57A731}" type="sibTrans" cxnId="{D053F2F6-1CE8-44B5-AA12-D54108D61DE4}">
      <dgm:prSet/>
      <dgm:spPr/>
      <dgm:t>
        <a:bodyPr/>
        <a:lstStyle/>
        <a:p>
          <a:endParaRPr lang="en-US"/>
        </a:p>
      </dgm:t>
    </dgm:pt>
    <dgm:pt modelId="{258059E1-D81E-C54A-ABDC-54662D619410}">
      <dgm:prSet/>
      <dgm:spPr/>
      <dgm:t>
        <a:bodyPr/>
        <a:lstStyle/>
        <a:p>
          <a:pPr>
            <a:lnSpc>
              <a:spcPct val="100000"/>
            </a:lnSpc>
          </a:pPr>
          <a:r>
            <a:rPr lang="en-US" dirty="0"/>
            <a:t>Test on a real-world chain and compare if the simulation results can be validated or not. </a:t>
          </a:r>
        </a:p>
      </dgm:t>
    </dgm:pt>
    <dgm:pt modelId="{D071E7E8-9912-9E45-A641-0F1434332134}" type="parTrans" cxnId="{B11ED038-9C0C-624E-BE1E-BC2EDCB66685}">
      <dgm:prSet/>
      <dgm:spPr/>
      <dgm:t>
        <a:bodyPr/>
        <a:lstStyle/>
        <a:p>
          <a:endParaRPr lang="en-US"/>
        </a:p>
      </dgm:t>
    </dgm:pt>
    <dgm:pt modelId="{6C5B10E4-9B64-5B47-B33B-AF3EF642DEA4}" type="sibTrans" cxnId="{B11ED038-9C0C-624E-BE1E-BC2EDCB66685}">
      <dgm:prSet/>
      <dgm:spPr/>
      <dgm:t>
        <a:bodyPr/>
        <a:lstStyle/>
        <a:p>
          <a:endParaRPr lang="en-US"/>
        </a:p>
      </dgm:t>
    </dgm:pt>
    <dgm:pt modelId="{22177D91-C230-43E8-8FD2-5C6263726D64}" type="pres">
      <dgm:prSet presAssocID="{7BEC5B87-4B4C-4F29-A67E-AFCDFBB91938}" presName="root" presStyleCnt="0">
        <dgm:presLayoutVars>
          <dgm:dir/>
          <dgm:resizeHandles val="exact"/>
        </dgm:presLayoutVars>
      </dgm:prSet>
      <dgm:spPr/>
    </dgm:pt>
    <dgm:pt modelId="{9C3C8EFF-0B0E-4177-AEAF-102ECE1DBD72}" type="pres">
      <dgm:prSet presAssocID="{CC545021-4D77-4AC4-947F-8326C01C4C23}" presName="compNode" presStyleCnt="0"/>
      <dgm:spPr/>
    </dgm:pt>
    <dgm:pt modelId="{C4D5A179-6C63-45D7-96EB-2BE2F1BCA82E}" type="pres">
      <dgm:prSet presAssocID="{CC545021-4D77-4AC4-947F-8326C01C4C23}" presName="bgRect" presStyleLbl="bgShp" presStyleIdx="0" presStyleCnt="2"/>
      <dgm:spPr/>
    </dgm:pt>
    <dgm:pt modelId="{BC334F90-C0F3-45F6-AF86-7EE5DCB92B7C}" type="pres">
      <dgm:prSet presAssocID="{CC545021-4D77-4AC4-947F-8326C01C4C23}" presName="iconRect" presStyleLbl="node1" presStyleIdx="0" presStyleCnt="2"/>
      <dgm:spPr>
        <a:blipFill>
          <a:blip xmlns:r="http://schemas.openxmlformats.org/officeDocument/2006/relationships" r:embed="rId1">
            <a:extLst>
              <a:ext uri="{28A0092B-C50C-407E-A947-70E740481C1C}">
                <a14:useLocalDpi xmlns:a14="http://schemas.microsoft.com/office/drawing/2010/main" val="0"/>
              </a:ext>
              <a:ext uri="{96DAC541-7B7A-43D3-8B79-37D633B846F1}">
                <asvg:svgBlip xmlns:asvg="http://schemas.microsoft.com/office/drawing/2016/SVG/main" r:embed="rId2"/>
              </a:ext>
            </a:extLst>
          </a:blip>
          <a:stretch>
            <a:fillRect/>
          </a:stretch>
        </a:blipFill>
      </dgm:spPr>
      <dgm:extLst>
        <a:ext uri="{E40237B7-FDA0-4F09-8148-C483321AD2D9}">
          <dgm14:cNvPr xmlns:dgm14="http://schemas.microsoft.com/office/drawing/2010/diagram" id="0" name="" descr="Unlock"/>
        </a:ext>
      </dgm:extLst>
    </dgm:pt>
    <dgm:pt modelId="{DD6ADEA2-8280-437D-9A79-4E2BF848FE28}" type="pres">
      <dgm:prSet presAssocID="{CC545021-4D77-4AC4-947F-8326C01C4C23}" presName="spaceRect" presStyleCnt="0"/>
      <dgm:spPr/>
    </dgm:pt>
    <dgm:pt modelId="{50B61BAD-4B2C-4253-A52B-4CDD931D5EB9}" type="pres">
      <dgm:prSet presAssocID="{CC545021-4D77-4AC4-947F-8326C01C4C23}" presName="parTx" presStyleLbl="revTx" presStyleIdx="0" presStyleCnt="2">
        <dgm:presLayoutVars>
          <dgm:chMax val="0"/>
          <dgm:chPref val="0"/>
        </dgm:presLayoutVars>
      </dgm:prSet>
      <dgm:spPr/>
    </dgm:pt>
    <dgm:pt modelId="{08B25537-D38B-C140-94AD-19379C8062C3}" type="pres">
      <dgm:prSet presAssocID="{16C918ED-72F5-4ED6-B1D5-72766F57A731}" presName="sibTrans" presStyleCnt="0"/>
      <dgm:spPr/>
    </dgm:pt>
    <dgm:pt modelId="{4CAFA470-9F04-EA4B-B172-6E15A5F019D1}" type="pres">
      <dgm:prSet presAssocID="{258059E1-D81E-C54A-ABDC-54662D619410}" presName="compNode" presStyleCnt="0"/>
      <dgm:spPr/>
    </dgm:pt>
    <dgm:pt modelId="{ABD29E9C-59E8-C142-9CCB-11DF423F44F3}" type="pres">
      <dgm:prSet presAssocID="{258059E1-D81E-C54A-ABDC-54662D619410}" presName="bgRect" presStyleLbl="bgShp" presStyleIdx="1" presStyleCnt="2"/>
      <dgm:spPr/>
    </dgm:pt>
    <dgm:pt modelId="{BB2AD369-E544-CB44-B83B-65211CA22A8C}" type="pres">
      <dgm:prSet presAssocID="{258059E1-D81E-C54A-ABDC-54662D619410}" presName="iconRect" presStyleLbl="node1" presStyleIdx="1" presStyleCnt="2"/>
      <dgm:spPr/>
    </dgm:pt>
    <dgm:pt modelId="{F42DBE8A-7908-7E45-8451-ECFFB9E32B6B}" type="pres">
      <dgm:prSet presAssocID="{258059E1-D81E-C54A-ABDC-54662D619410}" presName="spaceRect" presStyleCnt="0"/>
      <dgm:spPr/>
    </dgm:pt>
    <dgm:pt modelId="{EADB3683-DC56-F649-86D5-33EE8B0AF39D}" type="pres">
      <dgm:prSet presAssocID="{258059E1-D81E-C54A-ABDC-54662D619410}" presName="parTx" presStyleLbl="revTx" presStyleIdx="1" presStyleCnt="2">
        <dgm:presLayoutVars>
          <dgm:chMax val="0"/>
          <dgm:chPref val="0"/>
        </dgm:presLayoutVars>
      </dgm:prSet>
      <dgm:spPr/>
    </dgm:pt>
  </dgm:ptLst>
  <dgm:cxnLst>
    <dgm:cxn modelId="{B11ED038-9C0C-624E-BE1E-BC2EDCB66685}" srcId="{7BEC5B87-4B4C-4F29-A67E-AFCDFBB91938}" destId="{258059E1-D81E-C54A-ABDC-54662D619410}" srcOrd="1" destOrd="0" parTransId="{D071E7E8-9912-9E45-A641-0F1434332134}" sibTransId="{6C5B10E4-9B64-5B47-B33B-AF3EF642DEA4}"/>
    <dgm:cxn modelId="{CB80FF71-06AA-4D63-BF82-EF10E412272B}" type="presOf" srcId="{CC545021-4D77-4AC4-947F-8326C01C4C23}" destId="{50B61BAD-4B2C-4253-A52B-4CDD931D5EB9}" srcOrd="0" destOrd="0" presId="urn:microsoft.com/office/officeart/2018/2/layout/IconVerticalSolidList"/>
    <dgm:cxn modelId="{BA7F4177-0BDB-4A40-931A-391586866AD1}" type="presOf" srcId="{258059E1-D81E-C54A-ABDC-54662D619410}" destId="{EADB3683-DC56-F649-86D5-33EE8B0AF39D}" srcOrd="0" destOrd="0" presId="urn:microsoft.com/office/officeart/2018/2/layout/IconVerticalSolidList"/>
    <dgm:cxn modelId="{D5817EC6-3D40-4795-A747-1D2E6BD1170E}" type="presOf" srcId="{7BEC5B87-4B4C-4F29-A67E-AFCDFBB91938}" destId="{22177D91-C230-43E8-8FD2-5C6263726D64}" srcOrd="0" destOrd="0" presId="urn:microsoft.com/office/officeart/2018/2/layout/IconVerticalSolidList"/>
    <dgm:cxn modelId="{D053F2F6-1CE8-44B5-AA12-D54108D61DE4}" srcId="{7BEC5B87-4B4C-4F29-A67E-AFCDFBB91938}" destId="{CC545021-4D77-4AC4-947F-8326C01C4C23}" srcOrd="0" destOrd="0" parTransId="{DD25438B-8C54-4F41-BA8F-F83362C87FE7}" sibTransId="{16C918ED-72F5-4ED6-B1D5-72766F57A731}"/>
    <dgm:cxn modelId="{29C1E32E-ECD3-4BFC-9A1A-CE8CC34E7F3E}" type="presParOf" srcId="{22177D91-C230-43E8-8FD2-5C6263726D64}" destId="{9C3C8EFF-0B0E-4177-AEAF-102ECE1DBD72}" srcOrd="0" destOrd="0" presId="urn:microsoft.com/office/officeart/2018/2/layout/IconVerticalSolidList"/>
    <dgm:cxn modelId="{35356B5C-70B8-45D7-B9F3-00A48FD1578F}" type="presParOf" srcId="{9C3C8EFF-0B0E-4177-AEAF-102ECE1DBD72}" destId="{C4D5A179-6C63-45D7-96EB-2BE2F1BCA82E}" srcOrd="0" destOrd="0" presId="urn:microsoft.com/office/officeart/2018/2/layout/IconVerticalSolidList"/>
    <dgm:cxn modelId="{C6AA5530-495A-4446-8995-AAEF7432A76D}" type="presParOf" srcId="{9C3C8EFF-0B0E-4177-AEAF-102ECE1DBD72}" destId="{BC334F90-C0F3-45F6-AF86-7EE5DCB92B7C}" srcOrd="1" destOrd="0" presId="urn:microsoft.com/office/officeart/2018/2/layout/IconVerticalSolidList"/>
    <dgm:cxn modelId="{5D7864E5-54C3-4DB2-8947-F9BD04C3E375}" type="presParOf" srcId="{9C3C8EFF-0B0E-4177-AEAF-102ECE1DBD72}" destId="{DD6ADEA2-8280-437D-9A79-4E2BF848FE28}" srcOrd="2" destOrd="0" presId="urn:microsoft.com/office/officeart/2018/2/layout/IconVerticalSolidList"/>
    <dgm:cxn modelId="{5F568BCE-9E81-469D-9730-1B2586514C73}" type="presParOf" srcId="{9C3C8EFF-0B0E-4177-AEAF-102ECE1DBD72}" destId="{50B61BAD-4B2C-4253-A52B-4CDD931D5EB9}" srcOrd="3" destOrd="0" presId="urn:microsoft.com/office/officeart/2018/2/layout/IconVerticalSolidList"/>
    <dgm:cxn modelId="{56C2193E-B157-E246-B1C7-4C73C48B8097}" type="presParOf" srcId="{22177D91-C230-43E8-8FD2-5C6263726D64}" destId="{08B25537-D38B-C140-94AD-19379C8062C3}" srcOrd="1" destOrd="0" presId="urn:microsoft.com/office/officeart/2018/2/layout/IconVerticalSolidList"/>
    <dgm:cxn modelId="{6EE1D004-28A1-5D4A-9FE6-ECBF80D1FEC3}" type="presParOf" srcId="{22177D91-C230-43E8-8FD2-5C6263726D64}" destId="{4CAFA470-9F04-EA4B-B172-6E15A5F019D1}" srcOrd="2" destOrd="0" presId="urn:microsoft.com/office/officeart/2018/2/layout/IconVerticalSolidList"/>
    <dgm:cxn modelId="{932E0D94-FCB6-FD4E-A609-A274D355CA0A}" type="presParOf" srcId="{4CAFA470-9F04-EA4B-B172-6E15A5F019D1}" destId="{ABD29E9C-59E8-C142-9CCB-11DF423F44F3}" srcOrd="0" destOrd="0" presId="urn:microsoft.com/office/officeart/2018/2/layout/IconVerticalSolidList"/>
    <dgm:cxn modelId="{B03FB5FE-01C2-D24F-8CE2-4B7F70E085BF}" type="presParOf" srcId="{4CAFA470-9F04-EA4B-B172-6E15A5F019D1}" destId="{BB2AD369-E544-CB44-B83B-65211CA22A8C}" srcOrd="1" destOrd="0" presId="urn:microsoft.com/office/officeart/2018/2/layout/IconVerticalSolidList"/>
    <dgm:cxn modelId="{AF0D3C21-5924-8E4C-804B-025A703401BB}" type="presParOf" srcId="{4CAFA470-9F04-EA4B-B172-6E15A5F019D1}" destId="{F42DBE8A-7908-7E45-8451-ECFFB9E32B6B}" srcOrd="2" destOrd="0" presId="urn:microsoft.com/office/officeart/2018/2/layout/IconVerticalSolidList"/>
    <dgm:cxn modelId="{E012872F-FC26-D84E-BFE9-BD0B19D3406D}" type="presParOf" srcId="{4CAFA470-9F04-EA4B-B172-6E15A5F019D1}" destId="{EADB3683-DC56-F649-86D5-33EE8B0AF39D}" srcOrd="3" destOrd="0" presId="urn:microsoft.com/office/officeart/2018/2/layout/IconVerticalSolidList"/>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rawing1.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C6667CAA-BBC9-3047-A150-5D2AFCF1786E}">
      <dsp:nvSpPr>
        <dsp:cNvPr id="0" name=""/>
        <dsp:cNvSpPr/>
      </dsp:nvSpPr>
      <dsp:spPr>
        <a:xfrm>
          <a:off x="0" y="230797"/>
          <a:ext cx="10515600" cy="252000"/>
        </a:xfrm>
        <a:prstGeom prst="rect">
          <a:avLst/>
        </a:prstGeom>
        <a:solidFill>
          <a:schemeClr val="lt1">
            <a:alpha val="90000"/>
            <a:hueOff val="0"/>
            <a:satOff val="0"/>
            <a:lumOff val="0"/>
            <a:alphaOff val="0"/>
          </a:schemeClr>
        </a:solidFill>
        <a:ln w="12700" cap="flat" cmpd="sng" algn="ctr">
          <a:solidFill>
            <a:schemeClr val="accen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dsp:style>
    </dsp:sp>
    <dsp:sp modelId="{37D73F24-C90D-B54D-8391-80471F743FD3}">
      <dsp:nvSpPr>
        <dsp:cNvPr id="0" name=""/>
        <dsp:cNvSpPr/>
      </dsp:nvSpPr>
      <dsp:spPr>
        <a:xfrm>
          <a:off x="525780" y="83197"/>
          <a:ext cx="7360920" cy="295199"/>
        </a:xfrm>
        <a:prstGeom prst="roundRect">
          <a:avLst/>
        </a:prstGeom>
        <a:solidFill>
          <a:schemeClr val="accent1">
            <a:hueOff val="0"/>
            <a:satOff val="0"/>
            <a:lumOff val="0"/>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278225" tIns="0" rIns="278225" bIns="0" numCol="1" spcCol="1270" anchor="ctr" anchorCtr="0">
          <a:noAutofit/>
        </a:bodyPr>
        <a:lstStyle/>
        <a:p>
          <a:pPr marL="0" lvl="0" indent="0" algn="l" defTabSz="444500">
            <a:lnSpc>
              <a:spcPct val="90000"/>
            </a:lnSpc>
            <a:spcBef>
              <a:spcPct val="0"/>
            </a:spcBef>
            <a:spcAft>
              <a:spcPct val="35000"/>
            </a:spcAft>
            <a:buNone/>
          </a:pPr>
          <a:r>
            <a:rPr lang="en-US" sz="1000" kern="1200" dirty="0"/>
            <a:t>Motivation</a:t>
          </a:r>
        </a:p>
      </dsp:txBody>
      <dsp:txXfrm>
        <a:off x="540190" y="97607"/>
        <a:ext cx="7332100" cy="266379"/>
      </dsp:txXfrm>
    </dsp:sp>
    <dsp:sp modelId="{2D82CE7C-9CE4-104B-A72B-987F6DCCFF29}">
      <dsp:nvSpPr>
        <dsp:cNvPr id="0" name=""/>
        <dsp:cNvSpPr/>
      </dsp:nvSpPr>
      <dsp:spPr>
        <a:xfrm>
          <a:off x="0" y="684397"/>
          <a:ext cx="10515600" cy="252000"/>
        </a:xfrm>
        <a:prstGeom prst="rect">
          <a:avLst/>
        </a:prstGeom>
        <a:solidFill>
          <a:schemeClr val="lt1">
            <a:alpha val="90000"/>
            <a:hueOff val="0"/>
            <a:satOff val="0"/>
            <a:lumOff val="0"/>
            <a:alphaOff val="0"/>
          </a:schemeClr>
        </a:solidFill>
        <a:ln w="12700" cap="flat" cmpd="sng" algn="ctr">
          <a:solidFill>
            <a:schemeClr val="accen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dsp:style>
    </dsp:sp>
    <dsp:sp modelId="{E5B973E4-7C08-E14F-811D-5CCE8C5784A4}">
      <dsp:nvSpPr>
        <dsp:cNvPr id="0" name=""/>
        <dsp:cNvSpPr/>
      </dsp:nvSpPr>
      <dsp:spPr>
        <a:xfrm>
          <a:off x="525780" y="536797"/>
          <a:ext cx="7360920" cy="295199"/>
        </a:xfrm>
        <a:prstGeom prst="roundRect">
          <a:avLst/>
        </a:prstGeom>
        <a:solidFill>
          <a:schemeClr val="accent1">
            <a:hueOff val="0"/>
            <a:satOff val="0"/>
            <a:lumOff val="0"/>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278225" tIns="0" rIns="278225" bIns="0" numCol="1" spcCol="1270" anchor="ctr" anchorCtr="0">
          <a:noAutofit/>
        </a:bodyPr>
        <a:lstStyle/>
        <a:p>
          <a:pPr marL="0" lvl="0" indent="0" algn="l" defTabSz="444500">
            <a:lnSpc>
              <a:spcPct val="90000"/>
            </a:lnSpc>
            <a:spcBef>
              <a:spcPct val="0"/>
            </a:spcBef>
            <a:spcAft>
              <a:spcPct val="35000"/>
            </a:spcAft>
            <a:buNone/>
          </a:pPr>
          <a:r>
            <a:rPr lang="en-US" sz="1000" kern="1200" dirty="0"/>
            <a:t>What is blockchain Sharding</a:t>
          </a:r>
        </a:p>
      </dsp:txBody>
      <dsp:txXfrm>
        <a:off x="540190" y="551207"/>
        <a:ext cx="7332100" cy="266379"/>
      </dsp:txXfrm>
    </dsp:sp>
    <dsp:sp modelId="{0393A57A-D099-1747-BCDE-6B0A99DAA7A6}">
      <dsp:nvSpPr>
        <dsp:cNvPr id="0" name=""/>
        <dsp:cNvSpPr/>
      </dsp:nvSpPr>
      <dsp:spPr>
        <a:xfrm>
          <a:off x="0" y="1137997"/>
          <a:ext cx="10515600" cy="252000"/>
        </a:xfrm>
        <a:prstGeom prst="rect">
          <a:avLst/>
        </a:prstGeom>
        <a:solidFill>
          <a:schemeClr val="lt1">
            <a:alpha val="90000"/>
            <a:hueOff val="0"/>
            <a:satOff val="0"/>
            <a:lumOff val="0"/>
            <a:alphaOff val="0"/>
          </a:schemeClr>
        </a:solidFill>
        <a:ln w="12700" cap="flat" cmpd="sng" algn="ctr">
          <a:solidFill>
            <a:schemeClr val="accen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dsp:style>
    </dsp:sp>
    <dsp:sp modelId="{DDBC9B61-E6FA-264B-802D-343CCD9815C1}">
      <dsp:nvSpPr>
        <dsp:cNvPr id="0" name=""/>
        <dsp:cNvSpPr/>
      </dsp:nvSpPr>
      <dsp:spPr>
        <a:xfrm>
          <a:off x="525780" y="990397"/>
          <a:ext cx="7360920" cy="295199"/>
        </a:xfrm>
        <a:prstGeom prst="roundRect">
          <a:avLst/>
        </a:prstGeom>
        <a:solidFill>
          <a:schemeClr val="accent1">
            <a:hueOff val="0"/>
            <a:satOff val="0"/>
            <a:lumOff val="0"/>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278225" tIns="0" rIns="278225" bIns="0" numCol="1" spcCol="1270" anchor="ctr" anchorCtr="0">
          <a:noAutofit/>
        </a:bodyPr>
        <a:lstStyle/>
        <a:p>
          <a:pPr marL="0" lvl="0" indent="0" algn="l" defTabSz="444500">
            <a:lnSpc>
              <a:spcPct val="90000"/>
            </a:lnSpc>
            <a:spcBef>
              <a:spcPct val="0"/>
            </a:spcBef>
            <a:spcAft>
              <a:spcPct val="35000"/>
            </a:spcAft>
            <a:buNone/>
          </a:pPr>
          <a:r>
            <a:rPr lang="en-US" sz="1000" kern="1200" dirty="0"/>
            <a:t>Different Sharding Techniques (Previous Work)</a:t>
          </a:r>
        </a:p>
      </dsp:txBody>
      <dsp:txXfrm>
        <a:off x="540190" y="1004807"/>
        <a:ext cx="7332100" cy="266379"/>
      </dsp:txXfrm>
    </dsp:sp>
    <dsp:sp modelId="{A55422D4-2B75-D44A-87BA-18A3ECA4C122}">
      <dsp:nvSpPr>
        <dsp:cNvPr id="0" name=""/>
        <dsp:cNvSpPr/>
      </dsp:nvSpPr>
      <dsp:spPr>
        <a:xfrm>
          <a:off x="0" y="1591597"/>
          <a:ext cx="10515600" cy="252000"/>
        </a:xfrm>
        <a:prstGeom prst="rect">
          <a:avLst/>
        </a:prstGeom>
        <a:solidFill>
          <a:schemeClr val="lt1">
            <a:alpha val="90000"/>
            <a:hueOff val="0"/>
            <a:satOff val="0"/>
            <a:lumOff val="0"/>
            <a:alphaOff val="0"/>
          </a:schemeClr>
        </a:solidFill>
        <a:ln w="12700" cap="flat" cmpd="sng" algn="ctr">
          <a:solidFill>
            <a:schemeClr val="accen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dsp:style>
    </dsp:sp>
    <dsp:sp modelId="{90BE4203-01B7-F04E-9B4E-AEC1E7206DFC}">
      <dsp:nvSpPr>
        <dsp:cNvPr id="0" name=""/>
        <dsp:cNvSpPr/>
      </dsp:nvSpPr>
      <dsp:spPr>
        <a:xfrm>
          <a:off x="525780" y="1443997"/>
          <a:ext cx="7360920" cy="295199"/>
        </a:xfrm>
        <a:prstGeom prst="roundRect">
          <a:avLst/>
        </a:prstGeom>
        <a:solidFill>
          <a:schemeClr val="accent1">
            <a:hueOff val="0"/>
            <a:satOff val="0"/>
            <a:lumOff val="0"/>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278225" tIns="0" rIns="278225" bIns="0" numCol="1" spcCol="1270" anchor="ctr" anchorCtr="0">
          <a:noAutofit/>
        </a:bodyPr>
        <a:lstStyle/>
        <a:p>
          <a:pPr marL="0" lvl="0" indent="0" algn="l" defTabSz="444500">
            <a:lnSpc>
              <a:spcPct val="90000"/>
            </a:lnSpc>
            <a:spcBef>
              <a:spcPct val="0"/>
            </a:spcBef>
            <a:spcAft>
              <a:spcPct val="35000"/>
            </a:spcAft>
            <a:buNone/>
          </a:pPr>
          <a:r>
            <a:rPr lang="en-US" sz="1000" kern="1200" dirty="0"/>
            <a:t>Our Approach - Introduction</a:t>
          </a:r>
        </a:p>
      </dsp:txBody>
      <dsp:txXfrm>
        <a:off x="540190" y="1458407"/>
        <a:ext cx="7332100" cy="266379"/>
      </dsp:txXfrm>
    </dsp:sp>
    <dsp:sp modelId="{76CE06D4-B8F4-654D-A376-0BA9F4A261FD}">
      <dsp:nvSpPr>
        <dsp:cNvPr id="0" name=""/>
        <dsp:cNvSpPr/>
      </dsp:nvSpPr>
      <dsp:spPr>
        <a:xfrm>
          <a:off x="0" y="2045197"/>
          <a:ext cx="10515600" cy="252000"/>
        </a:xfrm>
        <a:prstGeom prst="rect">
          <a:avLst/>
        </a:prstGeom>
        <a:solidFill>
          <a:schemeClr val="lt1">
            <a:alpha val="90000"/>
            <a:hueOff val="0"/>
            <a:satOff val="0"/>
            <a:lumOff val="0"/>
            <a:alphaOff val="0"/>
          </a:schemeClr>
        </a:solidFill>
        <a:ln w="12700" cap="flat" cmpd="sng" algn="ctr">
          <a:solidFill>
            <a:schemeClr val="accen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dsp:style>
    </dsp:sp>
    <dsp:sp modelId="{AD55BB49-26A4-044F-8C89-E1CD7B85D027}">
      <dsp:nvSpPr>
        <dsp:cNvPr id="0" name=""/>
        <dsp:cNvSpPr/>
      </dsp:nvSpPr>
      <dsp:spPr>
        <a:xfrm>
          <a:off x="525780" y="1897597"/>
          <a:ext cx="7360920" cy="295199"/>
        </a:xfrm>
        <a:prstGeom prst="roundRect">
          <a:avLst/>
        </a:prstGeom>
        <a:solidFill>
          <a:schemeClr val="accent1">
            <a:hueOff val="0"/>
            <a:satOff val="0"/>
            <a:lumOff val="0"/>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278225" tIns="0" rIns="278225" bIns="0" numCol="1" spcCol="1270" anchor="ctr" anchorCtr="0">
          <a:noAutofit/>
        </a:bodyPr>
        <a:lstStyle/>
        <a:p>
          <a:pPr marL="0" lvl="0" indent="0" algn="l" defTabSz="444500">
            <a:lnSpc>
              <a:spcPct val="90000"/>
            </a:lnSpc>
            <a:spcBef>
              <a:spcPct val="0"/>
            </a:spcBef>
            <a:spcAft>
              <a:spcPct val="35000"/>
            </a:spcAft>
            <a:buNone/>
          </a:pPr>
          <a:r>
            <a:rPr lang="en-US" sz="1000" kern="1200" dirty="0"/>
            <a:t>Our Approach - Design</a:t>
          </a:r>
        </a:p>
      </dsp:txBody>
      <dsp:txXfrm>
        <a:off x="540190" y="1912007"/>
        <a:ext cx="7332100" cy="266379"/>
      </dsp:txXfrm>
    </dsp:sp>
    <dsp:sp modelId="{F6E817E7-7B80-FE44-815E-A7397D4019AF}">
      <dsp:nvSpPr>
        <dsp:cNvPr id="0" name=""/>
        <dsp:cNvSpPr/>
      </dsp:nvSpPr>
      <dsp:spPr>
        <a:xfrm>
          <a:off x="0" y="2498797"/>
          <a:ext cx="10515600" cy="252000"/>
        </a:xfrm>
        <a:prstGeom prst="rect">
          <a:avLst/>
        </a:prstGeom>
        <a:solidFill>
          <a:schemeClr val="lt1">
            <a:alpha val="90000"/>
            <a:hueOff val="0"/>
            <a:satOff val="0"/>
            <a:lumOff val="0"/>
            <a:alphaOff val="0"/>
          </a:schemeClr>
        </a:solidFill>
        <a:ln w="12700" cap="flat" cmpd="sng" algn="ctr">
          <a:solidFill>
            <a:schemeClr val="accen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dsp:style>
    </dsp:sp>
    <dsp:sp modelId="{3CFB4F74-570E-C149-8508-20E1E642C014}">
      <dsp:nvSpPr>
        <dsp:cNvPr id="0" name=""/>
        <dsp:cNvSpPr/>
      </dsp:nvSpPr>
      <dsp:spPr>
        <a:xfrm>
          <a:off x="525780" y="2351197"/>
          <a:ext cx="7360920" cy="295199"/>
        </a:xfrm>
        <a:prstGeom prst="roundRect">
          <a:avLst/>
        </a:prstGeom>
        <a:solidFill>
          <a:schemeClr val="accent1">
            <a:hueOff val="0"/>
            <a:satOff val="0"/>
            <a:lumOff val="0"/>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278225" tIns="0" rIns="278225" bIns="0" numCol="1" spcCol="1270" anchor="ctr" anchorCtr="0">
          <a:noAutofit/>
        </a:bodyPr>
        <a:lstStyle/>
        <a:p>
          <a:pPr marL="0" lvl="0" indent="0" algn="l" defTabSz="444500">
            <a:lnSpc>
              <a:spcPct val="90000"/>
            </a:lnSpc>
            <a:spcBef>
              <a:spcPct val="0"/>
            </a:spcBef>
            <a:spcAft>
              <a:spcPct val="35000"/>
            </a:spcAft>
            <a:buNone/>
          </a:pPr>
          <a:r>
            <a:rPr lang="en-US" sz="1000" kern="1200" dirty="0"/>
            <a:t>Our Approach - Tool Validation</a:t>
          </a:r>
        </a:p>
      </dsp:txBody>
      <dsp:txXfrm>
        <a:off x="540190" y="2365607"/>
        <a:ext cx="7332100" cy="266379"/>
      </dsp:txXfrm>
    </dsp:sp>
    <dsp:sp modelId="{79F43105-C517-6446-9E99-FCE78E92078C}">
      <dsp:nvSpPr>
        <dsp:cNvPr id="0" name=""/>
        <dsp:cNvSpPr/>
      </dsp:nvSpPr>
      <dsp:spPr>
        <a:xfrm>
          <a:off x="0" y="2952397"/>
          <a:ext cx="10515600" cy="252000"/>
        </a:xfrm>
        <a:prstGeom prst="rect">
          <a:avLst/>
        </a:prstGeom>
        <a:solidFill>
          <a:schemeClr val="lt1">
            <a:alpha val="90000"/>
            <a:hueOff val="0"/>
            <a:satOff val="0"/>
            <a:lumOff val="0"/>
            <a:alphaOff val="0"/>
          </a:schemeClr>
        </a:solidFill>
        <a:ln w="12700" cap="flat" cmpd="sng" algn="ctr">
          <a:solidFill>
            <a:schemeClr val="accen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dsp:style>
    </dsp:sp>
    <dsp:sp modelId="{CC22C0E1-F879-4A4A-B411-30BB45F6D617}">
      <dsp:nvSpPr>
        <dsp:cNvPr id="0" name=""/>
        <dsp:cNvSpPr/>
      </dsp:nvSpPr>
      <dsp:spPr>
        <a:xfrm>
          <a:off x="525780" y="2804797"/>
          <a:ext cx="7360920" cy="295199"/>
        </a:xfrm>
        <a:prstGeom prst="roundRect">
          <a:avLst/>
        </a:prstGeom>
        <a:solidFill>
          <a:schemeClr val="accent1">
            <a:hueOff val="0"/>
            <a:satOff val="0"/>
            <a:lumOff val="0"/>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278225" tIns="0" rIns="278225" bIns="0" numCol="1" spcCol="1270" anchor="ctr" anchorCtr="0">
          <a:noAutofit/>
        </a:bodyPr>
        <a:lstStyle/>
        <a:p>
          <a:pPr marL="0" lvl="0" indent="0" algn="l" defTabSz="444500">
            <a:lnSpc>
              <a:spcPct val="90000"/>
            </a:lnSpc>
            <a:spcBef>
              <a:spcPct val="0"/>
            </a:spcBef>
            <a:spcAft>
              <a:spcPct val="35000"/>
            </a:spcAft>
            <a:buNone/>
          </a:pPr>
          <a:r>
            <a:rPr lang="en-US" sz="1000" kern="1200" dirty="0"/>
            <a:t>Non-sharded Comparison</a:t>
          </a:r>
        </a:p>
      </dsp:txBody>
      <dsp:txXfrm>
        <a:off x="540190" y="2819207"/>
        <a:ext cx="7332100" cy="266379"/>
      </dsp:txXfrm>
    </dsp:sp>
    <dsp:sp modelId="{9B3A27F3-BF7A-D54E-B78D-A45A8550675C}">
      <dsp:nvSpPr>
        <dsp:cNvPr id="0" name=""/>
        <dsp:cNvSpPr/>
      </dsp:nvSpPr>
      <dsp:spPr>
        <a:xfrm>
          <a:off x="0" y="3405997"/>
          <a:ext cx="10515600" cy="252000"/>
        </a:xfrm>
        <a:prstGeom prst="rect">
          <a:avLst/>
        </a:prstGeom>
        <a:solidFill>
          <a:schemeClr val="lt1">
            <a:alpha val="90000"/>
            <a:hueOff val="0"/>
            <a:satOff val="0"/>
            <a:lumOff val="0"/>
            <a:alphaOff val="0"/>
          </a:schemeClr>
        </a:solidFill>
        <a:ln w="12700" cap="flat" cmpd="sng" algn="ctr">
          <a:solidFill>
            <a:schemeClr val="accen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dsp:style>
    </dsp:sp>
    <dsp:sp modelId="{10046BD4-31BB-4643-BF16-129E42BE4668}">
      <dsp:nvSpPr>
        <dsp:cNvPr id="0" name=""/>
        <dsp:cNvSpPr/>
      </dsp:nvSpPr>
      <dsp:spPr>
        <a:xfrm>
          <a:off x="525780" y="3258397"/>
          <a:ext cx="7360920" cy="295199"/>
        </a:xfrm>
        <a:prstGeom prst="roundRect">
          <a:avLst/>
        </a:prstGeom>
        <a:solidFill>
          <a:schemeClr val="accent1">
            <a:hueOff val="0"/>
            <a:satOff val="0"/>
            <a:lumOff val="0"/>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278225" tIns="0" rIns="278225" bIns="0" numCol="1" spcCol="1270" anchor="ctr" anchorCtr="0">
          <a:noAutofit/>
        </a:bodyPr>
        <a:lstStyle/>
        <a:p>
          <a:pPr marL="0" lvl="0" indent="0" algn="l" defTabSz="444500">
            <a:lnSpc>
              <a:spcPct val="90000"/>
            </a:lnSpc>
            <a:spcBef>
              <a:spcPct val="0"/>
            </a:spcBef>
            <a:spcAft>
              <a:spcPct val="35000"/>
            </a:spcAft>
            <a:buNone/>
          </a:pPr>
          <a:r>
            <a:rPr lang="en-US" sz="1000" kern="1200" dirty="0"/>
            <a:t>Our Approach - Results of Simulation</a:t>
          </a:r>
        </a:p>
      </dsp:txBody>
      <dsp:txXfrm>
        <a:off x="540190" y="3272807"/>
        <a:ext cx="7332100" cy="266379"/>
      </dsp:txXfrm>
    </dsp:sp>
    <dsp:sp modelId="{ED892F40-7FD4-7C45-9334-9458ACAB793B}">
      <dsp:nvSpPr>
        <dsp:cNvPr id="0" name=""/>
        <dsp:cNvSpPr/>
      </dsp:nvSpPr>
      <dsp:spPr>
        <a:xfrm>
          <a:off x="0" y="3859597"/>
          <a:ext cx="10515600" cy="252000"/>
        </a:xfrm>
        <a:prstGeom prst="rect">
          <a:avLst/>
        </a:prstGeom>
        <a:solidFill>
          <a:schemeClr val="lt1">
            <a:alpha val="90000"/>
            <a:hueOff val="0"/>
            <a:satOff val="0"/>
            <a:lumOff val="0"/>
            <a:alphaOff val="0"/>
          </a:schemeClr>
        </a:solidFill>
        <a:ln w="12700" cap="flat" cmpd="sng" algn="ctr">
          <a:solidFill>
            <a:schemeClr val="accen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dsp:style>
    </dsp:sp>
    <dsp:sp modelId="{4A6B93BA-BF8D-524F-BEEA-0C08CDE8D69E}">
      <dsp:nvSpPr>
        <dsp:cNvPr id="0" name=""/>
        <dsp:cNvSpPr/>
      </dsp:nvSpPr>
      <dsp:spPr>
        <a:xfrm>
          <a:off x="525780" y="3711997"/>
          <a:ext cx="7360920" cy="295199"/>
        </a:xfrm>
        <a:prstGeom prst="roundRect">
          <a:avLst/>
        </a:prstGeom>
        <a:solidFill>
          <a:schemeClr val="accent1">
            <a:hueOff val="0"/>
            <a:satOff val="0"/>
            <a:lumOff val="0"/>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278225" tIns="0" rIns="278225" bIns="0" numCol="1" spcCol="1270" anchor="ctr" anchorCtr="0">
          <a:noAutofit/>
        </a:bodyPr>
        <a:lstStyle/>
        <a:p>
          <a:pPr marL="0" lvl="0" indent="0" algn="l" defTabSz="444500">
            <a:lnSpc>
              <a:spcPct val="90000"/>
            </a:lnSpc>
            <a:spcBef>
              <a:spcPct val="0"/>
            </a:spcBef>
            <a:spcAft>
              <a:spcPct val="35000"/>
            </a:spcAft>
            <a:buNone/>
          </a:pPr>
          <a:r>
            <a:rPr lang="en-US" sz="1000" kern="1200" dirty="0"/>
            <a:t>Future</a:t>
          </a:r>
        </a:p>
      </dsp:txBody>
      <dsp:txXfrm>
        <a:off x="540190" y="3726407"/>
        <a:ext cx="7332100" cy="266379"/>
      </dsp:txXfrm>
    </dsp:sp>
  </dsp:spTree>
</dsp:drawing>
</file>

<file path=ppt/diagrams/drawing2.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C4F1D9E3-14DB-4A33-9FA6-D8AE12785F4D}">
      <dsp:nvSpPr>
        <dsp:cNvPr id="0" name=""/>
        <dsp:cNvSpPr/>
      </dsp:nvSpPr>
      <dsp:spPr>
        <a:xfrm>
          <a:off x="0" y="2912"/>
          <a:ext cx="5604997" cy="620464"/>
        </a:xfrm>
        <a:prstGeom prst="roundRect">
          <a:avLst>
            <a:gd name="adj" fmla="val 10000"/>
          </a:avLst>
        </a:prstGeom>
        <a:solidFill>
          <a:schemeClr val="accent5">
            <a:hueOff val="0"/>
            <a:satOff val="0"/>
            <a:lumOff val="0"/>
            <a:alphaOff val="0"/>
          </a:schemeClr>
        </a:solidFill>
        <a:ln>
          <a:noFill/>
        </a:ln>
        <a:effectLst/>
      </dsp:spPr>
      <dsp:style>
        <a:lnRef idx="0">
          <a:scrgbClr r="0" g="0" b="0"/>
        </a:lnRef>
        <a:fillRef idx="1">
          <a:scrgbClr r="0" g="0" b="0"/>
        </a:fillRef>
        <a:effectRef idx="0">
          <a:scrgbClr r="0" g="0" b="0"/>
        </a:effectRef>
        <a:fontRef idx="minor"/>
      </dsp:style>
    </dsp:sp>
    <dsp:sp modelId="{723600A9-E643-4C4B-AC00-10B392D949FC}">
      <dsp:nvSpPr>
        <dsp:cNvPr id="0" name=""/>
        <dsp:cNvSpPr/>
      </dsp:nvSpPr>
      <dsp:spPr>
        <a:xfrm>
          <a:off x="187690" y="142517"/>
          <a:ext cx="341255" cy="341255"/>
        </a:xfrm>
        <a:prstGeom prst="rect">
          <a:avLst/>
        </a:prstGeom>
        <a:blipFill>
          <a:blip xmlns:r="http://schemas.openxmlformats.org/officeDocument/2006/relationships" r:embed="rId1">
            <a:extLst>
              <a:ext uri="{28A0092B-C50C-407E-A947-70E740481C1C}">
                <a14:useLocalDpi xmlns:a14="http://schemas.microsoft.com/office/drawing/2010/main" val="0"/>
              </a:ext>
              <a:ext uri="{96DAC541-7B7A-43D3-8B79-37D633B846F1}">
                <asvg:svgBlip xmlns:asvg="http://schemas.microsoft.com/office/drawing/2016/SVG/main" r:embed="rId2"/>
              </a:ext>
            </a:extLst>
          </a:blip>
          <a:stretch>
            <a:fillRect/>
          </a:stretch>
        </a:blipFill>
        <a:ln w="12700" cap="flat" cmpd="sng" algn="ctr">
          <a:noFill/>
          <a:prstDash val="solid"/>
          <a:miter lim="800000"/>
        </a:ln>
        <a:effectLst/>
      </dsp:spPr>
      <dsp:style>
        <a:lnRef idx="2">
          <a:scrgbClr r="0" g="0" b="0"/>
        </a:lnRef>
        <a:fillRef idx="1">
          <a:scrgbClr r="0" g="0" b="0"/>
        </a:fillRef>
        <a:effectRef idx="0">
          <a:scrgbClr r="0" g="0" b="0"/>
        </a:effectRef>
        <a:fontRef idx="minor">
          <a:schemeClr val="lt1"/>
        </a:fontRef>
      </dsp:style>
    </dsp:sp>
    <dsp:sp modelId="{F16172B1-4F4D-41D6-8FE7-E914563641F1}">
      <dsp:nvSpPr>
        <dsp:cNvPr id="0" name=""/>
        <dsp:cNvSpPr/>
      </dsp:nvSpPr>
      <dsp:spPr>
        <a:xfrm>
          <a:off x="716636" y="2912"/>
          <a:ext cx="4888360" cy="620464"/>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65666" tIns="65666" rIns="65666" bIns="65666" numCol="1" spcCol="1270" anchor="ctr" anchorCtr="0">
          <a:noAutofit/>
        </a:bodyPr>
        <a:lstStyle/>
        <a:p>
          <a:pPr marL="0" lvl="0" indent="0" algn="l" defTabSz="666750">
            <a:lnSpc>
              <a:spcPct val="100000"/>
            </a:lnSpc>
            <a:spcBef>
              <a:spcPct val="0"/>
            </a:spcBef>
            <a:spcAft>
              <a:spcPct val="35000"/>
            </a:spcAft>
            <a:buNone/>
          </a:pPr>
          <a:r>
            <a:rPr lang="en-US" sz="1500" b="0" i="0" kern="1200" baseline="0"/>
            <a:t>Current single-chain designs cap throughput as demand surges.</a:t>
          </a:r>
          <a:endParaRPr lang="en-US" sz="1500" kern="1200"/>
        </a:p>
      </dsp:txBody>
      <dsp:txXfrm>
        <a:off x="716636" y="2912"/>
        <a:ext cx="4888360" cy="620464"/>
      </dsp:txXfrm>
    </dsp:sp>
    <dsp:sp modelId="{37913D28-F096-4FA4-A61F-E50D2C7FDAEB}">
      <dsp:nvSpPr>
        <dsp:cNvPr id="0" name=""/>
        <dsp:cNvSpPr/>
      </dsp:nvSpPr>
      <dsp:spPr>
        <a:xfrm>
          <a:off x="0" y="778493"/>
          <a:ext cx="5604997" cy="620464"/>
        </a:xfrm>
        <a:prstGeom prst="roundRect">
          <a:avLst>
            <a:gd name="adj" fmla="val 10000"/>
          </a:avLst>
        </a:prstGeom>
        <a:solidFill>
          <a:schemeClr val="accent5">
            <a:hueOff val="-1183401"/>
            <a:satOff val="-6501"/>
            <a:lumOff val="-6471"/>
            <a:alphaOff val="0"/>
          </a:schemeClr>
        </a:solidFill>
        <a:ln>
          <a:noFill/>
        </a:ln>
        <a:effectLst/>
      </dsp:spPr>
      <dsp:style>
        <a:lnRef idx="0">
          <a:scrgbClr r="0" g="0" b="0"/>
        </a:lnRef>
        <a:fillRef idx="1">
          <a:scrgbClr r="0" g="0" b="0"/>
        </a:fillRef>
        <a:effectRef idx="0">
          <a:scrgbClr r="0" g="0" b="0"/>
        </a:effectRef>
        <a:fontRef idx="minor"/>
      </dsp:style>
    </dsp:sp>
    <dsp:sp modelId="{8D7365B3-15C2-4831-AB94-BD4ACA1F048A}">
      <dsp:nvSpPr>
        <dsp:cNvPr id="0" name=""/>
        <dsp:cNvSpPr/>
      </dsp:nvSpPr>
      <dsp:spPr>
        <a:xfrm>
          <a:off x="187690" y="918098"/>
          <a:ext cx="341255" cy="341255"/>
        </a:xfrm>
        <a:prstGeom prst="rect">
          <a:avLst/>
        </a:prstGeom>
        <a:blipFill>
          <a:blip xmlns:r="http://schemas.openxmlformats.org/officeDocument/2006/relationships" r:embed="rId3">
            <a:extLst>
              <a:ext uri="{28A0092B-C50C-407E-A947-70E740481C1C}">
                <a14:useLocalDpi xmlns:a14="http://schemas.microsoft.com/office/drawing/2010/main" val="0"/>
              </a:ext>
              <a:ext uri="{96DAC541-7B7A-43D3-8B79-37D633B846F1}">
                <asvg:svgBlip xmlns:asvg="http://schemas.microsoft.com/office/drawing/2016/SVG/main" r:embed="rId4"/>
              </a:ext>
            </a:extLst>
          </a:blip>
          <a:stretch>
            <a:fillRect/>
          </a:stretch>
        </a:blipFill>
        <a:ln w="12700" cap="flat" cmpd="sng" algn="ctr">
          <a:noFill/>
          <a:prstDash val="solid"/>
          <a:miter lim="800000"/>
        </a:ln>
        <a:effectLst/>
      </dsp:spPr>
      <dsp:style>
        <a:lnRef idx="2">
          <a:scrgbClr r="0" g="0" b="0"/>
        </a:lnRef>
        <a:fillRef idx="1">
          <a:scrgbClr r="0" g="0" b="0"/>
        </a:fillRef>
        <a:effectRef idx="0">
          <a:scrgbClr r="0" g="0" b="0"/>
        </a:effectRef>
        <a:fontRef idx="minor">
          <a:schemeClr val="lt1"/>
        </a:fontRef>
      </dsp:style>
    </dsp:sp>
    <dsp:sp modelId="{5CAED671-0E37-4003-8966-174AA4BEF5F9}">
      <dsp:nvSpPr>
        <dsp:cNvPr id="0" name=""/>
        <dsp:cNvSpPr/>
      </dsp:nvSpPr>
      <dsp:spPr>
        <a:xfrm>
          <a:off x="716636" y="778493"/>
          <a:ext cx="4888360" cy="620464"/>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65666" tIns="65666" rIns="65666" bIns="65666" numCol="1" spcCol="1270" anchor="ctr" anchorCtr="0">
          <a:noAutofit/>
        </a:bodyPr>
        <a:lstStyle/>
        <a:p>
          <a:pPr marL="0" lvl="0" indent="0" algn="l" defTabSz="666750">
            <a:lnSpc>
              <a:spcPct val="100000"/>
            </a:lnSpc>
            <a:spcBef>
              <a:spcPct val="0"/>
            </a:spcBef>
            <a:spcAft>
              <a:spcPct val="35000"/>
            </a:spcAft>
            <a:buNone/>
          </a:pPr>
          <a:r>
            <a:rPr lang="en-US" sz="1500" b="0" i="0" kern="1200" baseline="0"/>
            <a:t>We aim to scale TPS via sharding without increasing user-visible latency.</a:t>
          </a:r>
          <a:endParaRPr lang="en-US" sz="1500" kern="1200"/>
        </a:p>
      </dsp:txBody>
      <dsp:txXfrm>
        <a:off x="716636" y="778493"/>
        <a:ext cx="4888360" cy="620464"/>
      </dsp:txXfrm>
    </dsp:sp>
    <dsp:sp modelId="{780B81C9-918B-4880-8D44-4C21A4ADB868}">
      <dsp:nvSpPr>
        <dsp:cNvPr id="0" name=""/>
        <dsp:cNvSpPr/>
      </dsp:nvSpPr>
      <dsp:spPr>
        <a:xfrm>
          <a:off x="0" y="1554074"/>
          <a:ext cx="5604997" cy="620464"/>
        </a:xfrm>
        <a:prstGeom prst="roundRect">
          <a:avLst>
            <a:gd name="adj" fmla="val 10000"/>
          </a:avLst>
        </a:prstGeom>
        <a:solidFill>
          <a:schemeClr val="accent5">
            <a:hueOff val="-2366803"/>
            <a:satOff val="-13001"/>
            <a:lumOff val="-12942"/>
            <a:alphaOff val="0"/>
          </a:schemeClr>
        </a:solidFill>
        <a:ln>
          <a:noFill/>
        </a:ln>
        <a:effectLst/>
      </dsp:spPr>
      <dsp:style>
        <a:lnRef idx="0">
          <a:scrgbClr r="0" g="0" b="0"/>
        </a:lnRef>
        <a:fillRef idx="1">
          <a:scrgbClr r="0" g="0" b="0"/>
        </a:fillRef>
        <a:effectRef idx="0">
          <a:scrgbClr r="0" g="0" b="0"/>
        </a:effectRef>
        <a:fontRef idx="minor"/>
      </dsp:style>
    </dsp:sp>
    <dsp:sp modelId="{C7F71039-30AE-45C0-BF50-F3CED8503C19}">
      <dsp:nvSpPr>
        <dsp:cNvPr id="0" name=""/>
        <dsp:cNvSpPr/>
      </dsp:nvSpPr>
      <dsp:spPr>
        <a:xfrm>
          <a:off x="187690" y="1693678"/>
          <a:ext cx="341255" cy="341255"/>
        </a:xfrm>
        <a:prstGeom prst="rect">
          <a:avLst/>
        </a:prstGeom>
        <a:blipFill>
          <a:blip xmlns:r="http://schemas.openxmlformats.org/officeDocument/2006/relationships" r:embed="rId5">
            <a:extLst>
              <a:ext uri="{28A0092B-C50C-407E-A947-70E740481C1C}">
                <a14:useLocalDpi xmlns:a14="http://schemas.microsoft.com/office/drawing/2010/main" val="0"/>
              </a:ext>
              <a:ext uri="{96DAC541-7B7A-43D3-8B79-37D633B846F1}">
                <asvg:svgBlip xmlns:asvg="http://schemas.microsoft.com/office/drawing/2016/SVG/main" r:embed="rId6"/>
              </a:ext>
            </a:extLst>
          </a:blip>
          <a:stretch>
            <a:fillRect/>
          </a:stretch>
        </a:blipFill>
        <a:ln w="12700" cap="flat" cmpd="sng" algn="ctr">
          <a:noFill/>
          <a:prstDash val="solid"/>
          <a:miter lim="800000"/>
        </a:ln>
        <a:effectLst/>
      </dsp:spPr>
      <dsp:style>
        <a:lnRef idx="2">
          <a:scrgbClr r="0" g="0" b="0"/>
        </a:lnRef>
        <a:fillRef idx="1">
          <a:scrgbClr r="0" g="0" b="0"/>
        </a:fillRef>
        <a:effectRef idx="0">
          <a:scrgbClr r="0" g="0" b="0"/>
        </a:effectRef>
        <a:fontRef idx="minor">
          <a:schemeClr val="lt1"/>
        </a:fontRef>
      </dsp:style>
    </dsp:sp>
    <dsp:sp modelId="{BC82ABCB-6811-420F-A9E6-7B8ADD8B0DEC}">
      <dsp:nvSpPr>
        <dsp:cNvPr id="0" name=""/>
        <dsp:cNvSpPr/>
      </dsp:nvSpPr>
      <dsp:spPr>
        <a:xfrm>
          <a:off x="716636" y="1554074"/>
          <a:ext cx="4888360" cy="620464"/>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65666" tIns="65666" rIns="65666" bIns="65666" numCol="1" spcCol="1270" anchor="ctr" anchorCtr="0">
          <a:noAutofit/>
        </a:bodyPr>
        <a:lstStyle/>
        <a:p>
          <a:pPr marL="0" lvl="0" indent="0" algn="l" defTabSz="666750">
            <a:lnSpc>
              <a:spcPct val="100000"/>
            </a:lnSpc>
            <a:spcBef>
              <a:spcPct val="0"/>
            </a:spcBef>
            <a:spcAft>
              <a:spcPct val="35000"/>
            </a:spcAft>
            <a:buNone/>
          </a:pPr>
          <a:r>
            <a:rPr lang="en-US" sz="1500" b="0" i="0" kern="1200" baseline="0"/>
            <a:t>Security must remain constant (no weaker committees/assumptions).</a:t>
          </a:r>
          <a:endParaRPr lang="en-US" sz="1500" kern="1200"/>
        </a:p>
      </dsp:txBody>
      <dsp:txXfrm>
        <a:off x="716636" y="1554074"/>
        <a:ext cx="4888360" cy="620464"/>
      </dsp:txXfrm>
    </dsp:sp>
    <dsp:sp modelId="{F6BDA916-CAF6-45D2-891C-53CD016E6D9D}">
      <dsp:nvSpPr>
        <dsp:cNvPr id="0" name=""/>
        <dsp:cNvSpPr/>
      </dsp:nvSpPr>
      <dsp:spPr>
        <a:xfrm>
          <a:off x="0" y="2329654"/>
          <a:ext cx="5604997" cy="620464"/>
        </a:xfrm>
        <a:prstGeom prst="roundRect">
          <a:avLst>
            <a:gd name="adj" fmla="val 10000"/>
          </a:avLst>
        </a:prstGeom>
        <a:solidFill>
          <a:schemeClr val="accent5">
            <a:hueOff val="-3550204"/>
            <a:satOff val="-19502"/>
            <a:lumOff val="-19413"/>
            <a:alphaOff val="0"/>
          </a:schemeClr>
        </a:solidFill>
        <a:ln>
          <a:noFill/>
        </a:ln>
        <a:effectLst/>
      </dsp:spPr>
      <dsp:style>
        <a:lnRef idx="0">
          <a:scrgbClr r="0" g="0" b="0"/>
        </a:lnRef>
        <a:fillRef idx="1">
          <a:scrgbClr r="0" g="0" b="0"/>
        </a:fillRef>
        <a:effectRef idx="0">
          <a:scrgbClr r="0" g="0" b="0"/>
        </a:effectRef>
        <a:fontRef idx="minor"/>
      </dsp:style>
    </dsp:sp>
    <dsp:sp modelId="{15E42FC0-F519-49DB-8A8A-DE981CB43E0F}">
      <dsp:nvSpPr>
        <dsp:cNvPr id="0" name=""/>
        <dsp:cNvSpPr/>
      </dsp:nvSpPr>
      <dsp:spPr>
        <a:xfrm>
          <a:off x="187690" y="2469259"/>
          <a:ext cx="341255" cy="341255"/>
        </a:xfrm>
        <a:prstGeom prst="rect">
          <a:avLst/>
        </a:prstGeom>
        <a:blipFill>
          <a:blip xmlns:r="http://schemas.openxmlformats.org/officeDocument/2006/relationships" r:embed="rId7">
            <a:extLst>
              <a:ext uri="{28A0092B-C50C-407E-A947-70E740481C1C}">
                <a14:useLocalDpi xmlns:a14="http://schemas.microsoft.com/office/drawing/2010/main" val="0"/>
              </a:ext>
              <a:ext uri="{96DAC541-7B7A-43D3-8B79-37D633B846F1}">
                <asvg:svgBlip xmlns:asvg="http://schemas.microsoft.com/office/drawing/2016/SVG/main" r:embed="rId8"/>
              </a:ext>
            </a:extLst>
          </a:blip>
          <a:stretch>
            <a:fillRect/>
          </a:stretch>
        </a:blipFill>
        <a:ln w="12700" cap="flat" cmpd="sng" algn="ctr">
          <a:noFill/>
          <a:prstDash val="solid"/>
          <a:miter lim="800000"/>
        </a:ln>
        <a:effectLst/>
      </dsp:spPr>
      <dsp:style>
        <a:lnRef idx="2">
          <a:scrgbClr r="0" g="0" b="0"/>
        </a:lnRef>
        <a:fillRef idx="1">
          <a:scrgbClr r="0" g="0" b="0"/>
        </a:fillRef>
        <a:effectRef idx="0">
          <a:scrgbClr r="0" g="0" b="0"/>
        </a:effectRef>
        <a:fontRef idx="minor">
          <a:schemeClr val="lt1"/>
        </a:fontRef>
      </dsp:style>
    </dsp:sp>
    <dsp:sp modelId="{8353B102-EEF8-4239-AF6A-2288B733FED3}">
      <dsp:nvSpPr>
        <dsp:cNvPr id="0" name=""/>
        <dsp:cNvSpPr/>
      </dsp:nvSpPr>
      <dsp:spPr>
        <a:xfrm>
          <a:off x="716636" y="2329654"/>
          <a:ext cx="4888360" cy="620464"/>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65666" tIns="65666" rIns="65666" bIns="65666" numCol="1" spcCol="1270" anchor="ctr" anchorCtr="0">
          <a:noAutofit/>
        </a:bodyPr>
        <a:lstStyle/>
        <a:p>
          <a:pPr marL="0" lvl="0" indent="0" algn="l" defTabSz="666750">
            <a:lnSpc>
              <a:spcPct val="100000"/>
            </a:lnSpc>
            <a:spcBef>
              <a:spcPct val="0"/>
            </a:spcBef>
            <a:spcAft>
              <a:spcPct val="35000"/>
            </a:spcAft>
            <a:buNone/>
          </a:pPr>
          <a:r>
            <a:rPr lang="en-US" sz="1500" b="0" i="0" kern="1200" baseline="0"/>
            <a:t>Cross-shard messaging overhead may erase scaling gains as shards grow.</a:t>
          </a:r>
          <a:endParaRPr lang="en-US" sz="1500" kern="1200"/>
        </a:p>
      </dsp:txBody>
      <dsp:txXfrm>
        <a:off x="716636" y="2329654"/>
        <a:ext cx="4888360" cy="620464"/>
      </dsp:txXfrm>
    </dsp:sp>
    <dsp:sp modelId="{6CEE1C5A-D67C-4430-B968-DF42CF1A59EF}">
      <dsp:nvSpPr>
        <dsp:cNvPr id="0" name=""/>
        <dsp:cNvSpPr/>
      </dsp:nvSpPr>
      <dsp:spPr>
        <a:xfrm>
          <a:off x="0" y="3105235"/>
          <a:ext cx="5604997" cy="620464"/>
        </a:xfrm>
        <a:prstGeom prst="roundRect">
          <a:avLst>
            <a:gd name="adj" fmla="val 10000"/>
          </a:avLst>
        </a:prstGeom>
        <a:solidFill>
          <a:schemeClr val="accent5">
            <a:hueOff val="-4733605"/>
            <a:satOff val="-26003"/>
            <a:lumOff val="-25884"/>
            <a:alphaOff val="0"/>
          </a:schemeClr>
        </a:solidFill>
        <a:ln>
          <a:noFill/>
        </a:ln>
        <a:effectLst/>
      </dsp:spPr>
      <dsp:style>
        <a:lnRef idx="0">
          <a:scrgbClr r="0" g="0" b="0"/>
        </a:lnRef>
        <a:fillRef idx="1">
          <a:scrgbClr r="0" g="0" b="0"/>
        </a:fillRef>
        <a:effectRef idx="0">
          <a:scrgbClr r="0" g="0" b="0"/>
        </a:effectRef>
        <a:fontRef idx="minor"/>
      </dsp:style>
    </dsp:sp>
    <dsp:sp modelId="{55987CA5-D84A-4053-9CC7-285983B5B7BB}">
      <dsp:nvSpPr>
        <dsp:cNvPr id="0" name=""/>
        <dsp:cNvSpPr/>
      </dsp:nvSpPr>
      <dsp:spPr>
        <a:xfrm>
          <a:off x="187690" y="3244840"/>
          <a:ext cx="341255" cy="341255"/>
        </a:xfrm>
        <a:prstGeom prst="rect">
          <a:avLst/>
        </a:prstGeom>
        <a:blipFill>
          <a:blip xmlns:r="http://schemas.openxmlformats.org/officeDocument/2006/relationships" r:embed="rId9">
            <a:extLst>
              <a:ext uri="{28A0092B-C50C-407E-A947-70E740481C1C}">
                <a14:useLocalDpi xmlns:a14="http://schemas.microsoft.com/office/drawing/2010/main" val="0"/>
              </a:ext>
              <a:ext uri="{96DAC541-7B7A-43D3-8B79-37D633B846F1}">
                <asvg:svgBlip xmlns:asvg="http://schemas.microsoft.com/office/drawing/2016/SVG/main" r:embed="rId10"/>
              </a:ext>
            </a:extLst>
          </a:blip>
          <a:stretch>
            <a:fillRect/>
          </a:stretch>
        </a:blipFill>
        <a:ln w="12700" cap="flat" cmpd="sng" algn="ctr">
          <a:noFill/>
          <a:prstDash val="solid"/>
          <a:miter lim="800000"/>
        </a:ln>
        <a:effectLst/>
      </dsp:spPr>
      <dsp:style>
        <a:lnRef idx="2">
          <a:scrgbClr r="0" g="0" b="0"/>
        </a:lnRef>
        <a:fillRef idx="1">
          <a:scrgbClr r="0" g="0" b="0"/>
        </a:fillRef>
        <a:effectRef idx="0">
          <a:scrgbClr r="0" g="0" b="0"/>
        </a:effectRef>
        <a:fontRef idx="minor">
          <a:schemeClr val="lt1"/>
        </a:fontRef>
      </dsp:style>
    </dsp:sp>
    <dsp:sp modelId="{2A91D299-C5BB-45BE-82DC-5F2B105DE7C9}">
      <dsp:nvSpPr>
        <dsp:cNvPr id="0" name=""/>
        <dsp:cNvSpPr/>
      </dsp:nvSpPr>
      <dsp:spPr>
        <a:xfrm>
          <a:off x="716636" y="3105235"/>
          <a:ext cx="4888360" cy="620464"/>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65666" tIns="65666" rIns="65666" bIns="65666" numCol="1" spcCol="1270" anchor="ctr" anchorCtr="0">
          <a:noAutofit/>
        </a:bodyPr>
        <a:lstStyle/>
        <a:p>
          <a:pPr marL="0" lvl="0" indent="0" algn="l" defTabSz="666750">
            <a:lnSpc>
              <a:spcPct val="100000"/>
            </a:lnSpc>
            <a:spcBef>
              <a:spcPct val="0"/>
            </a:spcBef>
            <a:spcAft>
              <a:spcPct val="35000"/>
            </a:spcAft>
            <a:buNone/>
          </a:pPr>
          <a:r>
            <a:rPr lang="en-US" sz="1500" b="0" i="0" kern="1200" baseline="0"/>
            <a:t>Problem: determine the shard count that maximizes TPS under fixed latency and security budgets.</a:t>
          </a:r>
          <a:endParaRPr lang="en-US" sz="1500" kern="1200"/>
        </a:p>
      </dsp:txBody>
      <dsp:txXfrm>
        <a:off x="716636" y="3105235"/>
        <a:ext cx="4888360" cy="620464"/>
      </dsp:txXfrm>
    </dsp:sp>
  </dsp:spTree>
</dsp:drawing>
</file>

<file path=ppt/diagrams/drawing3.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BC83371C-6554-B842-B6B7-6C4F3FC78EF4}">
      <dsp:nvSpPr>
        <dsp:cNvPr id="0" name=""/>
        <dsp:cNvSpPr/>
      </dsp:nvSpPr>
      <dsp:spPr>
        <a:xfrm>
          <a:off x="0" y="332722"/>
          <a:ext cx="10515600" cy="873953"/>
        </a:xfrm>
        <a:prstGeom prst="roundRect">
          <a:avLst/>
        </a:prstGeom>
        <a:solidFill>
          <a:schemeClr val="accent1">
            <a:hueOff val="0"/>
            <a:satOff val="0"/>
            <a:lumOff val="0"/>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83820" tIns="83820" rIns="83820" bIns="83820" numCol="1" spcCol="1270" anchor="ctr" anchorCtr="0">
          <a:noAutofit/>
        </a:bodyPr>
        <a:lstStyle/>
        <a:p>
          <a:pPr marL="0" lvl="0" indent="0" algn="l" defTabSz="977900">
            <a:lnSpc>
              <a:spcPct val="90000"/>
            </a:lnSpc>
            <a:spcBef>
              <a:spcPct val="0"/>
            </a:spcBef>
            <a:spcAft>
              <a:spcPct val="35000"/>
            </a:spcAft>
            <a:buNone/>
          </a:pPr>
          <a:r>
            <a:rPr lang="en-US" sz="2200" kern="1200"/>
            <a:t>Single-leader block assembly bottlenecks throughput and raises latency.</a:t>
          </a:r>
        </a:p>
      </dsp:txBody>
      <dsp:txXfrm>
        <a:off x="42663" y="375385"/>
        <a:ext cx="10430274" cy="788627"/>
      </dsp:txXfrm>
    </dsp:sp>
    <dsp:sp modelId="{4670B83A-6534-934D-9DB0-F2F3081A7FF3}">
      <dsp:nvSpPr>
        <dsp:cNvPr id="0" name=""/>
        <dsp:cNvSpPr/>
      </dsp:nvSpPr>
      <dsp:spPr>
        <a:xfrm>
          <a:off x="0" y="1270035"/>
          <a:ext cx="10515600" cy="873953"/>
        </a:xfrm>
        <a:prstGeom prst="roundRect">
          <a:avLst/>
        </a:prstGeom>
        <a:solidFill>
          <a:schemeClr val="accent1">
            <a:hueOff val="0"/>
            <a:satOff val="0"/>
            <a:lumOff val="0"/>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83820" tIns="83820" rIns="83820" bIns="83820" numCol="1" spcCol="1270" anchor="ctr" anchorCtr="0">
          <a:noAutofit/>
        </a:bodyPr>
        <a:lstStyle/>
        <a:p>
          <a:pPr marL="0" lvl="0" indent="0" algn="l" defTabSz="977900">
            <a:lnSpc>
              <a:spcPct val="90000"/>
            </a:lnSpc>
            <a:spcBef>
              <a:spcPct val="0"/>
            </a:spcBef>
            <a:spcAft>
              <a:spcPct val="35000"/>
            </a:spcAft>
            <a:buNone/>
          </a:pPr>
          <a:r>
            <a:rPr lang="en-US" sz="2200" kern="1200"/>
            <a:t>Our approach lets multiple miners to win per round and then contribute towards building a block in parallel.</a:t>
          </a:r>
        </a:p>
      </dsp:txBody>
      <dsp:txXfrm>
        <a:off x="42663" y="1312698"/>
        <a:ext cx="10430274" cy="788627"/>
      </dsp:txXfrm>
    </dsp:sp>
    <dsp:sp modelId="{BA6BEF41-9328-2347-8C46-7E24767BCF16}">
      <dsp:nvSpPr>
        <dsp:cNvPr id="0" name=""/>
        <dsp:cNvSpPr/>
      </dsp:nvSpPr>
      <dsp:spPr>
        <a:xfrm>
          <a:off x="0" y="2207349"/>
          <a:ext cx="10515600" cy="873953"/>
        </a:xfrm>
        <a:prstGeom prst="roundRect">
          <a:avLst/>
        </a:prstGeom>
        <a:solidFill>
          <a:schemeClr val="accent1">
            <a:hueOff val="0"/>
            <a:satOff val="0"/>
            <a:lumOff val="0"/>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83820" tIns="83820" rIns="83820" bIns="83820" numCol="1" spcCol="1270" anchor="ctr" anchorCtr="0">
          <a:noAutofit/>
        </a:bodyPr>
        <a:lstStyle/>
        <a:p>
          <a:pPr marL="0" lvl="0" indent="0" algn="l" defTabSz="977900">
            <a:lnSpc>
              <a:spcPct val="90000"/>
            </a:lnSpc>
            <a:spcBef>
              <a:spcPct val="0"/>
            </a:spcBef>
            <a:spcAft>
              <a:spcPct val="35000"/>
            </a:spcAft>
            <a:buNone/>
          </a:pPr>
          <a:r>
            <a:rPr lang="en-US" sz="2200" kern="1200"/>
            <a:t>Each winner assembles a shard, where shard headers are coordinated and ordered deterministically to form a block.</a:t>
          </a:r>
        </a:p>
      </dsp:txBody>
      <dsp:txXfrm>
        <a:off x="42663" y="2250012"/>
        <a:ext cx="10430274" cy="788627"/>
      </dsp:txXfrm>
    </dsp:sp>
    <dsp:sp modelId="{1F82082B-DA70-F14C-A3F9-C2C1A7530721}">
      <dsp:nvSpPr>
        <dsp:cNvPr id="0" name=""/>
        <dsp:cNvSpPr/>
      </dsp:nvSpPr>
      <dsp:spPr>
        <a:xfrm>
          <a:off x="0" y="3144662"/>
          <a:ext cx="10515600" cy="873953"/>
        </a:xfrm>
        <a:prstGeom prst="roundRect">
          <a:avLst/>
        </a:prstGeom>
        <a:solidFill>
          <a:schemeClr val="accent1">
            <a:hueOff val="0"/>
            <a:satOff val="0"/>
            <a:lumOff val="0"/>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83820" tIns="83820" rIns="83820" bIns="83820" numCol="1" spcCol="1270" anchor="ctr" anchorCtr="0">
          <a:noAutofit/>
        </a:bodyPr>
        <a:lstStyle/>
        <a:p>
          <a:pPr marL="0" lvl="0" indent="0" algn="l" defTabSz="977900">
            <a:lnSpc>
              <a:spcPct val="90000"/>
            </a:lnSpc>
            <a:spcBef>
              <a:spcPct val="0"/>
            </a:spcBef>
            <a:spcAft>
              <a:spcPct val="35000"/>
            </a:spcAft>
            <a:buNone/>
          </a:pPr>
          <a:r>
            <a:rPr lang="en-US" sz="2200" kern="1200"/>
            <a:t>This would help us benchmark and determine that at how many shards do we get the best throughput while maintaining a stable latency over the network.</a:t>
          </a:r>
        </a:p>
      </dsp:txBody>
      <dsp:txXfrm>
        <a:off x="42663" y="3187325"/>
        <a:ext cx="10430274" cy="788627"/>
      </dsp:txXfrm>
    </dsp:sp>
  </dsp:spTree>
</dsp:drawing>
</file>

<file path=ppt/diagrams/drawing4.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D6D01DC1-3FCF-BA41-85F7-7D77E8CEC2F7}">
      <dsp:nvSpPr>
        <dsp:cNvPr id="0" name=""/>
        <dsp:cNvSpPr/>
      </dsp:nvSpPr>
      <dsp:spPr>
        <a:xfrm>
          <a:off x="231653" y="1399"/>
          <a:ext cx="3287119" cy="1972271"/>
        </a:xfrm>
        <a:prstGeom prst="rect">
          <a:avLst/>
        </a:prstGeom>
        <a:solidFill>
          <a:schemeClr val="accent2">
            <a:hueOff val="0"/>
            <a:satOff val="0"/>
            <a:lumOff val="0"/>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64770" tIns="64770" rIns="64770" bIns="64770" numCol="1" spcCol="1270" anchor="ctr" anchorCtr="0">
          <a:noAutofit/>
        </a:bodyPr>
        <a:lstStyle/>
        <a:p>
          <a:pPr marL="0" lvl="0" indent="0" algn="ctr" defTabSz="755650">
            <a:lnSpc>
              <a:spcPct val="90000"/>
            </a:lnSpc>
            <a:spcBef>
              <a:spcPct val="0"/>
            </a:spcBef>
            <a:spcAft>
              <a:spcPct val="35000"/>
            </a:spcAft>
            <a:buNone/>
          </a:pPr>
          <a:r>
            <a:rPr lang="en-US" sz="1700" kern="1200"/>
            <a:t>Many participants run the consensus mechanism.</a:t>
          </a:r>
        </a:p>
      </dsp:txBody>
      <dsp:txXfrm>
        <a:off x="231653" y="1399"/>
        <a:ext cx="3287119" cy="1972271"/>
      </dsp:txXfrm>
    </dsp:sp>
    <dsp:sp modelId="{D0F66E32-718B-B545-81C2-CF3B24912411}">
      <dsp:nvSpPr>
        <dsp:cNvPr id="0" name=""/>
        <dsp:cNvSpPr/>
      </dsp:nvSpPr>
      <dsp:spPr>
        <a:xfrm>
          <a:off x="3847485" y="1399"/>
          <a:ext cx="3287119" cy="1972271"/>
        </a:xfrm>
        <a:prstGeom prst="rect">
          <a:avLst/>
        </a:prstGeom>
        <a:solidFill>
          <a:schemeClr val="accent2">
            <a:hueOff val="-79989"/>
            <a:satOff val="-9677"/>
            <a:lumOff val="-4627"/>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64770" tIns="64770" rIns="64770" bIns="64770" numCol="1" spcCol="1270" anchor="ctr" anchorCtr="0">
          <a:noAutofit/>
        </a:bodyPr>
        <a:lstStyle/>
        <a:p>
          <a:pPr marL="0" lvl="0" indent="0" algn="ctr" defTabSz="755650">
            <a:lnSpc>
              <a:spcPct val="90000"/>
            </a:lnSpc>
            <a:spcBef>
              <a:spcPct val="0"/>
            </a:spcBef>
            <a:spcAft>
              <a:spcPct val="35000"/>
            </a:spcAft>
            <a:buNone/>
          </a:pPr>
          <a:r>
            <a:rPr lang="en-US" sz="1700" kern="1200"/>
            <a:t>Let’s say after that we have multiple winners for that round based on the difficulty and mechanism, each winner will be counted as a single shard in that case.</a:t>
          </a:r>
        </a:p>
      </dsp:txBody>
      <dsp:txXfrm>
        <a:off x="3847485" y="1399"/>
        <a:ext cx="3287119" cy="1972271"/>
      </dsp:txXfrm>
    </dsp:sp>
    <dsp:sp modelId="{6D10EA0C-C3D4-BB47-B5F0-0EF10C6B2D2C}">
      <dsp:nvSpPr>
        <dsp:cNvPr id="0" name=""/>
        <dsp:cNvSpPr/>
      </dsp:nvSpPr>
      <dsp:spPr>
        <a:xfrm>
          <a:off x="7463316" y="1399"/>
          <a:ext cx="3287119" cy="1972271"/>
        </a:xfrm>
        <a:prstGeom prst="rect">
          <a:avLst/>
        </a:prstGeom>
        <a:solidFill>
          <a:schemeClr val="accent2">
            <a:hueOff val="-159978"/>
            <a:satOff val="-19354"/>
            <a:lumOff val="-9255"/>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64770" tIns="64770" rIns="64770" bIns="64770" numCol="1" spcCol="1270" anchor="ctr" anchorCtr="0">
          <a:noAutofit/>
        </a:bodyPr>
        <a:lstStyle/>
        <a:p>
          <a:pPr marL="0" lvl="0" indent="0" algn="ctr" defTabSz="755650">
            <a:lnSpc>
              <a:spcPct val="90000"/>
            </a:lnSpc>
            <a:spcBef>
              <a:spcPct val="0"/>
            </a:spcBef>
            <a:spcAft>
              <a:spcPct val="35000"/>
            </a:spcAft>
            <a:buNone/>
          </a:pPr>
          <a:r>
            <a:rPr lang="en-US" sz="1700" kern="1200"/>
            <a:t>Each shard or the winner would have their own disjoint subset of state and transactions.</a:t>
          </a:r>
        </a:p>
      </dsp:txBody>
      <dsp:txXfrm>
        <a:off x="7463316" y="1399"/>
        <a:ext cx="3287119" cy="1972271"/>
      </dsp:txXfrm>
    </dsp:sp>
    <dsp:sp modelId="{D1D6D8CF-C2FC-E840-8C79-573F8F3D6301}">
      <dsp:nvSpPr>
        <dsp:cNvPr id="0" name=""/>
        <dsp:cNvSpPr/>
      </dsp:nvSpPr>
      <dsp:spPr>
        <a:xfrm>
          <a:off x="231653" y="2302383"/>
          <a:ext cx="3287119" cy="1972271"/>
        </a:xfrm>
        <a:prstGeom prst="rect">
          <a:avLst/>
        </a:prstGeom>
        <a:solidFill>
          <a:schemeClr val="accent2">
            <a:hueOff val="-239967"/>
            <a:satOff val="-29031"/>
            <a:lumOff val="-13882"/>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64770" tIns="64770" rIns="64770" bIns="64770" numCol="1" spcCol="1270" anchor="ctr" anchorCtr="0">
          <a:noAutofit/>
        </a:bodyPr>
        <a:lstStyle/>
        <a:p>
          <a:pPr marL="0" lvl="0" indent="0" algn="ctr" defTabSz="755650">
            <a:lnSpc>
              <a:spcPct val="90000"/>
            </a:lnSpc>
            <a:spcBef>
              <a:spcPct val="0"/>
            </a:spcBef>
            <a:spcAft>
              <a:spcPct val="35000"/>
            </a:spcAft>
            <a:buNone/>
          </a:pPr>
          <a:r>
            <a:rPr lang="en-US" sz="1700" kern="1200"/>
            <a:t>Winners would execute the transactions for their shard and produce the shard output.</a:t>
          </a:r>
        </a:p>
      </dsp:txBody>
      <dsp:txXfrm>
        <a:off x="231653" y="2302383"/>
        <a:ext cx="3287119" cy="1972271"/>
      </dsp:txXfrm>
    </dsp:sp>
    <dsp:sp modelId="{B02954F0-A8A7-4140-9E54-517B14B8BE5E}">
      <dsp:nvSpPr>
        <dsp:cNvPr id="0" name=""/>
        <dsp:cNvSpPr/>
      </dsp:nvSpPr>
      <dsp:spPr>
        <a:xfrm>
          <a:off x="3847485" y="2302383"/>
          <a:ext cx="3287119" cy="1972271"/>
        </a:xfrm>
        <a:prstGeom prst="rect">
          <a:avLst/>
        </a:prstGeom>
        <a:solidFill>
          <a:schemeClr val="accent2">
            <a:hueOff val="-319956"/>
            <a:satOff val="-38708"/>
            <a:lumOff val="-18510"/>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64770" tIns="64770" rIns="64770" bIns="64770" numCol="1" spcCol="1270" anchor="ctr" anchorCtr="0">
          <a:noAutofit/>
        </a:bodyPr>
        <a:lstStyle/>
        <a:p>
          <a:pPr marL="0" lvl="0" indent="0" algn="ctr" defTabSz="755650">
            <a:lnSpc>
              <a:spcPct val="90000"/>
            </a:lnSpc>
            <a:spcBef>
              <a:spcPct val="0"/>
            </a:spcBef>
            <a:spcAft>
              <a:spcPct val="35000"/>
            </a:spcAft>
            <a:buNone/>
          </a:pPr>
          <a:r>
            <a:rPr lang="en-US" sz="1700" kern="1200"/>
            <a:t>The shard then communicates among themselves or the metronome node to form the block.</a:t>
          </a:r>
        </a:p>
      </dsp:txBody>
      <dsp:txXfrm>
        <a:off x="3847485" y="2302383"/>
        <a:ext cx="3287119" cy="1972271"/>
      </dsp:txXfrm>
    </dsp:sp>
    <dsp:sp modelId="{6BC2865A-A44A-7E44-B551-EE3B8723D2C8}">
      <dsp:nvSpPr>
        <dsp:cNvPr id="0" name=""/>
        <dsp:cNvSpPr/>
      </dsp:nvSpPr>
      <dsp:spPr>
        <a:xfrm>
          <a:off x="7463316" y="2302383"/>
          <a:ext cx="3287119" cy="1972271"/>
        </a:xfrm>
        <a:prstGeom prst="rect">
          <a:avLst/>
        </a:prstGeom>
        <a:solidFill>
          <a:schemeClr val="accent2">
            <a:hueOff val="-399945"/>
            <a:satOff val="-48385"/>
            <a:lumOff val="-23137"/>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64770" tIns="64770" rIns="64770" bIns="64770" numCol="1" spcCol="1270" anchor="ctr" anchorCtr="0">
          <a:noAutofit/>
        </a:bodyPr>
        <a:lstStyle/>
        <a:p>
          <a:pPr marL="0" lvl="0" indent="0" algn="ctr" defTabSz="755650">
            <a:lnSpc>
              <a:spcPct val="90000"/>
            </a:lnSpc>
            <a:spcBef>
              <a:spcPct val="0"/>
            </a:spcBef>
            <a:spcAft>
              <a:spcPct val="35000"/>
            </a:spcAft>
            <a:buNone/>
          </a:pPr>
          <a:r>
            <a:rPr lang="en-US" sz="1700" kern="1200"/>
            <a:t>The metronome would also verify the transactions and the entire block itself and then the block will be published to the blockchain and then it will be broadcasted to all the miners, and the process begins again.</a:t>
          </a:r>
        </a:p>
      </dsp:txBody>
      <dsp:txXfrm>
        <a:off x="7463316" y="2302383"/>
        <a:ext cx="3287119" cy="1972271"/>
      </dsp:txXfrm>
    </dsp:sp>
  </dsp:spTree>
</dsp:drawing>
</file>

<file path=ppt/diagrams/drawing5.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0AE84D02-FDEA-2046-9438-99382CE9E5D3}">
      <dsp:nvSpPr>
        <dsp:cNvPr id="0" name=""/>
        <dsp:cNvSpPr/>
      </dsp:nvSpPr>
      <dsp:spPr>
        <a:xfrm>
          <a:off x="0" y="424269"/>
          <a:ext cx="10515600" cy="1113840"/>
        </a:xfrm>
        <a:prstGeom prst="roundRect">
          <a:avLst/>
        </a:prstGeom>
        <a:solidFill>
          <a:schemeClr val="accent1">
            <a:hueOff val="0"/>
            <a:satOff val="0"/>
            <a:lumOff val="0"/>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106680" tIns="106680" rIns="106680" bIns="106680" numCol="1" spcCol="1270" anchor="ctr" anchorCtr="0">
          <a:noAutofit/>
        </a:bodyPr>
        <a:lstStyle/>
        <a:p>
          <a:pPr marL="0" lvl="0" indent="0" algn="l" defTabSz="1244600">
            <a:lnSpc>
              <a:spcPct val="90000"/>
            </a:lnSpc>
            <a:spcBef>
              <a:spcPct val="0"/>
            </a:spcBef>
            <a:spcAft>
              <a:spcPct val="35000"/>
            </a:spcAft>
            <a:buNone/>
          </a:pPr>
          <a:r>
            <a:rPr lang="en-US" sz="2800" kern="1200"/>
            <a:t>Shards or the winners firstly communicate among themselves to form the block.</a:t>
          </a:r>
        </a:p>
      </dsp:txBody>
      <dsp:txXfrm>
        <a:off x="54373" y="478642"/>
        <a:ext cx="10406854" cy="1005094"/>
      </dsp:txXfrm>
    </dsp:sp>
    <dsp:sp modelId="{D5CA6CA3-DDBD-1946-A8A1-071F826A74E9}">
      <dsp:nvSpPr>
        <dsp:cNvPr id="0" name=""/>
        <dsp:cNvSpPr/>
      </dsp:nvSpPr>
      <dsp:spPr>
        <a:xfrm>
          <a:off x="0" y="1618749"/>
          <a:ext cx="10515600" cy="1113840"/>
        </a:xfrm>
        <a:prstGeom prst="roundRect">
          <a:avLst/>
        </a:prstGeom>
        <a:solidFill>
          <a:schemeClr val="accent1">
            <a:hueOff val="0"/>
            <a:satOff val="0"/>
            <a:lumOff val="0"/>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106680" tIns="106680" rIns="106680" bIns="106680" numCol="1" spcCol="1270" anchor="ctr" anchorCtr="0">
          <a:noAutofit/>
        </a:bodyPr>
        <a:lstStyle/>
        <a:p>
          <a:pPr marL="0" lvl="0" indent="0" algn="l" defTabSz="1244600">
            <a:lnSpc>
              <a:spcPct val="90000"/>
            </a:lnSpc>
            <a:spcBef>
              <a:spcPct val="0"/>
            </a:spcBef>
            <a:spcAft>
              <a:spcPct val="35000"/>
            </a:spcAft>
            <a:buNone/>
          </a:pPr>
          <a:r>
            <a:rPr lang="en-US" sz="2800" kern="1200" dirty="0"/>
            <a:t>In another approach, the leader metronome communicates with these shards to form the block.</a:t>
          </a:r>
        </a:p>
      </dsp:txBody>
      <dsp:txXfrm>
        <a:off x="54373" y="1673122"/>
        <a:ext cx="10406854" cy="1005094"/>
      </dsp:txXfrm>
    </dsp:sp>
    <dsp:sp modelId="{0A73995E-D412-C54D-93F8-EB9F78DE9A92}">
      <dsp:nvSpPr>
        <dsp:cNvPr id="0" name=""/>
        <dsp:cNvSpPr/>
      </dsp:nvSpPr>
      <dsp:spPr>
        <a:xfrm>
          <a:off x="0" y="2813229"/>
          <a:ext cx="10515600" cy="1113840"/>
        </a:xfrm>
        <a:prstGeom prst="roundRect">
          <a:avLst/>
        </a:prstGeom>
        <a:solidFill>
          <a:schemeClr val="accent1">
            <a:hueOff val="0"/>
            <a:satOff val="0"/>
            <a:lumOff val="0"/>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106680" tIns="106680" rIns="106680" bIns="106680" numCol="1" spcCol="1270" anchor="ctr" anchorCtr="0">
          <a:noAutofit/>
        </a:bodyPr>
        <a:lstStyle/>
        <a:p>
          <a:pPr marL="0" lvl="0" indent="0" algn="l" defTabSz="1244600">
            <a:lnSpc>
              <a:spcPct val="90000"/>
            </a:lnSpc>
            <a:spcBef>
              <a:spcPct val="0"/>
            </a:spcBef>
            <a:spcAft>
              <a:spcPct val="35000"/>
            </a:spcAft>
            <a:buNone/>
          </a:pPr>
          <a:r>
            <a:rPr lang="en-US" sz="2800" kern="1200"/>
            <a:t>After that the metronome will publish the block to the blockchain and then will broadcast that to all the miners itself.</a:t>
          </a:r>
        </a:p>
      </dsp:txBody>
      <dsp:txXfrm>
        <a:off x="54373" y="2867602"/>
        <a:ext cx="10406854" cy="1005094"/>
      </dsp:txXfrm>
    </dsp:sp>
  </dsp:spTree>
</dsp:drawing>
</file>

<file path=ppt/diagrams/drawing6.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C4D5A179-6C63-45D7-96EB-2BE2F1BCA82E}">
      <dsp:nvSpPr>
        <dsp:cNvPr id="0" name=""/>
        <dsp:cNvSpPr/>
      </dsp:nvSpPr>
      <dsp:spPr>
        <a:xfrm>
          <a:off x="0" y="707092"/>
          <a:ext cx="10515600" cy="1305401"/>
        </a:xfrm>
        <a:prstGeom prst="roundRect">
          <a:avLst>
            <a:gd name="adj" fmla="val 10000"/>
          </a:avLst>
        </a:prstGeom>
        <a:solidFill>
          <a:schemeClr val="accent1">
            <a:tint val="40000"/>
            <a:hueOff val="0"/>
            <a:satOff val="0"/>
            <a:lumOff val="0"/>
            <a:alphaOff val="0"/>
          </a:schemeClr>
        </a:solidFill>
        <a:ln>
          <a:noFill/>
        </a:ln>
        <a:effectLst/>
      </dsp:spPr>
      <dsp:style>
        <a:lnRef idx="0">
          <a:scrgbClr r="0" g="0" b="0"/>
        </a:lnRef>
        <a:fillRef idx="1">
          <a:scrgbClr r="0" g="0" b="0"/>
        </a:fillRef>
        <a:effectRef idx="0">
          <a:scrgbClr r="0" g="0" b="0"/>
        </a:effectRef>
        <a:fontRef idx="minor"/>
      </dsp:style>
    </dsp:sp>
    <dsp:sp modelId="{BC334F90-C0F3-45F6-AF86-7EE5DCB92B7C}">
      <dsp:nvSpPr>
        <dsp:cNvPr id="0" name=""/>
        <dsp:cNvSpPr/>
      </dsp:nvSpPr>
      <dsp:spPr>
        <a:xfrm>
          <a:off x="394883" y="1000807"/>
          <a:ext cx="717970" cy="717970"/>
        </a:xfrm>
        <a:prstGeom prst="rect">
          <a:avLst/>
        </a:prstGeom>
        <a:blipFill>
          <a:blip xmlns:r="http://schemas.openxmlformats.org/officeDocument/2006/relationships" r:embed="rId1">
            <a:extLst>
              <a:ext uri="{28A0092B-C50C-407E-A947-70E740481C1C}">
                <a14:useLocalDpi xmlns:a14="http://schemas.microsoft.com/office/drawing/2010/main" val="0"/>
              </a:ext>
              <a:ext uri="{96DAC541-7B7A-43D3-8B79-37D633B846F1}">
                <asvg:svgBlip xmlns:asvg="http://schemas.microsoft.com/office/drawing/2016/SVG/main" r:embed="rId2"/>
              </a:ext>
            </a:extLst>
          </a:blip>
          <a:stretch>
            <a:fillRect/>
          </a:stretch>
        </a:blip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sp>
    <dsp:sp modelId="{50B61BAD-4B2C-4253-A52B-4CDD931D5EB9}">
      <dsp:nvSpPr>
        <dsp:cNvPr id="0" name=""/>
        <dsp:cNvSpPr/>
      </dsp:nvSpPr>
      <dsp:spPr>
        <a:xfrm>
          <a:off x="1507738" y="707092"/>
          <a:ext cx="9007861" cy="1305401"/>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138155" tIns="138155" rIns="138155" bIns="138155" numCol="1" spcCol="1270" anchor="ctr" anchorCtr="0">
          <a:noAutofit/>
        </a:bodyPr>
        <a:lstStyle/>
        <a:p>
          <a:pPr marL="0" lvl="0" indent="0" algn="l" defTabSz="1111250">
            <a:lnSpc>
              <a:spcPct val="100000"/>
            </a:lnSpc>
            <a:spcBef>
              <a:spcPct val="0"/>
            </a:spcBef>
            <a:spcAft>
              <a:spcPct val="35000"/>
            </a:spcAft>
            <a:buNone/>
          </a:pPr>
          <a:r>
            <a:rPr lang="en-US" sz="2500" kern="1200" dirty="0"/>
            <a:t>Trying to simulate the network model to validate if the network configuration we have is correct or not.</a:t>
          </a:r>
        </a:p>
      </dsp:txBody>
      <dsp:txXfrm>
        <a:off x="1507738" y="707092"/>
        <a:ext cx="9007861" cy="1305401"/>
      </dsp:txXfrm>
    </dsp:sp>
    <dsp:sp modelId="{ABD29E9C-59E8-C142-9CCB-11DF423F44F3}">
      <dsp:nvSpPr>
        <dsp:cNvPr id="0" name=""/>
        <dsp:cNvSpPr/>
      </dsp:nvSpPr>
      <dsp:spPr>
        <a:xfrm>
          <a:off x="0" y="2338844"/>
          <a:ext cx="10515600" cy="1305401"/>
        </a:xfrm>
        <a:prstGeom prst="roundRect">
          <a:avLst>
            <a:gd name="adj" fmla="val 10000"/>
          </a:avLst>
        </a:prstGeom>
        <a:solidFill>
          <a:schemeClr val="accent1">
            <a:tint val="40000"/>
            <a:hueOff val="0"/>
            <a:satOff val="0"/>
            <a:lumOff val="0"/>
            <a:alphaOff val="0"/>
          </a:schemeClr>
        </a:solidFill>
        <a:ln>
          <a:noFill/>
        </a:ln>
        <a:effectLst/>
      </dsp:spPr>
      <dsp:style>
        <a:lnRef idx="0">
          <a:scrgbClr r="0" g="0" b="0"/>
        </a:lnRef>
        <a:fillRef idx="1">
          <a:scrgbClr r="0" g="0" b="0"/>
        </a:fillRef>
        <a:effectRef idx="0">
          <a:scrgbClr r="0" g="0" b="0"/>
        </a:effectRef>
        <a:fontRef idx="minor"/>
      </dsp:style>
    </dsp:sp>
    <dsp:sp modelId="{BB2AD369-E544-CB44-B83B-65211CA22A8C}">
      <dsp:nvSpPr>
        <dsp:cNvPr id="0" name=""/>
        <dsp:cNvSpPr/>
      </dsp:nvSpPr>
      <dsp:spPr>
        <a:xfrm>
          <a:off x="394883" y="2632559"/>
          <a:ext cx="717970" cy="717970"/>
        </a:xfrm>
        <a:prstGeom prst="rect">
          <a:avLst/>
        </a:prstGeom>
        <a:solidFill>
          <a:schemeClr val="accent1">
            <a:hueOff val="0"/>
            <a:satOff val="0"/>
            <a:lumOff val="0"/>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sp>
    <dsp:sp modelId="{EADB3683-DC56-F649-86D5-33EE8B0AF39D}">
      <dsp:nvSpPr>
        <dsp:cNvPr id="0" name=""/>
        <dsp:cNvSpPr/>
      </dsp:nvSpPr>
      <dsp:spPr>
        <a:xfrm>
          <a:off x="1507738" y="2338844"/>
          <a:ext cx="9007861" cy="1305401"/>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138155" tIns="138155" rIns="138155" bIns="138155" numCol="1" spcCol="1270" anchor="ctr" anchorCtr="0">
          <a:noAutofit/>
        </a:bodyPr>
        <a:lstStyle/>
        <a:p>
          <a:pPr marL="0" lvl="0" indent="0" algn="l" defTabSz="1111250">
            <a:lnSpc>
              <a:spcPct val="100000"/>
            </a:lnSpc>
            <a:spcBef>
              <a:spcPct val="0"/>
            </a:spcBef>
            <a:spcAft>
              <a:spcPct val="35000"/>
            </a:spcAft>
            <a:buNone/>
          </a:pPr>
          <a:r>
            <a:rPr lang="en-US" sz="2500" kern="1200" dirty="0"/>
            <a:t>Test on a real-world chain and compare if the simulation results can be validated or not. </a:t>
          </a:r>
        </a:p>
      </dsp:txBody>
      <dsp:txXfrm>
        <a:off x="1507738" y="2338844"/>
        <a:ext cx="9007861" cy="1305401"/>
      </dsp:txXfrm>
    </dsp:sp>
  </dsp:spTree>
</dsp:drawing>
</file>

<file path=ppt/diagrams/layout1.xml><?xml version="1.0" encoding="utf-8"?>
<dgm:layoutDef xmlns:dgm="http://schemas.openxmlformats.org/drawingml/2006/diagram" xmlns:a="http://schemas.openxmlformats.org/drawingml/2006/main" uniqueId="urn:microsoft.com/office/officeart/2005/8/layout/list1">
  <dgm:title val=""/>
  <dgm:desc val=""/>
  <dgm:catLst>
    <dgm:cat type="list" pri="4000"/>
  </dgm:catLst>
  <dgm:sampData>
    <dgm:dataModel>
      <dgm:ptLst>
        <dgm:pt modelId="0" type="doc"/>
        <dgm:pt modelId="1">
          <dgm:prSet phldr="1"/>
        </dgm:pt>
        <dgm:pt modelId="2">
          <dgm:prSet phldr="1"/>
        </dgm:pt>
        <dgm:pt modelId="3">
          <dgm:prSet phldr="1"/>
        </dgm:pt>
      </dgm:ptLst>
      <dgm:cxnLst>
        <dgm:cxn modelId="4" srcId="0" destId="1" srcOrd="0" destOrd="0"/>
        <dgm:cxn modelId="5" srcId="0" destId="2" srcOrd="1" destOrd="0"/>
        <dgm:cxn modelId="6" srcId="0" destId="3" srcOrd="2" destOrd="0"/>
      </dgm:cxnLst>
      <dgm:bg/>
      <dgm:whole/>
    </dgm:dataModel>
  </dgm:sampData>
  <dgm:styleData>
    <dgm:dataModel>
      <dgm:ptLst>
        <dgm:pt modelId="0" type="doc"/>
        <dgm:pt modelId="1"/>
        <dgm:pt modelId="2"/>
      </dgm:ptLst>
      <dgm:cxnLst>
        <dgm:cxn modelId="4" srcId="0" destId="1" srcOrd="0" destOrd="0"/>
        <dgm:cxn modelId="5"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dir/>
      <dgm:animLvl val="lvl"/>
      <dgm:resizeHandles val="exact"/>
    </dgm:varLst>
    <dgm:choose name="Name0">
      <dgm:if name="Name1" func="var" arg="dir" op="equ" val="norm">
        <dgm:alg type="lin">
          <dgm:param type="linDir" val="fromT"/>
          <dgm:param type="vertAlign" val="mid"/>
          <dgm:param type="horzAlign" val="l"/>
          <dgm:param type="nodeHorzAlign" val="l"/>
        </dgm:alg>
      </dgm:if>
      <dgm:else name="Name2">
        <dgm:alg type="lin">
          <dgm:param type="linDir" val="fromT"/>
          <dgm:param type="vertAlign" val="mid"/>
          <dgm:param type="horzAlign" val="r"/>
          <dgm:param type="nodeHorzAlign" val="r"/>
        </dgm:alg>
      </dgm:else>
    </dgm:choose>
    <dgm:shape xmlns:r="http://schemas.openxmlformats.org/officeDocument/2006/relationships" r:blip="">
      <dgm:adjLst/>
    </dgm:shape>
    <dgm:presOf/>
    <dgm:constrLst>
      <dgm:constr type="w" for="ch" forName="parentLin" refType="w"/>
      <dgm:constr type="h" for="ch" forName="parentLin" val="INF"/>
      <dgm:constr type="w" for="des" forName="parentLeftMargin" refType="w" fact="0.05"/>
      <dgm:constr type="w" for="des" forName="parentText" refType="w" fact="0.7"/>
      <dgm:constr type="h" for="des" forName="parentText" refType="primFontSz" refFor="des" refForName="parentText" fact="0.82"/>
      <dgm:constr type="h" for="ch" forName="negativeSpace" refType="primFontSz" refFor="des" refForName="parentText" fact="-0.41"/>
      <dgm:constr type="h" for="ch" forName="negativeSpace" refType="h" refFor="des" refForName="parentText" op="lte" fact="-0.82"/>
      <dgm:constr type="h" for="ch" forName="negativeSpace" refType="h" refFor="des" refForName="parentText" op="gte" fact="-0.82"/>
      <dgm:constr type="w" for="ch" forName="childText" refType="w"/>
      <dgm:constr type="h" for="ch" forName="childText" refType="primFontSz" refFor="des" refForName="parentText" fact="0.7"/>
      <dgm:constr type="primFontSz" for="des" forName="parentText" val="65"/>
      <dgm:constr type="primFontSz" for="ch" forName="childText" refType="primFontSz" refFor="des" refForName="parentText"/>
      <dgm:constr type="tMarg" for="ch" forName="childText" refType="primFontSz" refFor="des" refForName="parentText" fact="1.64"/>
      <dgm:constr type="tMarg" for="ch" forName="childText" refType="h" refFor="des" refForName="parentText" op="lte" fact="3.28"/>
      <dgm:constr type="tMarg" for="ch" forName="childText" refType="h" refFor="des" refForName="parentText" op="gte" fact="3.28"/>
      <dgm:constr type="lMarg" for="ch" forName="childText" refType="w" fact="0.22"/>
      <dgm:constr type="rMarg" for="ch" forName="childText" refType="lMarg" refFor="ch" refForName="childText"/>
      <dgm:constr type="lMarg" for="des" forName="parentText" refType="w" fact="0.075"/>
      <dgm:constr type="rMarg" for="des" forName="parentText" refType="lMarg" refFor="des" refForName="parentText"/>
      <dgm:constr type="h" for="ch" forName="spaceBetweenRectangles" refType="primFontSz" refFor="des" refForName="parentText" fact="0.15"/>
    </dgm:constrLst>
    <dgm:ruleLst>
      <dgm:rule type="primFontSz" for="des" forName="parentText" val="5" fact="NaN" max="NaN"/>
    </dgm:ruleLst>
    <dgm:forEach name="Name3" axis="ch" ptType="node">
      <dgm:layoutNode name="parentLin">
        <dgm:choose name="Name4">
          <dgm:if name="Name5" func="var" arg="dir" op="equ" val="norm">
            <dgm:alg type="lin">
              <dgm:param type="linDir" val="fromL"/>
              <dgm:param type="horzAlign" val="l"/>
              <dgm:param type="nodeHorzAlign" val="l"/>
            </dgm:alg>
          </dgm:if>
          <dgm:else name="Name6">
            <dgm:alg type="lin">
              <dgm:param type="linDir" val="fromR"/>
              <dgm:param type="horzAlign" val="r"/>
              <dgm:param type="nodeHorzAlign" val="r"/>
            </dgm:alg>
          </dgm:else>
        </dgm:choose>
        <dgm:shape xmlns:r="http://schemas.openxmlformats.org/officeDocument/2006/relationships" r:blip="">
          <dgm:adjLst/>
        </dgm:shape>
        <dgm:presOf/>
        <dgm:constrLst/>
        <dgm:ruleLst/>
        <dgm:layoutNode name="parentLeftMargin">
          <dgm:alg type="sp"/>
          <dgm:shape xmlns:r="http://schemas.openxmlformats.org/officeDocument/2006/relationships" type="rect" r:blip="" hideGeom="1">
            <dgm:adjLst/>
          </dgm:shape>
          <dgm:presOf axis="self"/>
          <dgm:constrLst>
            <dgm:constr type="h"/>
          </dgm:constrLst>
          <dgm:ruleLst/>
        </dgm:layoutNode>
        <dgm:layoutNode name="parentText" styleLbl="node1">
          <dgm:varLst>
            <dgm:chMax val="0"/>
            <dgm:bulletEnabled val="1"/>
          </dgm:varLst>
          <dgm:choose name="Name7">
            <dgm:if name="Name8" func="var" arg="dir" op="equ" val="norm">
              <dgm:alg type="tx">
                <dgm:param type="parTxLTRAlign" val="l"/>
                <dgm:param type="parTxRTLAlign" val="l"/>
              </dgm:alg>
            </dgm:if>
            <dgm:else name="Name9">
              <dgm:alg type="tx">
                <dgm:param type="parTxLTRAlign" val="r"/>
                <dgm:param type="parTxRTLAlign" val="r"/>
              </dgm:alg>
            </dgm:else>
          </dgm:choose>
          <dgm:shape xmlns:r="http://schemas.openxmlformats.org/officeDocument/2006/relationships" type="roundRect" r:blip="">
            <dgm:adjLst/>
          </dgm:shape>
          <dgm:presOf axis="self" ptType="node"/>
          <dgm:constrLst>
            <dgm:constr type="tMarg"/>
            <dgm:constr type="bMarg"/>
          </dgm:constrLst>
          <dgm:ruleLst/>
        </dgm:layoutNode>
      </dgm:layoutNode>
      <dgm:layoutNode name="negativeSpace">
        <dgm:alg type="sp"/>
        <dgm:shape xmlns:r="http://schemas.openxmlformats.org/officeDocument/2006/relationships" r:blip="">
          <dgm:adjLst/>
        </dgm:shape>
        <dgm:presOf/>
        <dgm:constrLst/>
        <dgm:ruleLst/>
      </dgm:layoutNode>
      <dgm:layoutNode name="childText" styleLbl="conFgAcc1">
        <dgm:varLst>
          <dgm:bulletEnabled val="1"/>
        </dgm:varLst>
        <dgm:alg type="tx">
          <dgm:param type="stBulletLvl" val="1"/>
        </dgm:alg>
        <dgm:shape xmlns:r="http://schemas.openxmlformats.org/officeDocument/2006/relationships" type="rect" r:blip="" zOrderOff="-2">
          <dgm:adjLst/>
        </dgm:shape>
        <dgm:presOf axis="des" ptType="node"/>
        <dgm:constrLst>
          <dgm:constr type="secFontSz" refType="primFontSz"/>
        </dgm:constrLst>
        <dgm:ruleLst>
          <dgm:rule type="h" val="INF" fact="NaN" max="NaN"/>
        </dgm:ruleLst>
      </dgm:layoutNode>
      <dgm:forEach name="Name10" axis="followSib" ptType="sibTrans" cnt="1">
        <dgm:layoutNode name="spaceBetweenRectangles">
          <dgm:alg type="sp"/>
          <dgm:shape xmlns:r="http://schemas.openxmlformats.org/officeDocument/2006/relationships" r:blip="">
            <dgm:adjLst/>
          </dgm:shape>
          <dgm:presOf/>
          <dgm:constrLst/>
          <dgm:ruleLst/>
        </dgm:layoutNode>
      </dgm:forEach>
    </dgm:forEach>
  </dgm:layoutNode>
</dgm:layoutDef>
</file>

<file path=ppt/diagrams/layout2.xml><?xml version="1.0" encoding="utf-8"?>
<dgm:layoutDef xmlns:dgm="http://schemas.openxmlformats.org/drawingml/2006/diagram" xmlns:a="http://schemas.openxmlformats.org/drawingml/2006/main" uniqueId="urn:microsoft.com/office/officeart/2018/2/layout/IconVerticalSolidList">
  <dgm:title val="Icon Vertical Solid List"/>
  <dgm:desc val="Use to show a series of visuals from top to bottom with Level 1 or Level 1 and Level 2 text grouped in a shape. Works best with icons or small pictures with lengthier descriptions."/>
  <dgm:catLst>
    <dgm:cat type="icon" pri="500"/>
  </dgm:catLst>
  <dgm:sampData useDef="1">
    <dgm:dataModel>
      <dgm:ptLst/>
      <dgm:bg/>
      <dgm:whole/>
    </dgm:dataModel>
  </dgm:sampData>
  <dgm:styleData useDef="1">
    <dgm:dataModel>
      <dgm:ptLst/>
      <dgm:bg/>
      <dgm:whole/>
    </dgm:dataModel>
  </dgm:styleData>
  <dgm:clrData useDef="1">
    <dgm:dataModel>
      <dgm:ptLst/>
      <dgm:bg/>
      <dgm:whole/>
    </dgm:dataModel>
  </dgm:clrData>
  <dgm:layoutNode name="root">
    <dgm:varLst>
      <dgm:dir/>
      <dgm:resizeHandles val="exact"/>
    </dgm:varLst>
    <dgm:choose name="Name0">
      <dgm:if name="Name1" axis="self" func="var" arg="dir" op="equ" val="norm">
        <dgm:alg type="lin">
          <dgm:param type="linDir" val="fromT"/>
          <dgm:param type="nodeHorzAlign" val="l"/>
        </dgm:alg>
      </dgm:if>
      <dgm:else name="Name2">
        <dgm:alg type="lin">
          <dgm:param type="linDir" val="fromT"/>
          <dgm:param type="nodeHorzAlign" val="r"/>
        </dgm:alg>
      </dgm:else>
    </dgm:choose>
    <dgm:shape xmlns:r="http://schemas.openxmlformats.org/officeDocument/2006/relationships" r:blip="">
      <dgm:adjLst/>
    </dgm:shape>
    <dgm:presOf/>
    <dgm:choose name="Name3">
      <dgm:if name="Name4" axis="ch" ptType="node" func="cnt" op="lte" val="3">
        <dgm:constrLst>
          <dgm:constr type="h" for="ch" forName="compNode" refType="h" fact="0.3"/>
          <dgm:constr type="w" for="ch" forName="compNode" refType="w"/>
          <dgm:constr type="h" for="ch" forName="sibTrans" refType="h" refFor="ch" refForName="compNode" fact="0.25"/>
          <dgm:constr type="primFontSz" for="des" forName="parTx" val="25"/>
          <dgm:constr type="primFontSz" for="des" forName="desTx" refType="primFontSz" refFor="des" refForName="parTx" op="lte" fact="0.75"/>
          <dgm:constr type="h" for="des" forName="compNode" op="equ"/>
          <dgm:constr type="h" for="des" forName="bgRect" op="equ"/>
          <dgm:constr type="h" for="des" forName="iconRect" op="equ"/>
          <dgm:constr type="w" for="des" forName="iconRect" op="equ"/>
          <dgm:constr type="h" for="des" forName="spaceRect" op="equ"/>
          <dgm:constr type="h" for="des" forName="parTx" op="equ"/>
          <dgm:constr type="h" for="des" forName="desTx" op="equ"/>
        </dgm:constrLst>
      </dgm:if>
      <dgm:if name="Name5" axis="ch" ptType="node" func="cnt" op="lte" val="4">
        <dgm:constrLst>
          <dgm:constr type="h" for="ch" forName="compNode" refType="h" fact="0.3"/>
          <dgm:constr type="w" for="ch" forName="compNode" refType="w"/>
          <dgm:constr type="h" for="ch" forName="sibTrans" refType="h" refFor="ch" refForName="compNode" fact="0.25"/>
          <dgm:constr type="primFontSz" for="des" forName="parTx" val="22"/>
          <dgm:constr type="primFontSz" for="des" forName="desTx" refType="primFontSz" refFor="des" refForName="parTx" op="lte" fact="0.75"/>
          <dgm:constr type="h" for="des" forName="compNode" op="equ"/>
          <dgm:constr type="h" for="des" forName="bgRect" op="equ"/>
          <dgm:constr type="h" for="des" forName="iconRect" op="equ"/>
          <dgm:constr type="w" for="des" forName="iconRect" op="equ"/>
          <dgm:constr type="h" for="des" forName="spaceRect" op="equ"/>
          <dgm:constr type="h" for="des" forName="parTx" op="equ"/>
          <dgm:constr type="h" for="des" forName="desTx" op="equ"/>
        </dgm:constrLst>
      </dgm:if>
      <dgm:if name="Name6" axis="ch" ptType="node" func="cnt" op="lte" val="6">
        <dgm:constrLst>
          <dgm:constr type="h" for="ch" forName="compNode" refType="h" fact="0.3"/>
          <dgm:constr type="w" for="ch" forName="compNode" refType="w"/>
          <dgm:constr type="h" for="ch" forName="sibTrans" refType="h" refFor="ch" refForName="compNode" fact="0.25"/>
          <dgm:constr type="primFontSz" for="des" forName="parTx" val="19"/>
          <dgm:constr type="primFontSz" for="des" forName="desTx" refType="primFontSz" refFor="des" refForName="parTx" op="lte" fact="0.75"/>
          <dgm:constr type="h" for="des" forName="compNode" op="equ"/>
          <dgm:constr type="h" for="des" forName="bgRect" op="equ"/>
          <dgm:constr type="h" for="des" forName="iconRect" op="equ"/>
          <dgm:constr type="w" for="des" forName="iconRect" op="equ"/>
          <dgm:constr type="h" for="des" forName="spaceRect" op="equ"/>
          <dgm:constr type="h" for="des" forName="parTx" op="equ"/>
          <dgm:constr type="h" for="des" forName="desTx" op="equ"/>
        </dgm:constrLst>
      </dgm:if>
      <dgm:else name="Name7">
        <dgm:constrLst>
          <dgm:constr type="h" for="ch" forName="compNode" refType="h" fact="0.3"/>
          <dgm:constr type="w" for="ch" forName="compNode" refType="w"/>
          <dgm:constr type="h" for="ch" forName="sibTrans" refType="h" refFor="ch" refForName="compNode" fact="0.25"/>
          <dgm:constr type="primFontSz" for="des" forName="parTx" val="16"/>
          <dgm:constr type="primFontSz" for="des" forName="desTx" refType="primFontSz" refFor="des" refForName="parTx" op="lte" fact="0.75"/>
          <dgm:constr type="h" for="des" forName="compNode" op="equ"/>
          <dgm:constr type="h" for="des" forName="bgRect" op="equ"/>
          <dgm:constr type="h" for="des" forName="iconRect" op="equ"/>
          <dgm:constr type="w" for="des" forName="iconRect" op="equ"/>
          <dgm:constr type="h" for="des" forName="spaceRect" op="equ"/>
          <dgm:constr type="h" for="des" forName="parTx" op="equ"/>
          <dgm:constr type="h" for="des" forName="desTx" op="equ"/>
        </dgm:constrLst>
      </dgm:else>
    </dgm:choose>
    <dgm:ruleLst>
      <dgm:rule type="h" for="ch" forName="compNode" val="0" fact="NaN" max="NaN"/>
    </dgm:ruleLst>
    <dgm:forEach name="Name8" axis="ch" ptType="node">
      <dgm:layoutNode name="compNode">
        <dgm:alg type="composite"/>
        <dgm:shape xmlns:r="http://schemas.openxmlformats.org/officeDocument/2006/relationships" r:blip="">
          <dgm:adjLst/>
        </dgm:shape>
        <dgm:presOf axis="self"/>
        <dgm:choose name="Name9">
          <dgm:if name="Name10" axis="ch" ptType="node" func="cnt" op="gte" val="1">
            <dgm:constrLst>
              <dgm:constr type="w" for="ch" forName="bgRect" refType="w"/>
              <dgm:constr type="h" for="ch" forName="bgRect" refType="h"/>
              <dgm:constr type="l" for="ch" forName="bgRect"/>
              <dgm:constr type="t" for="ch" forName="bgRect"/>
              <dgm:constr type="h" for="ch" forName="iconRect" refType="h" fact="0.55"/>
              <dgm:constr type="w" for="ch" forName="iconRect" refType="h" refFor="ch" refForName="iconRect"/>
              <dgm:constr type="l" for="ch" forName="iconRect" refType="h" refFor="ch" refForName="iconRect" fact="0.55"/>
              <dgm:constr type="ctrY" for="ch" forName="iconRect" refType="ctrY" refFor="ch" refForName="bgRect"/>
              <dgm:constr type="w" for="ch" forName="spaceRect" refType="l" refFor="ch" refForName="iconRect"/>
              <dgm:constr type="h" for="ch" forName="spaceRect" refType="h"/>
              <dgm:constr type="l" for="ch" forName="spaceRect" refType="r" refFor="ch" refForName="iconRect"/>
              <dgm:constr type="t" for="ch" forName="spaceRect"/>
              <dgm:constr type="w" for="ch" forName="parTx" refType="w" fact="0.45"/>
              <dgm:constr type="h" for="ch" forName="parTx" refType="h"/>
              <dgm:constr type="l" for="ch" forName="parTx" refType="r" refFor="ch" refForName="spaceRect"/>
              <dgm:constr type="t" for="ch" forName="parTx"/>
              <dgm:constr type="h" for="ch" forName="desTx" refType="h"/>
              <dgm:constr type="l" for="ch" forName="desTx" refType="r" refFor="ch" refForName="parTx"/>
              <dgm:constr type="t" for="ch" forName="desTx"/>
            </dgm:constrLst>
          </dgm:if>
          <dgm:else name="Name11">
            <dgm:constrLst>
              <dgm:constr type="w" for="ch" forName="bgRect" refType="w"/>
              <dgm:constr type="h" for="ch" forName="bgRect" refType="h"/>
              <dgm:constr type="l" for="ch" forName="bgRect"/>
              <dgm:constr type="t" for="ch" forName="bgRect"/>
              <dgm:constr type="h" for="ch" forName="iconRect" refType="h" fact="0.55"/>
              <dgm:constr type="w" for="ch" forName="iconRect" refType="h" refFor="ch" refForName="iconRect"/>
              <dgm:constr type="l" for="ch" forName="iconRect" refType="h" refFor="ch" refForName="iconRect" fact="0.55"/>
              <dgm:constr type="ctrY" for="ch" forName="iconRect" refType="ctrY" refFor="ch" refForName="bgRect"/>
              <dgm:constr type="w" for="ch" forName="spaceRect" refType="l" refFor="ch" refForName="iconRect"/>
              <dgm:constr type="h" for="ch" forName="spaceRect" refType="h"/>
              <dgm:constr type="l" for="ch" forName="spaceRect" refType="r" refFor="ch" refForName="iconRect"/>
              <dgm:constr type="t" for="ch" forName="spaceRect"/>
              <dgm:constr type="h" for="ch" forName="parTx" refType="h"/>
              <dgm:constr type="l" for="ch" forName="parTx" refType="r" refFor="ch" refForName="spaceRect"/>
              <dgm:constr type="t" for="ch" forName="parTx"/>
            </dgm:constrLst>
          </dgm:else>
        </dgm:choose>
        <dgm:ruleLst>
          <dgm:rule type="h" val="INF" fact="NaN" max="NaN"/>
        </dgm:ruleLst>
        <dgm:layoutNode name="bgRect" styleLbl="bgShp">
          <dgm:alg type="sp"/>
          <dgm:shape xmlns:r="http://schemas.openxmlformats.org/officeDocument/2006/relationships" type="roundRect" r:blip="">
            <dgm:adjLst>
              <dgm:adj idx="1" val="0.1"/>
            </dgm:adjLst>
          </dgm:shape>
          <dgm:presOf/>
          <dgm:constrLst/>
          <dgm:ruleLst/>
        </dgm:layoutNode>
        <dgm:layoutNode name="iconRect" styleLbl="node1">
          <dgm:alg type="sp"/>
          <dgm:shape xmlns:r="http://schemas.openxmlformats.org/officeDocument/2006/relationships" type="rect" r:blip="" blipPhldr="1">
            <dgm:adjLst/>
          </dgm:shape>
          <dgm:presOf/>
          <dgm:constrLst/>
          <dgm:ruleLst/>
        </dgm:layoutNode>
        <dgm:layoutNode name="spaceRect">
          <dgm:alg type="sp"/>
          <dgm:shape xmlns:r="http://schemas.openxmlformats.org/officeDocument/2006/relationships" r:blip="">
            <dgm:adjLst/>
          </dgm:shape>
          <dgm:presOf/>
          <dgm:constrLst/>
          <dgm:ruleLst/>
        </dgm:layoutNode>
        <dgm:layoutNode name="parTx" styleLbl="revTx">
          <dgm:varLst>
            <dgm:chMax val="0"/>
            <dgm:chPref val="0"/>
          </dgm:varLst>
          <dgm:alg type="tx">
            <dgm:param type="txAnchorVert" val="mid"/>
            <dgm:param type="parTxLTRAlign" val="l"/>
            <dgm:param type="shpTxLTRAlignCh" val="l"/>
            <dgm:param type="parTxRTLAlign" val="r"/>
            <dgm:param type="shpTxRTLAlignCh" val="r"/>
          </dgm:alg>
          <dgm:shape xmlns:r="http://schemas.openxmlformats.org/officeDocument/2006/relationships" type="rect" r:blip="">
            <dgm:adjLst/>
          </dgm:shape>
          <dgm:presOf axis="self" ptType="node"/>
          <dgm:constrLst>
            <dgm:constr type="lMarg" refType="h" fact="0.3"/>
            <dgm:constr type="rMarg" refType="h" fact="0.3"/>
            <dgm:constr type="tMarg" refType="h" fact="0.3"/>
            <dgm:constr type="bMarg" refType="h" fact="0.3"/>
          </dgm:constrLst>
          <dgm:ruleLst>
            <dgm:rule type="primFontSz" val="14" fact="NaN" max="NaN"/>
            <dgm:rule type="h" val="INF" fact="NaN" max="NaN"/>
          </dgm:ruleLst>
        </dgm:layoutNode>
        <dgm:choose name="Name12">
          <dgm:if name="Name13" axis="ch" ptType="node" func="cnt" op="gte" val="1">
            <dgm:layoutNode name="desTx" styleLbl="revTx">
              <dgm:varLst/>
              <dgm:alg type="tx">
                <dgm:param type="txAnchorVertCh" val="mid"/>
                <dgm:param type="parTxLTRAlign" val="l"/>
                <dgm:param type="shpTxLTRAlignCh" val="l"/>
                <dgm:param type="parTxRTLAlign" val="r"/>
                <dgm:param type="shpTxRTLAlignCh" val="r"/>
                <dgm:param type="stBulletLvl" val="0"/>
              </dgm:alg>
              <dgm:shape xmlns:r="http://schemas.openxmlformats.org/officeDocument/2006/relationships" type="rect" r:blip="">
                <dgm:adjLst/>
              </dgm:shape>
              <dgm:presOf axis="des" ptType="node"/>
              <dgm:constrLst>
                <dgm:constr type="primFontSz" val="18"/>
                <dgm:constr type="secFontSz" refType="primFontSz"/>
                <dgm:constr type="lMarg" refType="h" fact="0.3"/>
                <dgm:constr type="rMarg" refType="h" fact="0.3"/>
                <dgm:constr type="tMarg" refType="h" fact="0.3"/>
                <dgm:constr type="bMarg" refType="h" fact="0.3"/>
              </dgm:constrLst>
              <dgm:ruleLst>
                <dgm:rule type="primFontSz" val="11" fact="NaN" max="NaN"/>
              </dgm:ruleLst>
            </dgm:layoutNode>
          </dgm:if>
          <dgm:else name="Name14"/>
        </dgm:choose>
      </dgm:layoutNode>
      <dgm:forEach name="Name15" axis="followSib" ptType="sibTrans" cnt="1">
        <dgm:layoutNode name="sibTrans">
          <dgm:alg type="sp"/>
          <dgm:shape xmlns:r="http://schemas.openxmlformats.org/officeDocument/2006/relationships" r:blip="">
            <dgm:adjLst/>
          </dgm:shape>
          <dgm:presOf axis="self"/>
          <dgm:constrLst/>
          <dgm:ruleLst/>
        </dgm:layoutNode>
      </dgm:forEach>
    </dgm:forEach>
  </dgm:layoutNode>
  <dgm:extLst>
    <a:ext uri="{68A01E43-0DF5-4B5B-8FA6-DAF915123BFB}">
      <dgm1612:lstStyle xmlns:dgm1612="http://schemas.microsoft.com/office/drawing/2016/12/diagram">
        <a:lvl1pPr>
          <a:lnSpc>
            <a:spcPct val="100000"/>
          </a:lnSpc>
        </a:lvl1pPr>
        <a:lvl2pPr>
          <a:lnSpc>
            <a:spcPct val="100000"/>
          </a:lnSpc>
        </a:lvl2pPr>
      </dgm1612:lstStyle>
    </a:ext>
  </dgm:extLst>
</dgm:layoutDef>
</file>

<file path=ppt/diagrams/layout3.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4.xml><?xml version="1.0" encoding="utf-8"?>
<dgm:layoutDef xmlns:dgm="http://schemas.openxmlformats.org/drawingml/2006/diagram" xmlns:a="http://schemas.openxmlformats.org/drawingml/2006/main" uniqueId="urn:microsoft.com/office/officeart/2005/8/layout/default">
  <dgm:title val=""/>
  <dgm:desc val=""/>
  <dgm:catLst>
    <dgm:cat type="list" pri="400"/>
  </dgm:catLst>
  <dgm:sampData>
    <dgm:dataModel>
      <dgm:ptLst>
        <dgm:pt modelId="0" type="doc"/>
        <dgm:pt modelId="1">
          <dgm:prSet phldr="1"/>
        </dgm:pt>
        <dgm:pt modelId="2">
          <dgm:prSet phldr="1"/>
        </dgm:pt>
        <dgm:pt modelId="3">
          <dgm:prSet phldr="1"/>
        </dgm:pt>
        <dgm:pt modelId="4">
          <dgm:prSet phldr="1"/>
        </dgm:pt>
        <dgm:pt modelId="5">
          <dgm:prSet phldr="1"/>
        </dgm:pt>
      </dgm:ptLst>
      <dgm:cxnLst>
        <dgm:cxn modelId="6" srcId="0" destId="1" srcOrd="0" destOrd="0"/>
        <dgm:cxn modelId="7" srcId="0" destId="2" srcOrd="1" destOrd="0"/>
        <dgm:cxn modelId="8" srcId="0" destId="3" srcOrd="2" destOrd="0"/>
        <dgm:cxn modelId="9" srcId="0" destId="4" srcOrd="3" destOrd="0"/>
        <dgm:cxn modelId="10" srcId="0" destId="5" srcOrd="4"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 modelId="5"/>
        <dgm:pt modelId="6"/>
      </dgm:ptLst>
      <dgm:cxnLst>
        <dgm:cxn modelId="7" srcId="0" destId="1" srcOrd="0" destOrd="0"/>
        <dgm:cxn modelId="8" srcId="0" destId="2" srcOrd="1" destOrd="0"/>
        <dgm:cxn modelId="9" srcId="0" destId="3" srcOrd="2" destOrd="0"/>
        <dgm:cxn modelId="10" srcId="0" destId="4" srcOrd="3" destOrd="0"/>
        <dgm:cxn modelId="11" srcId="0" destId="5" srcOrd="4" destOrd="0"/>
        <dgm:cxn modelId="12" srcId="0" destId="6" srcOrd="5" destOrd="0"/>
      </dgm:cxnLst>
      <dgm:bg/>
      <dgm:whole/>
    </dgm:dataModel>
  </dgm:clrData>
  <dgm:layoutNode name="diagram">
    <dgm:varLst>
      <dgm:dir/>
      <dgm:resizeHandles val="exact"/>
    </dgm:varLst>
    <dgm:choose name="Name0">
      <dgm:if name="Name1" func="var" arg="dir" op="equ" val="norm">
        <dgm:alg type="snake">
          <dgm:param type="grDir" val="tL"/>
          <dgm:param type="flowDir" val="row"/>
          <dgm:param type="contDir" val="sameDir"/>
          <dgm:param type="off" val="ctr"/>
        </dgm:alg>
      </dgm:if>
      <dgm:else name="Name2">
        <dgm:alg type="snake">
          <dgm:param type="grDir" val="tR"/>
          <dgm:param type="flowDir" val="row"/>
          <dgm:param type="contDir" val="sameDir"/>
          <dgm:param type="off" val="ctr"/>
        </dgm:alg>
      </dgm:else>
    </dgm:choose>
    <dgm:shape xmlns:r="http://schemas.openxmlformats.org/officeDocument/2006/relationships" r:blip="">
      <dgm:adjLst/>
    </dgm:shape>
    <dgm:presOf/>
    <dgm:constrLst>
      <dgm:constr type="w" for="ch" forName="node" refType="w"/>
      <dgm:constr type="h" for="ch" forName="node" refType="w" refFor="ch" refForName="node" fact="0.6"/>
      <dgm:constr type="w" for="ch" forName="sibTrans" refType="w" refFor="ch" refForName="node" fact="0.1"/>
      <dgm:constr type="sp" refType="w" refFor="ch" refForName="sibTrans"/>
      <dgm:constr type="primFontSz" for="ch" forName="node" op="equ" val="65"/>
    </dgm:constrLst>
    <dgm:ruleLst/>
    <dgm:forEach name="Name3" axis="ch" ptType="node">
      <dgm:layoutNode name="node">
        <dgm:varLst>
          <dgm:bulletEnabled val="1"/>
        </dgm:varLst>
        <dgm:alg type="tx"/>
        <dgm:shape xmlns:r="http://schemas.openxmlformats.org/officeDocument/2006/relationships" type="rect" r:blip="">
          <dgm:adjLst/>
        </dgm:shape>
        <dgm:presOf axis="desOrSelf" ptType="node"/>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forEach name="Name4" axis="followSib" ptType="sibTrans" cnt="1">
        <dgm:layoutNode name="sibTrans">
          <dgm:alg type="sp"/>
          <dgm:shape xmlns:r="http://schemas.openxmlformats.org/officeDocument/2006/relationships" r:blip="">
            <dgm:adjLst/>
          </dgm:shape>
          <dgm:presOf/>
          <dgm:constrLst/>
          <dgm:ruleLst/>
        </dgm:layoutNode>
      </dgm:forEach>
    </dgm:forEach>
  </dgm:layoutNode>
</dgm:layoutDef>
</file>

<file path=ppt/diagrams/layout5.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6.xml><?xml version="1.0" encoding="utf-8"?>
<dgm:layoutDef xmlns:dgm="http://schemas.openxmlformats.org/drawingml/2006/diagram" xmlns:a="http://schemas.openxmlformats.org/drawingml/2006/main" uniqueId="urn:microsoft.com/office/officeart/2018/2/layout/IconVerticalSolidList">
  <dgm:title val="Icon Vertical Solid List"/>
  <dgm:desc val="Use to show a series of visuals from top to bottom with Level 1 or Level 1 and Level 2 text grouped in a shape. Works best with icons or small pictures with lengthier descriptions."/>
  <dgm:catLst>
    <dgm:cat type="icon" pri="500"/>
  </dgm:catLst>
  <dgm:sampData useDef="1">
    <dgm:dataModel>
      <dgm:ptLst/>
      <dgm:bg/>
      <dgm:whole/>
    </dgm:dataModel>
  </dgm:sampData>
  <dgm:styleData useDef="1">
    <dgm:dataModel>
      <dgm:ptLst/>
      <dgm:bg/>
      <dgm:whole/>
    </dgm:dataModel>
  </dgm:styleData>
  <dgm:clrData useDef="1">
    <dgm:dataModel>
      <dgm:ptLst/>
      <dgm:bg/>
      <dgm:whole/>
    </dgm:dataModel>
  </dgm:clrData>
  <dgm:layoutNode name="root">
    <dgm:varLst>
      <dgm:dir/>
      <dgm:resizeHandles val="exact"/>
    </dgm:varLst>
    <dgm:choose name="Name0">
      <dgm:if name="Name1" axis="self" func="var" arg="dir" op="equ" val="norm">
        <dgm:alg type="lin">
          <dgm:param type="linDir" val="fromT"/>
          <dgm:param type="nodeHorzAlign" val="l"/>
        </dgm:alg>
      </dgm:if>
      <dgm:else name="Name2">
        <dgm:alg type="lin">
          <dgm:param type="linDir" val="fromT"/>
          <dgm:param type="nodeHorzAlign" val="r"/>
        </dgm:alg>
      </dgm:else>
    </dgm:choose>
    <dgm:shape xmlns:r="http://schemas.openxmlformats.org/officeDocument/2006/relationships" r:blip="">
      <dgm:adjLst/>
    </dgm:shape>
    <dgm:presOf/>
    <dgm:choose name="Name3">
      <dgm:if name="Name4" axis="ch" ptType="node" func="cnt" op="lte" val="3">
        <dgm:constrLst>
          <dgm:constr type="h" for="ch" forName="compNode" refType="h" fact="0.3"/>
          <dgm:constr type="w" for="ch" forName="compNode" refType="w"/>
          <dgm:constr type="h" for="ch" forName="sibTrans" refType="h" refFor="ch" refForName="compNode" fact="0.25"/>
          <dgm:constr type="primFontSz" for="des" forName="parTx" val="25"/>
          <dgm:constr type="primFontSz" for="des" forName="desTx" refType="primFontSz" refFor="des" refForName="parTx" op="lte" fact="0.75"/>
          <dgm:constr type="h" for="des" forName="compNode" op="equ"/>
          <dgm:constr type="h" for="des" forName="bgRect" op="equ"/>
          <dgm:constr type="h" for="des" forName="iconRect" op="equ"/>
          <dgm:constr type="w" for="des" forName="iconRect" op="equ"/>
          <dgm:constr type="h" for="des" forName="spaceRect" op="equ"/>
          <dgm:constr type="h" for="des" forName="parTx" op="equ"/>
          <dgm:constr type="h" for="des" forName="desTx" op="equ"/>
        </dgm:constrLst>
      </dgm:if>
      <dgm:if name="Name5" axis="ch" ptType="node" func="cnt" op="lte" val="4">
        <dgm:constrLst>
          <dgm:constr type="h" for="ch" forName="compNode" refType="h" fact="0.3"/>
          <dgm:constr type="w" for="ch" forName="compNode" refType="w"/>
          <dgm:constr type="h" for="ch" forName="sibTrans" refType="h" refFor="ch" refForName="compNode" fact="0.25"/>
          <dgm:constr type="primFontSz" for="des" forName="parTx" val="22"/>
          <dgm:constr type="primFontSz" for="des" forName="desTx" refType="primFontSz" refFor="des" refForName="parTx" op="lte" fact="0.75"/>
          <dgm:constr type="h" for="des" forName="compNode" op="equ"/>
          <dgm:constr type="h" for="des" forName="bgRect" op="equ"/>
          <dgm:constr type="h" for="des" forName="iconRect" op="equ"/>
          <dgm:constr type="w" for="des" forName="iconRect" op="equ"/>
          <dgm:constr type="h" for="des" forName="spaceRect" op="equ"/>
          <dgm:constr type="h" for="des" forName="parTx" op="equ"/>
          <dgm:constr type="h" for="des" forName="desTx" op="equ"/>
        </dgm:constrLst>
      </dgm:if>
      <dgm:if name="Name6" axis="ch" ptType="node" func="cnt" op="lte" val="6">
        <dgm:constrLst>
          <dgm:constr type="h" for="ch" forName="compNode" refType="h" fact="0.3"/>
          <dgm:constr type="w" for="ch" forName="compNode" refType="w"/>
          <dgm:constr type="h" for="ch" forName="sibTrans" refType="h" refFor="ch" refForName="compNode" fact="0.25"/>
          <dgm:constr type="primFontSz" for="des" forName="parTx" val="19"/>
          <dgm:constr type="primFontSz" for="des" forName="desTx" refType="primFontSz" refFor="des" refForName="parTx" op="lte" fact="0.75"/>
          <dgm:constr type="h" for="des" forName="compNode" op="equ"/>
          <dgm:constr type="h" for="des" forName="bgRect" op="equ"/>
          <dgm:constr type="h" for="des" forName="iconRect" op="equ"/>
          <dgm:constr type="w" for="des" forName="iconRect" op="equ"/>
          <dgm:constr type="h" for="des" forName="spaceRect" op="equ"/>
          <dgm:constr type="h" for="des" forName="parTx" op="equ"/>
          <dgm:constr type="h" for="des" forName="desTx" op="equ"/>
        </dgm:constrLst>
      </dgm:if>
      <dgm:else name="Name7">
        <dgm:constrLst>
          <dgm:constr type="h" for="ch" forName="compNode" refType="h" fact="0.3"/>
          <dgm:constr type="w" for="ch" forName="compNode" refType="w"/>
          <dgm:constr type="h" for="ch" forName="sibTrans" refType="h" refFor="ch" refForName="compNode" fact="0.25"/>
          <dgm:constr type="primFontSz" for="des" forName="parTx" val="16"/>
          <dgm:constr type="primFontSz" for="des" forName="desTx" refType="primFontSz" refFor="des" refForName="parTx" op="lte" fact="0.75"/>
          <dgm:constr type="h" for="des" forName="compNode" op="equ"/>
          <dgm:constr type="h" for="des" forName="bgRect" op="equ"/>
          <dgm:constr type="h" for="des" forName="iconRect" op="equ"/>
          <dgm:constr type="w" for="des" forName="iconRect" op="equ"/>
          <dgm:constr type="h" for="des" forName="spaceRect" op="equ"/>
          <dgm:constr type="h" for="des" forName="parTx" op="equ"/>
          <dgm:constr type="h" for="des" forName="desTx" op="equ"/>
        </dgm:constrLst>
      </dgm:else>
    </dgm:choose>
    <dgm:ruleLst>
      <dgm:rule type="h" for="ch" forName="compNode" val="0" fact="NaN" max="NaN"/>
    </dgm:ruleLst>
    <dgm:forEach name="Name8" axis="ch" ptType="node">
      <dgm:layoutNode name="compNode">
        <dgm:alg type="composite"/>
        <dgm:shape xmlns:r="http://schemas.openxmlformats.org/officeDocument/2006/relationships" r:blip="">
          <dgm:adjLst/>
        </dgm:shape>
        <dgm:presOf axis="self"/>
        <dgm:choose name="Name9">
          <dgm:if name="Name10" axis="ch" ptType="node" func="cnt" op="gte" val="1">
            <dgm:constrLst>
              <dgm:constr type="w" for="ch" forName="bgRect" refType="w"/>
              <dgm:constr type="h" for="ch" forName="bgRect" refType="h"/>
              <dgm:constr type="l" for="ch" forName="bgRect"/>
              <dgm:constr type="t" for="ch" forName="bgRect"/>
              <dgm:constr type="h" for="ch" forName="iconRect" refType="h" fact="0.55"/>
              <dgm:constr type="w" for="ch" forName="iconRect" refType="h" refFor="ch" refForName="iconRect"/>
              <dgm:constr type="l" for="ch" forName="iconRect" refType="h" refFor="ch" refForName="iconRect" fact="0.55"/>
              <dgm:constr type="ctrY" for="ch" forName="iconRect" refType="ctrY" refFor="ch" refForName="bgRect"/>
              <dgm:constr type="w" for="ch" forName="spaceRect" refType="l" refFor="ch" refForName="iconRect"/>
              <dgm:constr type="h" for="ch" forName="spaceRect" refType="h"/>
              <dgm:constr type="l" for="ch" forName="spaceRect" refType="r" refFor="ch" refForName="iconRect"/>
              <dgm:constr type="t" for="ch" forName="spaceRect"/>
              <dgm:constr type="w" for="ch" forName="parTx" refType="w" fact="0.45"/>
              <dgm:constr type="h" for="ch" forName="parTx" refType="h"/>
              <dgm:constr type="l" for="ch" forName="parTx" refType="r" refFor="ch" refForName="spaceRect"/>
              <dgm:constr type="t" for="ch" forName="parTx"/>
              <dgm:constr type="h" for="ch" forName="desTx" refType="h"/>
              <dgm:constr type="l" for="ch" forName="desTx" refType="r" refFor="ch" refForName="parTx"/>
              <dgm:constr type="t" for="ch" forName="desTx"/>
            </dgm:constrLst>
          </dgm:if>
          <dgm:else name="Name11">
            <dgm:constrLst>
              <dgm:constr type="w" for="ch" forName="bgRect" refType="w"/>
              <dgm:constr type="h" for="ch" forName="bgRect" refType="h"/>
              <dgm:constr type="l" for="ch" forName="bgRect"/>
              <dgm:constr type="t" for="ch" forName="bgRect"/>
              <dgm:constr type="h" for="ch" forName="iconRect" refType="h" fact="0.55"/>
              <dgm:constr type="w" for="ch" forName="iconRect" refType="h" refFor="ch" refForName="iconRect"/>
              <dgm:constr type="l" for="ch" forName="iconRect" refType="h" refFor="ch" refForName="iconRect" fact="0.55"/>
              <dgm:constr type="ctrY" for="ch" forName="iconRect" refType="ctrY" refFor="ch" refForName="bgRect"/>
              <dgm:constr type="w" for="ch" forName="spaceRect" refType="l" refFor="ch" refForName="iconRect"/>
              <dgm:constr type="h" for="ch" forName="spaceRect" refType="h"/>
              <dgm:constr type="l" for="ch" forName="spaceRect" refType="r" refFor="ch" refForName="iconRect"/>
              <dgm:constr type="t" for="ch" forName="spaceRect"/>
              <dgm:constr type="h" for="ch" forName="parTx" refType="h"/>
              <dgm:constr type="l" for="ch" forName="parTx" refType="r" refFor="ch" refForName="spaceRect"/>
              <dgm:constr type="t" for="ch" forName="parTx"/>
            </dgm:constrLst>
          </dgm:else>
        </dgm:choose>
        <dgm:ruleLst>
          <dgm:rule type="h" val="INF" fact="NaN" max="NaN"/>
        </dgm:ruleLst>
        <dgm:layoutNode name="bgRect" styleLbl="bgShp">
          <dgm:alg type="sp"/>
          <dgm:shape xmlns:r="http://schemas.openxmlformats.org/officeDocument/2006/relationships" type="roundRect" r:blip="">
            <dgm:adjLst>
              <dgm:adj idx="1" val="0.1"/>
            </dgm:adjLst>
          </dgm:shape>
          <dgm:presOf/>
          <dgm:constrLst/>
          <dgm:ruleLst/>
        </dgm:layoutNode>
        <dgm:layoutNode name="iconRect" styleLbl="node1">
          <dgm:alg type="sp"/>
          <dgm:shape xmlns:r="http://schemas.openxmlformats.org/officeDocument/2006/relationships" type="rect" r:blip="" blipPhldr="1">
            <dgm:adjLst/>
          </dgm:shape>
          <dgm:presOf/>
          <dgm:constrLst/>
          <dgm:ruleLst/>
        </dgm:layoutNode>
        <dgm:layoutNode name="spaceRect">
          <dgm:alg type="sp"/>
          <dgm:shape xmlns:r="http://schemas.openxmlformats.org/officeDocument/2006/relationships" r:blip="">
            <dgm:adjLst/>
          </dgm:shape>
          <dgm:presOf/>
          <dgm:constrLst/>
          <dgm:ruleLst/>
        </dgm:layoutNode>
        <dgm:layoutNode name="parTx" styleLbl="revTx">
          <dgm:varLst>
            <dgm:chMax val="0"/>
            <dgm:chPref val="0"/>
          </dgm:varLst>
          <dgm:alg type="tx">
            <dgm:param type="txAnchorVert" val="mid"/>
            <dgm:param type="parTxLTRAlign" val="l"/>
            <dgm:param type="shpTxLTRAlignCh" val="l"/>
            <dgm:param type="parTxRTLAlign" val="r"/>
            <dgm:param type="shpTxRTLAlignCh" val="r"/>
          </dgm:alg>
          <dgm:shape xmlns:r="http://schemas.openxmlformats.org/officeDocument/2006/relationships" type="rect" r:blip="">
            <dgm:adjLst/>
          </dgm:shape>
          <dgm:presOf axis="self" ptType="node"/>
          <dgm:constrLst>
            <dgm:constr type="lMarg" refType="h" fact="0.3"/>
            <dgm:constr type="rMarg" refType="h" fact="0.3"/>
            <dgm:constr type="tMarg" refType="h" fact="0.3"/>
            <dgm:constr type="bMarg" refType="h" fact="0.3"/>
          </dgm:constrLst>
          <dgm:ruleLst>
            <dgm:rule type="primFontSz" val="14" fact="NaN" max="NaN"/>
            <dgm:rule type="h" val="INF" fact="NaN" max="NaN"/>
          </dgm:ruleLst>
        </dgm:layoutNode>
        <dgm:choose name="Name12">
          <dgm:if name="Name13" axis="ch" ptType="node" func="cnt" op="gte" val="1">
            <dgm:layoutNode name="desTx" styleLbl="revTx">
              <dgm:varLst/>
              <dgm:alg type="tx">
                <dgm:param type="txAnchorVertCh" val="mid"/>
                <dgm:param type="parTxLTRAlign" val="l"/>
                <dgm:param type="shpTxLTRAlignCh" val="l"/>
                <dgm:param type="parTxRTLAlign" val="r"/>
                <dgm:param type="shpTxRTLAlignCh" val="r"/>
                <dgm:param type="stBulletLvl" val="0"/>
              </dgm:alg>
              <dgm:shape xmlns:r="http://schemas.openxmlformats.org/officeDocument/2006/relationships" type="rect" r:blip="">
                <dgm:adjLst/>
              </dgm:shape>
              <dgm:presOf axis="des" ptType="node"/>
              <dgm:constrLst>
                <dgm:constr type="primFontSz" val="18"/>
                <dgm:constr type="secFontSz" refType="primFontSz"/>
                <dgm:constr type="lMarg" refType="h" fact="0.3"/>
                <dgm:constr type="rMarg" refType="h" fact="0.3"/>
                <dgm:constr type="tMarg" refType="h" fact="0.3"/>
                <dgm:constr type="bMarg" refType="h" fact="0.3"/>
              </dgm:constrLst>
              <dgm:ruleLst>
                <dgm:rule type="primFontSz" val="11" fact="NaN" max="NaN"/>
              </dgm:ruleLst>
            </dgm:layoutNode>
          </dgm:if>
          <dgm:else name="Name14"/>
        </dgm:choose>
      </dgm:layoutNode>
      <dgm:forEach name="Name15" axis="followSib" ptType="sibTrans" cnt="1">
        <dgm:layoutNode name="sibTrans">
          <dgm:alg type="sp"/>
          <dgm:shape xmlns:r="http://schemas.openxmlformats.org/officeDocument/2006/relationships" r:blip="">
            <dgm:adjLst/>
          </dgm:shape>
          <dgm:presOf axis="self"/>
          <dgm:constrLst/>
          <dgm:ruleLst/>
        </dgm:layoutNode>
      </dgm:forEach>
    </dgm:forEach>
  </dgm:layoutNode>
  <dgm:extLst>
    <a:ext uri="{68A01E43-0DF5-4B5B-8FA6-DAF915123BFB}">
      <dgm1612:lstStyle xmlns:dgm1612="http://schemas.microsoft.com/office/drawing/2016/12/diagram">
        <a:lvl1pPr>
          <a:lnSpc>
            <a:spcPct val="100000"/>
          </a:lnSpc>
        </a:lvl1pPr>
        <a:lvl2pPr>
          <a:lnSpc>
            <a:spcPct val="100000"/>
          </a:lnSpc>
        </a:lvl2pPr>
      </dgm1612:lstStyle>
    </a:ext>
  </dgm:extLst>
</dgm:layoutDef>
</file>

<file path=ppt/diagrams/quickStyle1.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2.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3.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4.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5.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6.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B158EC38-18E2-944F-86F7-1824C22414F8}" type="datetimeFigureOut">
              <a:rPr lang="en-US" smtClean="0"/>
              <a:t>12/15/25</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5BDC87D-3DD5-7940-A209-6E7F06B1E266}" type="slidenum">
              <a:rPr lang="en-US" smtClean="0"/>
              <a:t>‹#›</a:t>
            </a:fld>
            <a:endParaRPr lang="en-US"/>
          </a:p>
        </p:txBody>
      </p:sp>
    </p:spTree>
    <p:extLst>
      <p:ext uri="{BB962C8B-B14F-4D97-AF65-F5344CB8AC3E}">
        <p14:creationId xmlns:p14="http://schemas.microsoft.com/office/powerpoint/2010/main" val="2508746680"/>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err="1"/>
              <a:t>MOstly</a:t>
            </a:r>
            <a:r>
              <a:rPr lang="en-US" dirty="0"/>
              <a:t>, think about validation, look into historical data</a:t>
            </a:r>
          </a:p>
        </p:txBody>
      </p:sp>
      <p:sp>
        <p:nvSpPr>
          <p:cNvPr id="4" name="Slide Number Placeholder 3"/>
          <p:cNvSpPr>
            <a:spLocks noGrp="1"/>
          </p:cNvSpPr>
          <p:nvPr>
            <p:ph type="sldNum" sz="quarter" idx="5"/>
          </p:nvPr>
        </p:nvSpPr>
        <p:spPr/>
        <p:txBody>
          <a:bodyPr/>
          <a:lstStyle/>
          <a:p>
            <a:fld id="{C5BDC87D-3DD5-7940-A209-6E7F06B1E266}" type="slidenum">
              <a:rPr lang="en-US" smtClean="0"/>
              <a:t>15</a:t>
            </a:fld>
            <a:endParaRPr lang="en-US"/>
          </a:p>
        </p:txBody>
      </p:sp>
    </p:spTree>
    <p:extLst>
      <p:ext uri="{BB962C8B-B14F-4D97-AF65-F5344CB8AC3E}">
        <p14:creationId xmlns:p14="http://schemas.microsoft.com/office/powerpoint/2010/main" val="2969009882"/>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75EF58D-B62B-40BB-83AA-9D07CFC4ED26}"/>
              </a:ext>
            </a:extLst>
          </p:cNvPr>
          <p:cNvSpPr>
            <a:spLocks noGrp="1"/>
          </p:cNvSpPr>
          <p:nvPr>
            <p:ph type="ctrTitle"/>
          </p:nvPr>
        </p:nvSpPr>
        <p:spPr>
          <a:xfrm>
            <a:off x="1524000" y="1122363"/>
            <a:ext cx="9144000" cy="2387600"/>
          </a:xfrm>
        </p:spPr>
        <p:txBody>
          <a:bodyPr anchor="b"/>
          <a:lstStyle>
            <a:lvl1pPr algn="ctr">
              <a:defRPr sz="6000"/>
            </a:lvl1pPr>
          </a:lstStyle>
          <a:p>
            <a:r>
              <a:rPr lang="en-US"/>
              <a:t>Click to edit Master title style</a:t>
            </a:r>
          </a:p>
        </p:txBody>
      </p:sp>
      <p:sp>
        <p:nvSpPr>
          <p:cNvPr id="3" name="Subtitle 2">
            <a:extLst>
              <a:ext uri="{FF2B5EF4-FFF2-40B4-BE49-F238E27FC236}">
                <a16:creationId xmlns:a16="http://schemas.microsoft.com/office/drawing/2014/main" id="{66AC06D3-F571-4213-A2A4-6A1915120CED}"/>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p>
        </p:txBody>
      </p:sp>
      <p:sp>
        <p:nvSpPr>
          <p:cNvPr id="4" name="Date Placeholder 3">
            <a:extLst>
              <a:ext uri="{FF2B5EF4-FFF2-40B4-BE49-F238E27FC236}">
                <a16:creationId xmlns:a16="http://schemas.microsoft.com/office/drawing/2014/main" id="{75A10580-AD31-4B8F-8448-55A666AC1725}"/>
              </a:ext>
            </a:extLst>
          </p:cNvPr>
          <p:cNvSpPr>
            <a:spLocks noGrp="1"/>
          </p:cNvSpPr>
          <p:nvPr>
            <p:ph type="dt" sz="half" idx="10"/>
          </p:nvPr>
        </p:nvSpPr>
        <p:spPr/>
        <p:txBody>
          <a:bodyPr/>
          <a:lstStyle/>
          <a:p>
            <a:fld id="{0DAF61AA-5A98-4049-A93E-477E5505141A}" type="datetimeFigureOut">
              <a:rPr lang="en-US" smtClean="0"/>
              <a:t>12/15/25</a:t>
            </a:fld>
            <a:endParaRPr lang="en-US" dirty="0"/>
          </a:p>
        </p:txBody>
      </p:sp>
      <p:sp>
        <p:nvSpPr>
          <p:cNvPr id="5" name="Footer Placeholder 4">
            <a:extLst>
              <a:ext uri="{FF2B5EF4-FFF2-40B4-BE49-F238E27FC236}">
                <a16:creationId xmlns:a16="http://schemas.microsoft.com/office/drawing/2014/main" id="{15EC99C8-515A-4FEA-9CD2-6D0BF46CF6E7}"/>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E972AF1B-1868-4C05-B6C3-9EBF29A50ADD}"/>
              </a:ext>
            </a:extLst>
          </p:cNvPr>
          <p:cNvSpPr>
            <a:spLocks noGrp="1"/>
          </p:cNvSpPr>
          <p:nvPr>
            <p:ph type="sldNum" sz="quarter" idx="12"/>
          </p:nvPr>
        </p:nvSpPr>
        <p:spPr/>
        <p:txBody>
          <a:bodyPr/>
          <a:lstStyle/>
          <a:p>
            <a:fld id="{73B850FF-6169-4056-8077-06FFA93A5366}" type="slidenum">
              <a:rPr lang="en-US" smtClean="0"/>
              <a:t>‹#›</a:t>
            </a:fld>
            <a:endParaRPr lang="en-US"/>
          </a:p>
        </p:txBody>
      </p:sp>
    </p:spTree>
    <p:extLst>
      <p:ext uri="{BB962C8B-B14F-4D97-AF65-F5344CB8AC3E}">
        <p14:creationId xmlns:p14="http://schemas.microsoft.com/office/powerpoint/2010/main" val="355230945"/>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5E6D384-B2C5-42A4-9774-A931C39BA53B}"/>
              </a:ext>
            </a:extLst>
          </p:cNvPr>
          <p:cNvSpPr>
            <a:spLocks noGrp="1"/>
          </p:cNvSpPr>
          <p:nvPr>
            <p:ph type="title"/>
          </p:nvPr>
        </p:nvSpPr>
        <p:spPr/>
        <p:txBody>
          <a:bodyPr/>
          <a:lstStyle/>
          <a:p>
            <a:r>
              <a:rPr lang="en-US"/>
              <a:t>Click to edit Master title style</a:t>
            </a:r>
          </a:p>
        </p:txBody>
      </p:sp>
      <p:sp>
        <p:nvSpPr>
          <p:cNvPr id="3" name="Content Placeholder 2">
            <a:extLst>
              <a:ext uri="{FF2B5EF4-FFF2-40B4-BE49-F238E27FC236}">
                <a16:creationId xmlns:a16="http://schemas.microsoft.com/office/drawing/2014/main" id="{AF8D736C-5FCC-43BC-B824-A90F2CC5D194}"/>
              </a:ext>
            </a:extLst>
          </p:cNvPr>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1A4A3A50-B922-45BE-945D-7ED3EBD83F7C}"/>
              </a:ext>
            </a:extLst>
          </p:cNvPr>
          <p:cNvSpPr>
            <a:spLocks noGrp="1"/>
          </p:cNvSpPr>
          <p:nvPr>
            <p:ph type="dt" sz="half" idx="10"/>
          </p:nvPr>
        </p:nvSpPr>
        <p:spPr/>
        <p:txBody>
          <a:bodyPr/>
          <a:lstStyle/>
          <a:p>
            <a:fld id="{0DAF61AA-5A98-4049-A93E-477E5505141A}" type="datetimeFigureOut">
              <a:rPr lang="en-US" smtClean="0"/>
              <a:t>12/15/25</a:t>
            </a:fld>
            <a:endParaRPr lang="en-US"/>
          </a:p>
        </p:txBody>
      </p:sp>
      <p:sp>
        <p:nvSpPr>
          <p:cNvPr id="5" name="Footer Placeholder 4">
            <a:extLst>
              <a:ext uri="{FF2B5EF4-FFF2-40B4-BE49-F238E27FC236}">
                <a16:creationId xmlns:a16="http://schemas.microsoft.com/office/drawing/2014/main" id="{64241F78-20DE-4D53-BB25-79E5C4E1AB6E}"/>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7E643084-C669-4FDF-87D4-F22D36BB827D}"/>
              </a:ext>
            </a:extLst>
          </p:cNvPr>
          <p:cNvSpPr>
            <a:spLocks noGrp="1"/>
          </p:cNvSpPr>
          <p:nvPr>
            <p:ph type="sldNum" sz="quarter" idx="12"/>
          </p:nvPr>
        </p:nvSpPr>
        <p:spPr/>
        <p:txBody>
          <a:bodyPr/>
          <a:lstStyle/>
          <a:p>
            <a:fld id="{73B850FF-6169-4056-8077-06FFA93A5366}" type="slidenum">
              <a:rPr lang="en-US" smtClean="0"/>
              <a:t>‹#›</a:t>
            </a:fld>
            <a:endParaRPr lang="en-US"/>
          </a:p>
        </p:txBody>
      </p:sp>
    </p:spTree>
    <p:extLst>
      <p:ext uri="{BB962C8B-B14F-4D97-AF65-F5344CB8AC3E}">
        <p14:creationId xmlns:p14="http://schemas.microsoft.com/office/powerpoint/2010/main" val="2244895240"/>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5C6C559-800C-489A-9174-7901F92B0D47}"/>
              </a:ext>
            </a:extLst>
          </p:cNvPr>
          <p:cNvSpPr>
            <a:spLocks noGrp="1"/>
          </p:cNvSpPr>
          <p:nvPr>
            <p:ph type="title"/>
          </p:nvPr>
        </p:nvSpPr>
        <p:spPr>
          <a:xfrm>
            <a:off x="831850" y="1709738"/>
            <a:ext cx="10515600" cy="2852737"/>
          </a:xfrm>
        </p:spPr>
        <p:txBody>
          <a:bodyPr anchor="b"/>
          <a:lstStyle>
            <a:lvl1pPr>
              <a:defRPr sz="6000"/>
            </a:lvl1pPr>
          </a:lstStyle>
          <a:p>
            <a:r>
              <a:rPr lang="en-US"/>
              <a:t>Click to edit Master title style</a:t>
            </a:r>
          </a:p>
        </p:txBody>
      </p:sp>
      <p:sp>
        <p:nvSpPr>
          <p:cNvPr id="3" name="Text Placeholder 2">
            <a:extLst>
              <a:ext uri="{FF2B5EF4-FFF2-40B4-BE49-F238E27FC236}">
                <a16:creationId xmlns:a16="http://schemas.microsoft.com/office/drawing/2014/main" id="{C142B5C3-320B-4CFD-B6A7-A28C7E435B41}"/>
              </a:ext>
            </a:extLst>
          </p:cNvPr>
          <p:cNvSpPr>
            <a:spLocks noGrp="1"/>
          </p:cNvSpPr>
          <p:nvPr>
            <p:ph type="body" idx="1"/>
          </p:nvPr>
        </p:nvSpPr>
        <p:spPr>
          <a:xfrm>
            <a:off x="831850" y="4589463"/>
            <a:ext cx="10515600" cy="1500187"/>
          </a:xfrm>
        </p:spPr>
        <p:txBody>
          <a:bodyPr/>
          <a:lstStyle>
            <a:lvl1pPr marL="0" indent="0">
              <a:buNone/>
              <a:defRPr sz="2400">
                <a:solidFill>
                  <a:schemeClr val="tx1">
                    <a:tint val="75000"/>
                  </a:schemeClr>
                </a:solidFill>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en-US"/>
              <a:t>Click to edit Master text styles</a:t>
            </a:r>
          </a:p>
        </p:txBody>
      </p:sp>
      <p:sp>
        <p:nvSpPr>
          <p:cNvPr id="4" name="Date Placeholder 3">
            <a:extLst>
              <a:ext uri="{FF2B5EF4-FFF2-40B4-BE49-F238E27FC236}">
                <a16:creationId xmlns:a16="http://schemas.microsoft.com/office/drawing/2014/main" id="{62FCA372-3F42-4113-A73B-5FDCF93CB5BC}"/>
              </a:ext>
            </a:extLst>
          </p:cNvPr>
          <p:cNvSpPr>
            <a:spLocks noGrp="1"/>
          </p:cNvSpPr>
          <p:nvPr>
            <p:ph type="dt" sz="half" idx="10"/>
          </p:nvPr>
        </p:nvSpPr>
        <p:spPr/>
        <p:txBody>
          <a:bodyPr/>
          <a:lstStyle/>
          <a:p>
            <a:fld id="{0DAF61AA-5A98-4049-A93E-477E5505141A}" type="datetimeFigureOut">
              <a:rPr lang="en-US" smtClean="0"/>
              <a:t>12/15/25</a:t>
            </a:fld>
            <a:endParaRPr lang="en-US"/>
          </a:p>
        </p:txBody>
      </p:sp>
      <p:sp>
        <p:nvSpPr>
          <p:cNvPr id="5" name="Footer Placeholder 4">
            <a:extLst>
              <a:ext uri="{FF2B5EF4-FFF2-40B4-BE49-F238E27FC236}">
                <a16:creationId xmlns:a16="http://schemas.microsoft.com/office/drawing/2014/main" id="{F0DA1197-0C78-4878-B086-5D206EA491D9}"/>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8F1B83D8-FD42-44FF-AA20-944A519CC0B2}"/>
              </a:ext>
            </a:extLst>
          </p:cNvPr>
          <p:cNvSpPr>
            <a:spLocks noGrp="1"/>
          </p:cNvSpPr>
          <p:nvPr>
            <p:ph type="sldNum" sz="quarter" idx="12"/>
          </p:nvPr>
        </p:nvSpPr>
        <p:spPr/>
        <p:txBody>
          <a:bodyPr/>
          <a:lstStyle/>
          <a:p>
            <a:fld id="{73B850FF-6169-4056-8077-06FFA93A5366}" type="slidenum">
              <a:rPr lang="en-US" smtClean="0"/>
              <a:t>‹#›</a:t>
            </a:fld>
            <a:endParaRPr lang="en-US"/>
          </a:p>
        </p:txBody>
      </p:sp>
    </p:spTree>
    <p:extLst>
      <p:ext uri="{BB962C8B-B14F-4D97-AF65-F5344CB8AC3E}">
        <p14:creationId xmlns:p14="http://schemas.microsoft.com/office/powerpoint/2010/main" val="1071774814"/>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ED685AA-B5C7-4E3D-85FA-94F3C73E59B1}"/>
              </a:ext>
            </a:extLst>
          </p:cNvPr>
          <p:cNvSpPr>
            <a:spLocks noGrp="1"/>
          </p:cNvSpPr>
          <p:nvPr>
            <p:ph type="title"/>
          </p:nvPr>
        </p:nvSpPr>
        <p:spPr/>
        <p:txBody>
          <a:bodyPr/>
          <a:lstStyle/>
          <a:p>
            <a:r>
              <a:rPr lang="en-US"/>
              <a:t>Click to edit Master title style</a:t>
            </a:r>
          </a:p>
        </p:txBody>
      </p:sp>
      <p:sp>
        <p:nvSpPr>
          <p:cNvPr id="3" name="Content Placeholder 2">
            <a:extLst>
              <a:ext uri="{FF2B5EF4-FFF2-40B4-BE49-F238E27FC236}">
                <a16:creationId xmlns:a16="http://schemas.microsoft.com/office/drawing/2014/main" id="{603AFEEA-6F3F-4630-A950-61C05D2FAFBC}"/>
              </a:ext>
            </a:extLst>
          </p:cNvPr>
          <p:cNvSpPr>
            <a:spLocks noGrp="1"/>
          </p:cNvSpPr>
          <p:nvPr>
            <p:ph sz="half" idx="1"/>
          </p:nvPr>
        </p:nvSpPr>
        <p:spPr>
          <a:xfrm>
            <a:off x="838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a:extLst>
              <a:ext uri="{FF2B5EF4-FFF2-40B4-BE49-F238E27FC236}">
                <a16:creationId xmlns:a16="http://schemas.microsoft.com/office/drawing/2014/main" id="{0AC36817-B869-4D19-9EE8-A3166B0E1591}"/>
              </a:ext>
            </a:extLst>
          </p:cNvPr>
          <p:cNvSpPr>
            <a:spLocks noGrp="1"/>
          </p:cNvSpPr>
          <p:nvPr>
            <p:ph sz="half" idx="2"/>
          </p:nvPr>
        </p:nvSpPr>
        <p:spPr>
          <a:xfrm>
            <a:off x="6172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a:extLst>
              <a:ext uri="{FF2B5EF4-FFF2-40B4-BE49-F238E27FC236}">
                <a16:creationId xmlns:a16="http://schemas.microsoft.com/office/drawing/2014/main" id="{FC074146-2374-4321-AEBB-3E9B09D7796D}"/>
              </a:ext>
            </a:extLst>
          </p:cNvPr>
          <p:cNvSpPr>
            <a:spLocks noGrp="1"/>
          </p:cNvSpPr>
          <p:nvPr>
            <p:ph type="dt" sz="half" idx="10"/>
          </p:nvPr>
        </p:nvSpPr>
        <p:spPr/>
        <p:txBody>
          <a:bodyPr/>
          <a:lstStyle/>
          <a:p>
            <a:fld id="{0DAF61AA-5A98-4049-A93E-477E5505141A}" type="datetimeFigureOut">
              <a:rPr lang="en-US" smtClean="0"/>
              <a:t>12/15/25</a:t>
            </a:fld>
            <a:endParaRPr lang="en-US"/>
          </a:p>
        </p:txBody>
      </p:sp>
      <p:sp>
        <p:nvSpPr>
          <p:cNvPr id="6" name="Footer Placeholder 5">
            <a:extLst>
              <a:ext uri="{FF2B5EF4-FFF2-40B4-BE49-F238E27FC236}">
                <a16:creationId xmlns:a16="http://schemas.microsoft.com/office/drawing/2014/main" id="{2C42337B-B902-4DC2-BB94-02B8A7549267}"/>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C44AD585-B83C-4ECF-AF42-8DDF6996B79D}"/>
              </a:ext>
            </a:extLst>
          </p:cNvPr>
          <p:cNvSpPr>
            <a:spLocks noGrp="1"/>
          </p:cNvSpPr>
          <p:nvPr>
            <p:ph type="sldNum" sz="quarter" idx="12"/>
          </p:nvPr>
        </p:nvSpPr>
        <p:spPr/>
        <p:txBody>
          <a:bodyPr/>
          <a:lstStyle/>
          <a:p>
            <a:fld id="{73B850FF-6169-4056-8077-06FFA93A5366}" type="slidenum">
              <a:rPr lang="en-US" smtClean="0"/>
              <a:t>‹#›</a:t>
            </a:fld>
            <a:endParaRPr lang="en-US"/>
          </a:p>
        </p:txBody>
      </p:sp>
    </p:spTree>
    <p:extLst>
      <p:ext uri="{BB962C8B-B14F-4D97-AF65-F5344CB8AC3E}">
        <p14:creationId xmlns:p14="http://schemas.microsoft.com/office/powerpoint/2010/main" val="235757174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93A9ADB-3495-481F-BB4E-9C7128B17B1F}"/>
              </a:ext>
            </a:extLst>
          </p:cNvPr>
          <p:cNvSpPr>
            <a:spLocks noGrp="1"/>
          </p:cNvSpPr>
          <p:nvPr>
            <p:ph type="title"/>
          </p:nvPr>
        </p:nvSpPr>
        <p:spPr>
          <a:xfrm>
            <a:off x="839788" y="365125"/>
            <a:ext cx="10515600" cy="1325563"/>
          </a:xfrm>
        </p:spPr>
        <p:txBody>
          <a:bodyPr/>
          <a:lstStyle/>
          <a:p>
            <a:r>
              <a:rPr lang="en-US"/>
              <a:t>Click to edit Master title style</a:t>
            </a:r>
          </a:p>
        </p:txBody>
      </p:sp>
      <p:sp>
        <p:nvSpPr>
          <p:cNvPr id="3" name="Text Placeholder 2">
            <a:extLst>
              <a:ext uri="{FF2B5EF4-FFF2-40B4-BE49-F238E27FC236}">
                <a16:creationId xmlns:a16="http://schemas.microsoft.com/office/drawing/2014/main" id="{DED6FF4C-26CB-4281-A2F7-6CBE45186791}"/>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a:extLst>
              <a:ext uri="{FF2B5EF4-FFF2-40B4-BE49-F238E27FC236}">
                <a16:creationId xmlns:a16="http://schemas.microsoft.com/office/drawing/2014/main" id="{1F2E72A9-F222-45B4-9355-C04C05864139}"/>
              </a:ext>
            </a:extLst>
          </p:cNvPr>
          <p:cNvSpPr>
            <a:spLocks noGrp="1"/>
          </p:cNvSpPr>
          <p:nvPr>
            <p:ph sz="half" idx="2"/>
          </p:nvPr>
        </p:nvSpPr>
        <p:spPr>
          <a:xfrm>
            <a:off x="839788" y="2505075"/>
            <a:ext cx="5157787"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a:extLst>
              <a:ext uri="{FF2B5EF4-FFF2-40B4-BE49-F238E27FC236}">
                <a16:creationId xmlns:a16="http://schemas.microsoft.com/office/drawing/2014/main" id="{4A699F6E-77AD-4EBC-BAF9-5A43CDEC41E2}"/>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a:extLst>
              <a:ext uri="{FF2B5EF4-FFF2-40B4-BE49-F238E27FC236}">
                <a16:creationId xmlns:a16="http://schemas.microsoft.com/office/drawing/2014/main" id="{80F77677-7169-4591-B047-0678815F48E6}"/>
              </a:ext>
            </a:extLst>
          </p:cNvPr>
          <p:cNvSpPr>
            <a:spLocks noGrp="1"/>
          </p:cNvSpPr>
          <p:nvPr>
            <p:ph sz="quarter" idx="4"/>
          </p:nvPr>
        </p:nvSpPr>
        <p:spPr>
          <a:xfrm>
            <a:off x="6172200" y="2505075"/>
            <a:ext cx="5183188"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a:extLst>
              <a:ext uri="{FF2B5EF4-FFF2-40B4-BE49-F238E27FC236}">
                <a16:creationId xmlns:a16="http://schemas.microsoft.com/office/drawing/2014/main" id="{1482A6EB-0285-4FA4-A00C-A7F716084FD3}"/>
              </a:ext>
            </a:extLst>
          </p:cNvPr>
          <p:cNvSpPr>
            <a:spLocks noGrp="1"/>
          </p:cNvSpPr>
          <p:nvPr>
            <p:ph type="dt" sz="half" idx="10"/>
          </p:nvPr>
        </p:nvSpPr>
        <p:spPr/>
        <p:txBody>
          <a:bodyPr/>
          <a:lstStyle/>
          <a:p>
            <a:fld id="{0DAF61AA-5A98-4049-A93E-477E5505141A}" type="datetimeFigureOut">
              <a:rPr lang="en-US" smtClean="0"/>
              <a:t>12/15/25</a:t>
            </a:fld>
            <a:endParaRPr lang="en-US"/>
          </a:p>
        </p:txBody>
      </p:sp>
      <p:sp>
        <p:nvSpPr>
          <p:cNvPr id="8" name="Footer Placeholder 7">
            <a:extLst>
              <a:ext uri="{FF2B5EF4-FFF2-40B4-BE49-F238E27FC236}">
                <a16:creationId xmlns:a16="http://schemas.microsoft.com/office/drawing/2014/main" id="{86D39526-82B8-402C-8A2B-82EF8F3F3A72}"/>
              </a:ext>
            </a:extLst>
          </p:cNvPr>
          <p:cNvSpPr>
            <a:spLocks noGrp="1"/>
          </p:cNvSpPr>
          <p:nvPr>
            <p:ph type="ftr" sz="quarter" idx="11"/>
          </p:nvPr>
        </p:nvSpPr>
        <p:spPr/>
        <p:txBody>
          <a:bodyPr/>
          <a:lstStyle/>
          <a:p>
            <a:endParaRPr lang="en-US"/>
          </a:p>
        </p:txBody>
      </p:sp>
      <p:sp>
        <p:nvSpPr>
          <p:cNvPr id="9" name="Slide Number Placeholder 8">
            <a:extLst>
              <a:ext uri="{FF2B5EF4-FFF2-40B4-BE49-F238E27FC236}">
                <a16:creationId xmlns:a16="http://schemas.microsoft.com/office/drawing/2014/main" id="{C55EC9E6-6FF1-4541-9CB1-A2FF9D852169}"/>
              </a:ext>
            </a:extLst>
          </p:cNvPr>
          <p:cNvSpPr>
            <a:spLocks noGrp="1"/>
          </p:cNvSpPr>
          <p:nvPr>
            <p:ph type="sldNum" sz="quarter" idx="12"/>
          </p:nvPr>
        </p:nvSpPr>
        <p:spPr/>
        <p:txBody>
          <a:bodyPr/>
          <a:lstStyle/>
          <a:p>
            <a:fld id="{73B850FF-6169-4056-8077-06FFA93A5366}" type="slidenum">
              <a:rPr lang="en-US" smtClean="0"/>
              <a:t>‹#›</a:t>
            </a:fld>
            <a:endParaRPr lang="en-US"/>
          </a:p>
        </p:txBody>
      </p:sp>
    </p:spTree>
    <p:extLst>
      <p:ext uri="{BB962C8B-B14F-4D97-AF65-F5344CB8AC3E}">
        <p14:creationId xmlns:p14="http://schemas.microsoft.com/office/powerpoint/2010/main" val="35285151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1170F54-6CED-4251-A0A6-32CCD1213F82}"/>
              </a:ext>
            </a:extLst>
          </p:cNvPr>
          <p:cNvSpPr>
            <a:spLocks noGrp="1"/>
          </p:cNvSpPr>
          <p:nvPr>
            <p:ph type="title"/>
          </p:nvPr>
        </p:nvSpPr>
        <p:spPr/>
        <p:txBody>
          <a:bodyPr/>
          <a:lstStyle/>
          <a:p>
            <a:r>
              <a:rPr lang="en-US"/>
              <a:t>Click to edit Master title style</a:t>
            </a:r>
          </a:p>
        </p:txBody>
      </p:sp>
      <p:sp>
        <p:nvSpPr>
          <p:cNvPr id="3" name="Date Placeholder 2">
            <a:extLst>
              <a:ext uri="{FF2B5EF4-FFF2-40B4-BE49-F238E27FC236}">
                <a16:creationId xmlns:a16="http://schemas.microsoft.com/office/drawing/2014/main" id="{6572C8E6-49D6-46A5-8DC3-B0D8E683C9CB}"/>
              </a:ext>
            </a:extLst>
          </p:cNvPr>
          <p:cNvSpPr>
            <a:spLocks noGrp="1"/>
          </p:cNvSpPr>
          <p:nvPr>
            <p:ph type="dt" sz="half" idx="10"/>
          </p:nvPr>
        </p:nvSpPr>
        <p:spPr/>
        <p:txBody>
          <a:bodyPr/>
          <a:lstStyle/>
          <a:p>
            <a:fld id="{0DAF61AA-5A98-4049-A93E-477E5505141A}" type="datetimeFigureOut">
              <a:rPr lang="en-US" smtClean="0"/>
              <a:t>12/15/25</a:t>
            </a:fld>
            <a:endParaRPr lang="en-US"/>
          </a:p>
        </p:txBody>
      </p:sp>
      <p:sp>
        <p:nvSpPr>
          <p:cNvPr id="4" name="Footer Placeholder 3">
            <a:extLst>
              <a:ext uri="{FF2B5EF4-FFF2-40B4-BE49-F238E27FC236}">
                <a16:creationId xmlns:a16="http://schemas.microsoft.com/office/drawing/2014/main" id="{AB883CBA-77CD-4490-A5F3-BAA8FC254A3B}"/>
              </a:ext>
            </a:extLst>
          </p:cNvPr>
          <p:cNvSpPr>
            <a:spLocks noGrp="1"/>
          </p:cNvSpPr>
          <p:nvPr>
            <p:ph type="ftr" sz="quarter" idx="11"/>
          </p:nvPr>
        </p:nvSpPr>
        <p:spPr/>
        <p:txBody>
          <a:bodyPr/>
          <a:lstStyle/>
          <a:p>
            <a:endParaRPr lang="en-US"/>
          </a:p>
        </p:txBody>
      </p:sp>
      <p:sp>
        <p:nvSpPr>
          <p:cNvPr id="5" name="Slide Number Placeholder 4">
            <a:extLst>
              <a:ext uri="{FF2B5EF4-FFF2-40B4-BE49-F238E27FC236}">
                <a16:creationId xmlns:a16="http://schemas.microsoft.com/office/drawing/2014/main" id="{0EA5FF79-61B6-4693-8547-95B1F2F7A194}"/>
              </a:ext>
            </a:extLst>
          </p:cNvPr>
          <p:cNvSpPr>
            <a:spLocks noGrp="1"/>
          </p:cNvSpPr>
          <p:nvPr>
            <p:ph type="sldNum" sz="quarter" idx="12"/>
          </p:nvPr>
        </p:nvSpPr>
        <p:spPr/>
        <p:txBody>
          <a:bodyPr/>
          <a:lstStyle/>
          <a:p>
            <a:fld id="{73B850FF-6169-4056-8077-06FFA93A5366}" type="slidenum">
              <a:rPr lang="en-US" smtClean="0"/>
              <a:t>‹#›</a:t>
            </a:fld>
            <a:endParaRPr lang="en-US"/>
          </a:p>
        </p:txBody>
      </p:sp>
    </p:spTree>
    <p:extLst>
      <p:ext uri="{BB962C8B-B14F-4D97-AF65-F5344CB8AC3E}">
        <p14:creationId xmlns:p14="http://schemas.microsoft.com/office/powerpoint/2010/main" val="1755257426"/>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4FBDCB94-13E9-41CB-88F0-D30A1791DCBA}"/>
              </a:ext>
            </a:extLst>
          </p:cNvPr>
          <p:cNvSpPr>
            <a:spLocks noGrp="1"/>
          </p:cNvSpPr>
          <p:nvPr>
            <p:ph type="dt" sz="half" idx="10"/>
          </p:nvPr>
        </p:nvSpPr>
        <p:spPr/>
        <p:txBody>
          <a:bodyPr/>
          <a:lstStyle/>
          <a:p>
            <a:fld id="{0DAF61AA-5A98-4049-A93E-477E5505141A}" type="datetimeFigureOut">
              <a:rPr lang="en-US" smtClean="0"/>
              <a:t>12/15/25</a:t>
            </a:fld>
            <a:endParaRPr lang="en-US"/>
          </a:p>
        </p:txBody>
      </p:sp>
      <p:sp>
        <p:nvSpPr>
          <p:cNvPr id="3" name="Footer Placeholder 2">
            <a:extLst>
              <a:ext uri="{FF2B5EF4-FFF2-40B4-BE49-F238E27FC236}">
                <a16:creationId xmlns:a16="http://schemas.microsoft.com/office/drawing/2014/main" id="{244795A4-736C-426D-8559-5AD5892756A4}"/>
              </a:ext>
            </a:extLst>
          </p:cNvPr>
          <p:cNvSpPr>
            <a:spLocks noGrp="1"/>
          </p:cNvSpPr>
          <p:nvPr>
            <p:ph type="ftr" sz="quarter" idx="11"/>
          </p:nvPr>
        </p:nvSpPr>
        <p:spPr/>
        <p:txBody>
          <a:bodyPr/>
          <a:lstStyle/>
          <a:p>
            <a:endParaRPr lang="en-US"/>
          </a:p>
        </p:txBody>
      </p:sp>
      <p:sp>
        <p:nvSpPr>
          <p:cNvPr id="4" name="Slide Number Placeholder 3">
            <a:extLst>
              <a:ext uri="{FF2B5EF4-FFF2-40B4-BE49-F238E27FC236}">
                <a16:creationId xmlns:a16="http://schemas.microsoft.com/office/drawing/2014/main" id="{9B2A2ACD-17F3-4C16-8E77-86EC92CCD552}"/>
              </a:ext>
            </a:extLst>
          </p:cNvPr>
          <p:cNvSpPr>
            <a:spLocks noGrp="1"/>
          </p:cNvSpPr>
          <p:nvPr>
            <p:ph type="sldNum" sz="quarter" idx="12"/>
          </p:nvPr>
        </p:nvSpPr>
        <p:spPr/>
        <p:txBody>
          <a:bodyPr/>
          <a:lstStyle/>
          <a:p>
            <a:fld id="{73B850FF-6169-4056-8077-06FFA93A5366}" type="slidenum">
              <a:rPr lang="en-US" smtClean="0"/>
              <a:t>‹#›</a:t>
            </a:fld>
            <a:endParaRPr lang="en-US"/>
          </a:p>
        </p:txBody>
      </p:sp>
    </p:spTree>
    <p:extLst>
      <p:ext uri="{BB962C8B-B14F-4D97-AF65-F5344CB8AC3E}">
        <p14:creationId xmlns:p14="http://schemas.microsoft.com/office/powerpoint/2010/main" val="29353834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E7FCB2E-B68A-48F9-8B20-CDED818FB6E0}"/>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Content Placeholder 2">
            <a:extLst>
              <a:ext uri="{FF2B5EF4-FFF2-40B4-BE49-F238E27FC236}">
                <a16:creationId xmlns:a16="http://schemas.microsoft.com/office/drawing/2014/main" id="{FD081C83-64B5-4BFD-A163-75C2EA7F8973}"/>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a:extLst>
              <a:ext uri="{FF2B5EF4-FFF2-40B4-BE49-F238E27FC236}">
                <a16:creationId xmlns:a16="http://schemas.microsoft.com/office/drawing/2014/main" id="{725D44AD-E361-48A3-936D-DDA0D5144510}"/>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C9EED06C-E016-489C-8863-EA1BE998BC48}"/>
              </a:ext>
            </a:extLst>
          </p:cNvPr>
          <p:cNvSpPr>
            <a:spLocks noGrp="1"/>
          </p:cNvSpPr>
          <p:nvPr>
            <p:ph type="dt" sz="half" idx="10"/>
          </p:nvPr>
        </p:nvSpPr>
        <p:spPr/>
        <p:txBody>
          <a:bodyPr/>
          <a:lstStyle/>
          <a:p>
            <a:fld id="{0DAF61AA-5A98-4049-A93E-477E5505141A}" type="datetimeFigureOut">
              <a:rPr lang="en-US" smtClean="0"/>
              <a:t>12/15/25</a:t>
            </a:fld>
            <a:endParaRPr lang="en-US"/>
          </a:p>
        </p:txBody>
      </p:sp>
      <p:sp>
        <p:nvSpPr>
          <p:cNvPr id="6" name="Footer Placeholder 5">
            <a:extLst>
              <a:ext uri="{FF2B5EF4-FFF2-40B4-BE49-F238E27FC236}">
                <a16:creationId xmlns:a16="http://schemas.microsoft.com/office/drawing/2014/main" id="{359161F0-D253-49A7-9A08-7A0A228146C3}"/>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A742C61A-B326-40A7-A286-90D0544BBC34}"/>
              </a:ext>
            </a:extLst>
          </p:cNvPr>
          <p:cNvSpPr>
            <a:spLocks noGrp="1"/>
          </p:cNvSpPr>
          <p:nvPr>
            <p:ph type="sldNum" sz="quarter" idx="12"/>
          </p:nvPr>
        </p:nvSpPr>
        <p:spPr/>
        <p:txBody>
          <a:bodyPr/>
          <a:lstStyle/>
          <a:p>
            <a:fld id="{73B850FF-6169-4056-8077-06FFA93A5366}" type="slidenum">
              <a:rPr lang="en-US" smtClean="0"/>
              <a:t>‹#›</a:t>
            </a:fld>
            <a:endParaRPr lang="en-US"/>
          </a:p>
        </p:txBody>
      </p:sp>
    </p:spTree>
    <p:extLst>
      <p:ext uri="{BB962C8B-B14F-4D97-AF65-F5344CB8AC3E}">
        <p14:creationId xmlns:p14="http://schemas.microsoft.com/office/powerpoint/2010/main" val="42989725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CF2DF6F-D00F-4CE4-8701-B0062734611B}"/>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Picture Placeholder 2">
            <a:extLst>
              <a:ext uri="{FF2B5EF4-FFF2-40B4-BE49-F238E27FC236}">
                <a16:creationId xmlns:a16="http://schemas.microsoft.com/office/drawing/2014/main" id="{0A0FF7AB-F851-4425-8407-996C920E6847}"/>
              </a:ext>
            </a:extLst>
          </p:cNvPr>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r>
              <a:rPr lang="en-US"/>
              <a:t>Click icon to add picture</a:t>
            </a:r>
          </a:p>
        </p:txBody>
      </p:sp>
      <p:sp>
        <p:nvSpPr>
          <p:cNvPr id="4" name="Text Placeholder 3">
            <a:extLst>
              <a:ext uri="{FF2B5EF4-FFF2-40B4-BE49-F238E27FC236}">
                <a16:creationId xmlns:a16="http://schemas.microsoft.com/office/drawing/2014/main" id="{A2ED6CF5-154F-4615-8CDC-E2BFA61FABE2}"/>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81A5C400-0D13-495F-8C4E-EC3CDF5F22AF}"/>
              </a:ext>
            </a:extLst>
          </p:cNvPr>
          <p:cNvSpPr>
            <a:spLocks noGrp="1"/>
          </p:cNvSpPr>
          <p:nvPr>
            <p:ph type="dt" sz="half" idx="10"/>
          </p:nvPr>
        </p:nvSpPr>
        <p:spPr/>
        <p:txBody>
          <a:bodyPr/>
          <a:lstStyle/>
          <a:p>
            <a:fld id="{0DAF61AA-5A98-4049-A93E-477E5505141A}" type="datetimeFigureOut">
              <a:rPr lang="en-US" smtClean="0"/>
              <a:t>12/15/25</a:t>
            </a:fld>
            <a:endParaRPr lang="en-US"/>
          </a:p>
        </p:txBody>
      </p:sp>
      <p:sp>
        <p:nvSpPr>
          <p:cNvPr id="6" name="Footer Placeholder 5">
            <a:extLst>
              <a:ext uri="{FF2B5EF4-FFF2-40B4-BE49-F238E27FC236}">
                <a16:creationId xmlns:a16="http://schemas.microsoft.com/office/drawing/2014/main" id="{4CB290D7-98AC-45E5-A7D6-73520AFC7360}"/>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9294276C-2BD2-4C4F-AC04-DD3D73768A5D}"/>
              </a:ext>
            </a:extLst>
          </p:cNvPr>
          <p:cNvSpPr>
            <a:spLocks noGrp="1"/>
          </p:cNvSpPr>
          <p:nvPr>
            <p:ph type="sldNum" sz="quarter" idx="12"/>
          </p:nvPr>
        </p:nvSpPr>
        <p:spPr/>
        <p:txBody>
          <a:bodyPr/>
          <a:lstStyle/>
          <a:p>
            <a:fld id="{73B850FF-6169-4056-8077-06FFA93A5366}" type="slidenum">
              <a:rPr lang="en-US" smtClean="0"/>
              <a:t>‹#›</a:t>
            </a:fld>
            <a:endParaRPr lang="en-US"/>
          </a:p>
        </p:txBody>
      </p:sp>
    </p:spTree>
    <p:extLst>
      <p:ext uri="{BB962C8B-B14F-4D97-AF65-F5344CB8AC3E}">
        <p14:creationId xmlns:p14="http://schemas.microsoft.com/office/powerpoint/2010/main" val="3838800312"/>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35170B0-C1C5-4976-80E8-6B4F90EB3626}"/>
              </a:ext>
            </a:extLst>
          </p:cNvPr>
          <p:cNvSpPr>
            <a:spLocks noGrp="1"/>
          </p:cNvSpPr>
          <p:nvPr>
            <p:ph type="title"/>
          </p:nvPr>
        </p:nvSpPr>
        <p:spPr/>
        <p:txBody>
          <a:bodyPr/>
          <a:lstStyle/>
          <a:p>
            <a:r>
              <a:rPr lang="en-US"/>
              <a:t>Click to edit Master title style</a:t>
            </a:r>
          </a:p>
        </p:txBody>
      </p:sp>
      <p:sp>
        <p:nvSpPr>
          <p:cNvPr id="3" name="Vertical Text Placeholder 2">
            <a:extLst>
              <a:ext uri="{FF2B5EF4-FFF2-40B4-BE49-F238E27FC236}">
                <a16:creationId xmlns:a16="http://schemas.microsoft.com/office/drawing/2014/main" id="{097593EE-493E-4BCE-8992-24CA63E1E090}"/>
              </a:ext>
            </a:extLst>
          </p:cNvPr>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F780919F-FDDD-42FB-8422-A0665D558D00}"/>
              </a:ext>
            </a:extLst>
          </p:cNvPr>
          <p:cNvSpPr>
            <a:spLocks noGrp="1"/>
          </p:cNvSpPr>
          <p:nvPr>
            <p:ph type="dt" sz="half" idx="10"/>
          </p:nvPr>
        </p:nvSpPr>
        <p:spPr/>
        <p:txBody>
          <a:bodyPr/>
          <a:lstStyle/>
          <a:p>
            <a:fld id="{0DAF61AA-5A98-4049-A93E-477E5505141A}" type="datetimeFigureOut">
              <a:rPr lang="en-US" smtClean="0"/>
              <a:t>12/15/25</a:t>
            </a:fld>
            <a:endParaRPr lang="en-US"/>
          </a:p>
        </p:txBody>
      </p:sp>
      <p:sp>
        <p:nvSpPr>
          <p:cNvPr id="5" name="Footer Placeholder 4">
            <a:extLst>
              <a:ext uri="{FF2B5EF4-FFF2-40B4-BE49-F238E27FC236}">
                <a16:creationId xmlns:a16="http://schemas.microsoft.com/office/drawing/2014/main" id="{A216D38A-35F8-4667-A1F4-49644471E920}"/>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059CC230-78B7-487B-9C95-CB00868F6F1F}"/>
              </a:ext>
            </a:extLst>
          </p:cNvPr>
          <p:cNvSpPr>
            <a:spLocks noGrp="1"/>
          </p:cNvSpPr>
          <p:nvPr>
            <p:ph type="sldNum" sz="quarter" idx="12"/>
          </p:nvPr>
        </p:nvSpPr>
        <p:spPr/>
        <p:txBody>
          <a:bodyPr/>
          <a:lstStyle/>
          <a:p>
            <a:fld id="{73B850FF-6169-4056-8077-06FFA93A5366}" type="slidenum">
              <a:rPr lang="en-US" smtClean="0"/>
              <a:t>‹#›</a:t>
            </a:fld>
            <a:endParaRPr lang="en-US"/>
          </a:p>
        </p:txBody>
      </p:sp>
    </p:spTree>
    <p:extLst>
      <p:ext uri="{BB962C8B-B14F-4D97-AF65-F5344CB8AC3E}">
        <p14:creationId xmlns:p14="http://schemas.microsoft.com/office/powerpoint/2010/main" val="2709756602"/>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a:extLst>
              <a:ext uri="{FF2B5EF4-FFF2-40B4-BE49-F238E27FC236}">
                <a16:creationId xmlns:a16="http://schemas.microsoft.com/office/drawing/2014/main" id="{D14CB826-D9AA-4689-B8C0-38D999F0D065}"/>
              </a:ext>
            </a:extLst>
          </p:cNvPr>
          <p:cNvSpPr>
            <a:spLocks noGrp="1"/>
          </p:cNvSpPr>
          <p:nvPr>
            <p:ph type="title" orient="vert"/>
          </p:nvPr>
        </p:nvSpPr>
        <p:spPr>
          <a:xfrm>
            <a:off x="8724900" y="365125"/>
            <a:ext cx="2628900" cy="5811838"/>
          </a:xfrm>
        </p:spPr>
        <p:txBody>
          <a:bodyPr vert="eaVert"/>
          <a:lstStyle/>
          <a:p>
            <a:r>
              <a:rPr lang="en-US"/>
              <a:t>Click to edit Master title style</a:t>
            </a:r>
          </a:p>
        </p:txBody>
      </p:sp>
      <p:sp>
        <p:nvSpPr>
          <p:cNvPr id="3" name="Vertical Text Placeholder 2">
            <a:extLst>
              <a:ext uri="{FF2B5EF4-FFF2-40B4-BE49-F238E27FC236}">
                <a16:creationId xmlns:a16="http://schemas.microsoft.com/office/drawing/2014/main" id="{A61F1CDD-16FB-45E0-9887-24374C567647}"/>
              </a:ext>
            </a:extLst>
          </p:cNvPr>
          <p:cNvSpPr>
            <a:spLocks noGrp="1"/>
          </p:cNvSpPr>
          <p:nvPr>
            <p:ph type="body" orient="vert" idx="1"/>
          </p:nvPr>
        </p:nvSpPr>
        <p:spPr>
          <a:xfrm>
            <a:off x="838200" y="365125"/>
            <a:ext cx="7734300" cy="5811838"/>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56846397-BBD2-4426-B1F5-FD6EA3CDC866}"/>
              </a:ext>
            </a:extLst>
          </p:cNvPr>
          <p:cNvSpPr>
            <a:spLocks noGrp="1"/>
          </p:cNvSpPr>
          <p:nvPr>
            <p:ph type="dt" sz="half" idx="10"/>
          </p:nvPr>
        </p:nvSpPr>
        <p:spPr/>
        <p:txBody>
          <a:bodyPr/>
          <a:lstStyle/>
          <a:p>
            <a:fld id="{0DAF61AA-5A98-4049-A93E-477E5505141A}" type="datetimeFigureOut">
              <a:rPr lang="en-US" smtClean="0"/>
              <a:t>12/15/25</a:t>
            </a:fld>
            <a:endParaRPr lang="en-US"/>
          </a:p>
        </p:txBody>
      </p:sp>
      <p:sp>
        <p:nvSpPr>
          <p:cNvPr id="5" name="Footer Placeholder 4">
            <a:extLst>
              <a:ext uri="{FF2B5EF4-FFF2-40B4-BE49-F238E27FC236}">
                <a16:creationId xmlns:a16="http://schemas.microsoft.com/office/drawing/2014/main" id="{FDAB91E4-73D0-4ACD-8F54-00EE6FB1D616}"/>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FEB28C61-59FE-44D6-A7D6-AAD292232778}"/>
              </a:ext>
            </a:extLst>
          </p:cNvPr>
          <p:cNvSpPr>
            <a:spLocks noGrp="1"/>
          </p:cNvSpPr>
          <p:nvPr>
            <p:ph type="sldNum" sz="quarter" idx="12"/>
          </p:nvPr>
        </p:nvSpPr>
        <p:spPr/>
        <p:txBody>
          <a:bodyPr/>
          <a:lstStyle/>
          <a:p>
            <a:fld id="{73B850FF-6169-4056-8077-06FFA93A5366}" type="slidenum">
              <a:rPr lang="en-US" smtClean="0"/>
              <a:t>‹#›</a:t>
            </a:fld>
            <a:endParaRPr lang="en-US"/>
          </a:p>
        </p:txBody>
      </p:sp>
    </p:spTree>
    <p:extLst>
      <p:ext uri="{BB962C8B-B14F-4D97-AF65-F5344CB8AC3E}">
        <p14:creationId xmlns:p14="http://schemas.microsoft.com/office/powerpoint/2010/main" val="93646600"/>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7" name="Rectangle 6">
            <a:extLst>
              <a:ext uri="{FF2B5EF4-FFF2-40B4-BE49-F238E27FC236}">
                <a16:creationId xmlns:a16="http://schemas.microsoft.com/office/drawing/2014/main" id="{247A131F-D5DE-41A5-B4CF-4F345319B40B}"/>
              </a:ext>
            </a:extLst>
          </p:cNvPr>
          <p:cNvSpPr/>
          <p:nvPr/>
        </p:nvSpPr>
        <p:spPr>
          <a:xfrm>
            <a:off x="0" y="0"/>
            <a:ext cx="12188952" cy="6858000"/>
          </a:xfrm>
          <a:prstGeom prst="rect">
            <a:avLst/>
          </a:prstGeom>
          <a:solidFill>
            <a:schemeClr val="bg2"/>
          </a:solidFill>
          <a:ln>
            <a:solidFill>
              <a:schemeClr val="bg1">
                <a:lumMod val="9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solidFill>
                <a:schemeClr val="tx1">
                  <a:lumMod val="65000"/>
                  <a:lumOff val="35000"/>
                </a:schemeClr>
              </a:solidFill>
              <a:latin typeface="AvenirNext LT Pro Medium" panose="020B0504020202020204" pitchFamily="34" charset="0"/>
            </a:endParaRPr>
          </a:p>
        </p:txBody>
      </p:sp>
      <p:sp>
        <p:nvSpPr>
          <p:cNvPr id="8" name="Freeform: Shape 7">
            <a:extLst>
              <a:ext uri="{FF2B5EF4-FFF2-40B4-BE49-F238E27FC236}">
                <a16:creationId xmlns:a16="http://schemas.microsoft.com/office/drawing/2014/main" id="{3AF4666D-BD98-40A5-A75F-478B982010B2}"/>
              </a:ext>
            </a:extLst>
          </p:cNvPr>
          <p:cNvSpPr/>
          <p:nvPr/>
        </p:nvSpPr>
        <p:spPr>
          <a:xfrm rot="10800000">
            <a:off x="692844" y="-3086"/>
            <a:ext cx="1326111" cy="597603"/>
          </a:xfrm>
          <a:custGeom>
            <a:avLst/>
            <a:gdLst>
              <a:gd name="connsiteX0" fmla="*/ 741051 w 1482102"/>
              <a:gd name="connsiteY0" fmla="*/ 0 h 679363"/>
              <a:gd name="connsiteX1" fmla="*/ 1473822 w 1482102"/>
              <a:gd name="connsiteY1" fmla="*/ 597226 h 679363"/>
              <a:gd name="connsiteX2" fmla="*/ 1482102 w 1482102"/>
              <a:gd name="connsiteY2" fmla="*/ 679363 h 679363"/>
              <a:gd name="connsiteX3" fmla="*/ 0 w 1482102"/>
              <a:gd name="connsiteY3" fmla="*/ 679363 h 679363"/>
              <a:gd name="connsiteX4" fmla="*/ 8280 w 1482102"/>
              <a:gd name="connsiteY4" fmla="*/ 597226 h 679363"/>
              <a:gd name="connsiteX5" fmla="*/ 741051 w 1482102"/>
              <a:gd name="connsiteY5" fmla="*/ 0 h 67936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1482102" h="679363">
                <a:moveTo>
                  <a:pt x="741051" y="0"/>
                </a:moveTo>
                <a:cubicBezTo>
                  <a:pt x="1102506" y="0"/>
                  <a:pt x="1404077" y="256390"/>
                  <a:pt x="1473822" y="597226"/>
                </a:cubicBezTo>
                <a:lnTo>
                  <a:pt x="1482102" y="679363"/>
                </a:lnTo>
                <a:lnTo>
                  <a:pt x="0" y="679363"/>
                </a:lnTo>
                <a:lnTo>
                  <a:pt x="8280" y="597226"/>
                </a:lnTo>
                <a:cubicBezTo>
                  <a:pt x="78025" y="256390"/>
                  <a:pt x="379596" y="0"/>
                  <a:pt x="741051" y="0"/>
                </a:cubicBezTo>
                <a:close/>
              </a:path>
            </a:pathLst>
          </a:cu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a:p>
        </p:txBody>
      </p:sp>
      <p:sp>
        <p:nvSpPr>
          <p:cNvPr id="9" name="Freeform: Shape 8">
            <a:extLst>
              <a:ext uri="{FF2B5EF4-FFF2-40B4-BE49-F238E27FC236}">
                <a16:creationId xmlns:a16="http://schemas.microsoft.com/office/drawing/2014/main" id="{68680585-71F9-4721-A998-4974171D2EB4}"/>
              </a:ext>
            </a:extLst>
          </p:cNvPr>
          <p:cNvSpPr/>
          <p:nvPr/>
        </p:nvSpPr>
        <p:spPr>
          <a:xfrm>
            <a:off x="10439256" y="6172200"/>
            <a:ext cx="1482102" cy="679363"/>
          </a:xfrm>
          <a:custGeom>
            <a:avLst/>
            <a:gdLst>
              <a:gd name="connsiteX0" fmla="*/ 741051 w 1482102"/>
              <a:gd name="connsiteY0" fmla="*/ 0 h 679363"/>
              <a:gd name="connsiteX1" fmla="*/ 1473822 w 1482102"/>
              <a:gd name="connsiteY1" fmla="*/ 597226 h 679363"/>
              <a:gd name="connsiteX2" fmla="*/ 1482102 w 1482102"/>
              <a:gd name="connsiteY2" fmla="*/ 679363 h 679363"/>
              <a:gd name="connsiteX3" fmla="*/ 0 w 1482102"/>
              <a:gd name="connsiteY3" fmla="*/ 679363 h 679363"/>
              <a:gd name="connsiteX4" fmla="*/ 8280 w 1482102"/>
              <a:gd name="connsiteY4" fmla="*/ 597226 h 679363"/>
              <a:gd name="connsiteX5" fmla="*/ 741051 w 1482102"/>
              <a:gd name="connsiteY5" fmla="*/ 0 h 67936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1482102" h="679363">
                <a:moveTo>
                  <a:pt x="741051" y="0"/>
                </a:moveTo>
                <a:cubicBezTo>
                  <a:pt x="1102506" y="0"/>
                  <a:pt x="1404077" y="256390"/>
                  <a:pt x="1473822" y="597226"/>
                </a:cubicBezTo>
                <a:lnTo>
                  <a:pt x="1482102" y="679363"/>
                </a:lnTo>
                <a:lnTo>
                  <a:pt x="0" y="679363"/>
                </a:lnTo>
                <a:lnTo>
                  <a:pt x="8280" y="597226"/>
                </a:lnTo>
                <a:cubicBezTo>
                  <a:pt x="78025" y="256390"/>
                  <a:pt x="379596" y="0"/>
                  <a:pt x="741051" y="0"/>
                </a:cubicBezTo>
                <a:close/>
              </a:path>
            </a:pathLst>
          </a:cu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a:p>
        </p:txBody>
      </p:sp>
      <p:sp>
        <p:nvSpPr>
          <p:cNvPr id="10" name="Freeform: Shape 9">
            <a:extLst>
              <a:ext uri="{FF2B5EF4-FFF2-40B4-BE49-F238E27FC236}">
                <a16:creationId xmlns:a16="http://schemas.microsoft.com/office/drawing/2014/main" id="{12BC95C2-2EEC-4F59-ABA8-660B0D059CCF}"/>
              </a:ext>
            </a:extLst>
          </p:cNvPr>
          <p:cNvSpPr/>
          <p:nvPr/>
        </p:nvSpPr>
        <p:spPr>
          <a:xfrm>
            <a:off x="7977352" y="5197178"/>
            <a:ext cx="4211600" cy="1660822"/>
          </a:xfrm>
          <a:custGeom>
            <a:avLst/>
            <a:gdLst>
              <a:gd name="connsiteX0" fmla="*/ 4211600 w 4211600"/>
              <a:gd name="connsiteY0" fmla="*/ 0 h 1660822"/>
              <a:gd name="connsiteX1" fmla="*/ 4211600 w 4211600"/>
              <a:gd name="connsiteY1" fmla="*/ 58430 h 1660822"/>
              <a:gd name="connsiteX2" fmla="*/ 4136524 w 4211600"/>
              <a:gd name="connsiteY2" fmla="*/ 208808 h 1660822"/>
              <a:gd name="connsiteX3" fmla="*/ 3973354 w 4211600"/>
              <a:gd name="connsiteY3" fmla="*/ 437313 h 1660822"/>
              <a:gd name="connsiteX4" fmla="*/ 3884746 w 4211600"/>
              <a:gd name="connsiteY4" fmla="*/ 553613 h 1660822"/>
              <a:gd name="connsiteX5" fmla="*/ 3849435 w 4211600"/>
              <a:gd name="connsiteY5" fmla="*/ 603143 h 1660822"/>
              <a:gd name="connsiteX6" fmla="*/ 3661849 w 4211600"/>
              <a:gd name="connsiteY6" fmla="*/ 819075 h 1660822"/>
              <a:gd name="connsiteX7" fmla="*/ 3402589 w 4211600"/>
              <a:gd name="connsiteY7" fmla="*/ 952996 h 1660822"/>
              <a:gd name="connsiteX8" fmla="*/ 3130202 w 4211600"/>
              <a:gd name="connsiteY8" fmla="*/ 1023386 h 1660822"/>
              <a:gd name="connsiteX9" fmla="*/ 2914657 w 4211600"/>
              <a:gd name="connsiteY9" fmla="*/ 1068058 h 1660822"/>
              <a:gd name="connsiteX10" fmla="*/ 2582149 w 4211600"/>
              <a:gd name="connsiteY10" fmla="*/ 1138924 h 1660822"/>
              <a:gd name="connsiteX11" fmla="*/ 2483958 w 4211600"/>
              <a:gd name="connsiteY11" fmla="*/ 1162356 h 1660822"/>
              <a:gd name="connsiteX12" fmla="*/ 2123750 w 4211600"/>
              <a:gd name="connsiteY12" fmla="*/ 1238651 h 1660822"/>
              <a:gd name="connsiteX13" fmla="*/ 1761444 w 4211600"/>
              <a:gd name="connsiteY13" fmla="*/ 1273417 h 1660822"/>
              <a:gd name="connsiteX14" fmla="*/ 1608382 w 4211600"/>
              <a:gd name="connsiteY14" fmla="*/ 1284466 h 1660822"/>
              <a:gd name="connsiteX15" fmla="*/ 999942 w 4211600"/>
              <a:gd name="connsiteY15" fmla="*/ 1354284 h 1660822"/>
              <a:gd name="connsiteX16" fmla="*/ 484705 w 4211600"/>
              <a:gd name="connsiteY16" fmla="*/ 1450487 h 1660822"/>
              <a:gd name="connsiteX17" fmla="*/ 113310 w 4211600"/>
              <a:gd name="connsiteY17" fmla="*/ 1613700 h 1660822"/>
              <a:gd name="connsiteX18" fmla="*/ 39668 w 4211600"/>
              <a:gd name="connsiteY18" fmla="*/ 1660822 h 1660822"/>
              <a:gd name="connsiteX19" fmla="*/ 0 w 4211600"/>
              <a:gd name="connsiteY19" fmla="*/ 1660822 h 1660822"/>
              <a:gd name="connsiteX20" fmla="*/ 96701 w 4211600"/>
              <a:gd name="connsiteY20" fmla="*/ 1598934 h 1660822"/>
              <a:gd name="connsiteX21" fmla="*/ 474335 w 4211600"/>
              <a:gd name="connsiteY21" fmla="*/ 1433056 h 1660822"/>
              <a:gd name="connsiteX22" fmla="*/ 994299 w 4211600"/>
              <a:gd name="connsiteY22" fmla="*/ 1335806 h 1660822"/>
              <a:gd name="connsiteX23" fmla="*/ 1605231 w 4211600"/>
              <a:gd name="connsiteY23" fmla="*/ 1265702 h 1660822"/>
              <a:gd name="connsiteX24" fmla="*/ 1758819 w 4211600"/>
              <a:gd name="connsiteY24" fmla="*/ 1254558 h 1660822"/>
              <a:gd name="connsiteX25" fmla="*/ 2118106 w 4211600"/>
              <a:gd name="connsiteY25" fmla="*/ 1220077 h 1660822"/>
              <a:gd name="connsiteX26" fmla="*/ 2475557 w 4211600"/>
              <a:gd name="connsiteY26" fmla="*/ 1144353 h 1660822"/>
              <a:gd name="connsiteX27" fmla="*/ 2573878 w 4211600"/>
              <a:gd name="connsiteY27" fmla="*/ 1120827 h 1660822"/>
              <a:gd name="connsiteX28" fmla="*/ 2907437 w 4211600"/>
              <a:gd name="connsiteY28" fmla="*/ 1049675 h 1660822"/>
              <a:gd name="connsiteX29" fmla="*/ 3122589 w 4211600"/>
              <a:gd name="connsiteY29" fmla="*/ 1005098 h 1660822"/>
              <a:gd name="connsiteX30" fmla="*/ 3391169 w 4211600"/>
              <a:gd name="connsiteY30" fmla="*/ 935756 h 1660822"/>
              <a:gd name="connsiteX31" fmla="*/ 3642290 w 4211600"/>
              <a:gd name="connsiteY31" fmla="*/ 806216 h 1660822"/>
              <a:gd name="connsiteX32" fmla="*/ 3825937 w 4211600"/>
              <a:gd name="connsiteY32" fmla="*/ 594475 h 1660822"/>
              <a:gd name="connsiteX33" fmla="*/ 3861381 w 4211600"/>
              <a:gd name="connsiteY33" fmla="*/ 544755 h 1660822"/>
              <a:gd name="connsiteX34" fmla="*/ 3950381 w 4211600"/>
              <a:gd name="connsiteY34" fmla="*/ 427978 h 1660822"/>
              <a:gd name="connsiteX35" fmla="*/ 4112370 w 4211600"/>
              <a:gd name="connsiteY35" fmla="*/ 201378 h 1660822"/>
              <a:gd name="connsiteX36" fmla="*/ 4195989 w 4211600"/>
              <a:gd name="connsiteY36" fmla="*/ 33834 h 166082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Lst>
            <a:rect l="l" t="t" r="r" b="b"/>
            <a:pathLst>
              <a:path w="4211600" h="1660822">
                <a:moveTo>
                  <a:pt x="4211600" y="0"/>
                </a:moveTo>
                <a:lnTo>
                  <a:pt x="4211600" y="58430"/>
                </a:lnTo>
                <a:lnTo>
                  <a:pt x="4136524" y="208808"/>
                </a:lnTo>
                <a:cubicBezTo>
                  <a:pt x="4089791" y="287770"/>
                  <a:pt x="4030588" y="363780"/>
                  <a:pt x="3973354" y="437313"/>
                </a:cubicBezTo>
                <a:cubicBezTo>
                  <a:pt x="3943819" y="475222"/>
                  <a:pt x="3913231" y="514465"/>
                  <a:pt x="3884746" y="553613"/>
                </a:cubicBezTo>
                <a:cubicBezTo>
                  <a:pt x="3872801" y="569996"/>
                  <a:pt x="3861119" y="586569"/>
                  <a:pt x="3849435" y="603143"/>
                </a:cubicBezTo>
                <a:cubicBezTo>
                  <a:pt x="3796665" y="678009"/>
                  <a:pt x="3742187" y="755352"/>
                  <a:pt x="3661849" y="819075"/>
                </a:cubicBezTo>
                <a:cubicBezTo>
                  <a:pt x="3596214" y="871176"/>
                  <a:pt x="3509050" y="916230"/>
                  <a:pt x="3402589" y="952996"/>
                </a:cubicBezTo>
                <a:cubicBezTo>
                  <a:pt x="3312406" y="984048"/>
                  <a:pt x="3215660" y="1005003"/>
                  <a:pt x="3130202" y="1023386"/>
                </a:cubicBezTo>
                <a:cubicBezTo>
                  <a:pt x="3058529" y="1038816"/>
                  <a:pt x="2985412" y="1053675"/>
                  <a:pt x="2914657" y="1068058"/>
                </a:cubicBezTo>
                <a:cubicBezTo>
                  <a:pt x="2805176" y="1090251"/>
                  <a:pt x="2692021" y="1113207"/>
                  <a:pt x="2582149" y="1138924"/>
                </a:cubicBezTo>
                <a:cubicBezTo>
                  <a:pt x="2549330" y="1146639"/>
                  <a:pt x="2516644" y="1154450"/>
                  <a:pt x="2483958" y="1162356"/>
                </a:cubicBezTo>
                <a:cubicBezTo>
                  <a:pt x="2367257" y="1190550"/>
                  <a:pt x="2246621" y="1219601"/>
                  <a:pt x="2123750" y="1238651"/>
                </a:cubicBezTo>
                <a:cubicBezTo>
                  <a:pt x="2004294" y="1257129"/>
                  <a:pt x="1880769" y="1265416"/>
                  <a:pt x="1761444" y="1273417"/>
                </a:cubicBezTo>
                <a:cubicBezTo>
                  <a:pt x="1711167" y="1276751"/>
                  <a:pt x="1659184" y="1280275"/>
                  <a:pt x="1608382" y="1284466"/>
                </a:cubicBezTo>
                <a:cubicBezTo>
                  <a:pt x="1408589" y="1300944"/>
                  <a:pt x="1214570" y="1325805"/>
                  <a:pt x="999942" y="1354284"/>
                </a:cubicBezTo>
                <a:cubicBezTo>
                  <a:pt x="826403" y="1377240"/>
                  <a:pt x="647744" y="1400957"/>
                  <a:pt x="484705" y="1450487"/>
                </a:cubicBezTo>
                <a:cubicBezTo>
                  <a:pt x="355831" y="1489635"/>
                  <a:pt x="231387" y="1544374"/>
                  <a:pt x="113310" y="1613700"/>
                </a:cubicBezTo>
                <a:lnTo>
                  <a:pt x="39668" y="1660822"/>
                </a:lnTo>
                <a:lnTo>
                  <a:pt x="0" y="1660822"/>
                </a:lnTo>
                <a:lnTo>
                  <a:pt x="96701" y="1598934"/>
                </a:lnTo>
                <a:cubicBezTo>
                  <a:pt x="216635" y="1528533"/>
                  <a:pt x="343196" y="1472919"/>
                  <a:pt x="474335" y="1433056"/>
                </a:cubicBezTo>
                <a:cubicBezTo>
                  <a:pt x="639999" y="1382669"/>
                  <a:pt x="820102" y="1358856"/>
                  <a:pt x="994299" y="1335806"/>
                </a:cubicBezTo>
                <a:cubicBezTo>
                  <a:pt x="1210239" y="1307231"/>
                  <a:pt x="1404650" y="1282275"/>
                  <a:pt x="1605231" y="1265702"/>
                </a:cubicBezTo>
                <a:cubicBezTo>
                  <a:pt x="1656428" y="1261511"/>
                  <a:pt x="1708411" y="1257987"/>
                  <a:pt x="1758819" y="1254558"/>
                </a:cubicBezTo>
                <a:cubicBezTo>
                  <a:pt x="1877487" y="1246557"/>
                  <a:pt x="2000094" y="1238365"/>
                  <a:pt x="2118106" y="1220077"/>
                </a:cubicBezTo>
                <a:cubicBezTo>
                  <a:pt x="2239531" y="1201313"/>
                  <a:pt x="2359513" y="1172357"/>
                  <a:pt x="2475557" y="1144353"/>
                </a:cubicBezTo>
                <a:cubicBezTo>
                  <a:pt x="2508243" y="1136448"/>
                  <a:pt x="2541060" y="1128542"/>
                  <a:pt x="2573878" y="1120827"/>
                </a:cubicBezTo>
                <a:cubicBezTo>
                  <a:pt x="2684276" y="1094919"/>
                  <a:pt x="2797694" y="1071963"/>
                  <a:pt x="2907437" y="1049675"/>
                </a:cubicBezTo>
                <a:cubicBezTo>
                  <a:pt x="2978061" y="1035387"/>
                  <a:pt x="3051178" y="1020528"/>
                  <a:pt x="3122589" y="1005098"/>
                </a:cubicBezTo>
                <a:cubicBezTo>
                  <a:pt x="3206997" y="986810"/>
                  <a:pt x="3302823" y="966141"/>
                  <a:pt x="3391169" y="935756"/>
                </a:cubicBezTo>
                <a:cubicBezTo>
                  <a:pt x="3494479" y="900132"/>
                  <a:pt x="3578886" y="856508"/>
                  <a:pt x="3642290" y="806216"/>
                </a:cubicBezTo>
                <a:cubicBezTo>
                  <a:pt x="3720133" y="744303"/>
                  <a:pt x="3773953" y="668103"/>
                  <a:pt x="3825937" y="594475"/>
                </a:cubicBezTo>
                <a:cubicBezTo>
                  <a:pt x="3837621" y="577902"/>
                  <a:pt x="3849435" y="561233"/>
                  <a:pt x="3861381" y="544755"/>
                </a:cubicBezTo>
                <a:cubicBezTo>
                  <a:pt x="3889997" y="505416"/>
                  <a:pt x="3920715" y="465983"/>
                  <a:pt x="3950381" y="427978"/>
                </a:cubicBezTo>
                <a:cubicBezTo>
                  <a:pt x="4007353" y="354921"/>
                  <a:pt x="4066163" y="279388"/>
                  <a:pt x="4112370" y="201378"/>
                </a:cubicBezTo>
                <a:cubicBezTo>
                  <a:pt x="4144662" y="146800"/>
                  <a:pt x="4170785" y="89364"/>
                  <a:pt x="4195989" y="33834"/>
                </a:cubicBezTo>
                <a:close/>
              </a:path>
            </a:pathLst>
          </a:cu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a:p>
        </p:txBody>
      </p:sp>
      <p:grpSp>
        <p:nvGrpSpPr>
          <p:cNvPr id="11" name="Graphic 141">
            <a:extLst>
              <a:ext uri="{FF2B5EF4-FFF2-40B4-BE49-F238E27FC236}">
                <a16:creationId xmlns:a16="http://schemas.microsoft.com/office/drawing/2014/main" id="{03E9870D-4BBA-43AF-8D44-BBADF020CFF6}"/>
              </a:ext>
            </a:extLst>
          </p:cNvPr>
          <p:cNvGrpSpPr/>
          <p:nvPr/>
        </p:nvGrpSpPr>
        <p:grpSpPr>
          <a:xfrm>
            <a:off x="10849" y="15178"/>
            <a:ext cx="2198951" cy="3331254"/>
            <a:chOff x="4473129" y="923925"/>
            <a:chExt cx="3308947" cy="5012817"/>
          </a:xfrm>
          <a:noFill/>
        </p:grpSpPr>
        <p:sp>
          <p:nvSpPr>
            <p:cNvPr id="12" name="Freeform: Shape 11">
              <a:extLst>
                <a:ext uri="{FF2B5EF4-FFF2-40B4-BE49-F238E27FC236}">
                  <a16:creationId xmlns:a16="http://schemas.microsoft.com/office/drawing/2014/main" id="{34BC5055-C77D-43CD-BB1D-A77B6779CDAD}"/>
                </a:ext>
              </a:extLst>
            </p:cNvPr>
            <p:cNvSpPr/>
            <p:nvPr/>
          </p:nvSpPr>
          <p:spPr>
            <a:xfrm>
              <a:off x="4485988" y="924020"/>
              <a:ext cx="3296088" cy="5012722"/>
            </a:xfrm>
            <a:custGeom>
              <a:avLst/>
              <a:gdLst>
                <a:gd name="connsiteX0" fmla="*/ 0 w 3296088"/>
                <a:gd name="connsiteY0" fmla="*/ 5012722 h 5012722"/>
                <a:gd name="connsiteX1" fmla="*/ 244031 w 3296088"/>
                <a:gd name="connsiteY1" fmla="*/ 4820222 h 5012722"/>
                <a:gd name="connsiteX2" fmla="*/ 729234 w 3296088"/>
                <a:gd name="connsiteY2" fmla="*/ 4360641 h 5012722"/>
                <a:gd name="connsiteX3" fmla="*/ 881444 w 3296088"/>
                <a:gd name="connsiteY3" fmla="*/ 4173950 h 5012722"/>
                <a:gd name="connsiteX4" fmla="*/ 1151287 w 3296088"/>
                <a:gd name="connsiteY4" fmla="*/ 3972877 h 5012722"/>
                <a:gd name="connsiteX5" fmla="*/ 1498664 w 3296088"/>
                <a:gd name="connsiteY5" fmla="*/ 3786188 h 5012722"/>
                <a:gd name="connsiteX6" fmla="*/ 1716881 w 3296088"/>
                <a:gd name="connsiteY6" fmla="*/ 3674174 h 5012722"/>
                <a:gd name="connsiteX7" fmla="*/ 1913573 w 3296088"/>
                <a:gd name="connsiteY7" fmla="*/ 3477387 h 5012722"/>
                <a:gd name="connsiteX8" fmla="*/ 2167700 w 3296088"/>
                <a:gd name="connsiteY8" fmla="*/ 3042190 h 5012722"/>
                <a:gd name="connsiteX9" fmla="*/ 2273903 w 3296088"/>
                <a:gd name="connsiteY9" fmla="*/ 2775014 h 5012722"/>
                <a:gd name="connsiteX10" fmla="*/ 2463356 w 3296088"/>
                <a:gd name="connsiteY10" fmla="*/ 2335530 h 5012722"/>
                <a:gd name="connsiteX11" fmla="*/ 2741866 w 3296088"/>
                <a:gd name="connsiteY11" fmla="*/ 1982248 h 5012722"/>
                <a:gd name="connsiteX12" fmla="*/ 2985897 w 3296088"/>
                <a:gd name="connsiteY12" fmla="*/ 1634681 h 5012722"/>
                <a:gd name="connsiteX13" fmla="*/ 3212687 w 3296088"/>
                <a:gd name="connsiteY13" fmla="*/ 1226820 h 5012722"/>
                <a:gd name="connsiteX14" fmla="*/ 3281553 w 3296088"/>
                <a:gd name="connsiteY14" fmla="*/ 959644 h 5012722"/>
                <a:gd name="connsiteX15" fmla="*/ 3295936 w 3296088"/>
                <a:gd name="connsiteY15" fmla="*/ 701135 h 5012722"/>
                <a:gd name="connsiteX16" fmla="*/ 3267266 w 3296088"/>
                <a:gd name="connsiteY16" fmla="*/ 436817 h 5012722"/>
                <a:gd name="connsiteX17" fmla="*/ 3105341 w 3296088"/>
                <a:gd name="connsiteY17" fmla="*/ 0 h 501272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Lst>
              <a:rect l="l" t="t" r="r" b="b"/>
              <a:pathLst>
                <a:path w="3296088" h="5012722">
                  <a:moveTo>
                    <a:pt x="0" y="5012722"/>
                  </a:moveTo>
                  <a:cubicBezTo>
                    <a:pt x="81820" y="4949095"/>
                    <a:pt x="163544" y="4885468"/>
                    <a:pt x="244031" y="4820222"/>
                  </a:cubicBezTo>
                  <a:cubicBezTo>
                    <a:pt x="417671" y="4679633"/>
                    <a:pt x="589883" y="4535139"/>
                    <a:pt x="729234" y="4360641"/>
                  </a:cubicBezTo>
                  <a:cubicBezTo>
                    <a:pt x="779431" y="4297776"/>
                    <a:pt x="825818" y="4231958"/>
                    <a:pt x="881444" y="4173950"/>
                  </a:cubicBezTo>
                  <a:cubicBezTo>
                    <a:pt x="959358" y="4092607"/>
                    <a:pt x="1054799" y="4031075"/>
                    <a:pt x="1151287" y="3972877"/>
                  </a:cubicBezTo>
                  <a:cubicBezTo>
                    <a:pt x="1263968" y="3904964"/>
                    <a:pt x="1379315" y="3841337"/>
                    <a:pt x="1498664" y="3786188"/>
                  </a:cubicBezTo>
                  <a:cubicBezTo>
                    <a:pt x="1573149" y="3751802"/>
                    <a:pt x="1649159" y="3720179"/>
                    <a:pt x="1716881" y="3674174"/>
                  </a:cubicBezTo>
                  <a:cubicBezTo>
                    <a:pt x="1794034" y="3621691"/>
                    <a:pt x="1856708" y="3551492"/>
                    <a:pt x="1913573" y="3477387"/>
                  </a:cubicBezTo>
                  <a:cubicBezTo>
                    <a:pt x="2016157" y="3343751"/>
                    <a:pt x="2099024" y="3196114"/>
                    <a:pt x="2167700" y="3042190"/>
                  </a:cubicBezTo>
                  <a:cubicBezTo>
                    <a:pt x="2206752" y="2954655"/>
                    <a:pt x="2241233" y="2865215"/>
                    <a:pt x="2273903" y="2775014"/>
                  </a:cubicBezTo>
                  <a:cubicBezTo>
                    <a:pt x="2328482" y="2624423"/>
                    <a:pt x="2379440" y="2471642"/>
                    <a:pt x="2463356" y="2335530"/>
                  </a:cubicBezTo>
                  <a:cubicBezTo>
                    <a:pt x="2542127" y="2207705"/>
                    <a:pt x="2647855" y="2099501"/>
                    <a:pt x="2741866" y="1982248"/>
                  </a:cubicBezTo>
                  <a:cubicBezTo>
                    <a:pt x="2830449" y="1871758"/>
                    <a:pt x="2908554" y="1753362"/>
                    <a:pt x="2985897" y="1634681"/>
                  </a:cubicBezTo>
                  <a:cubicBezTo>
                    <a:pt x="3071146" y="1503902"/>
                    <a:pt x="3156395" y="1372172"/>
                    <a:pt x="3212687" y="1226820"/>
                  </a:cubicBezTo>
                  <a:cubicBezTo>
                    <a:pt x="3246025" y="1140809"/>
                    <a:pt x="3268790" y="1051084"/>
                    <a:pt x="3281553" y="959644"/>
                  </a:cubicBezTo>
                  <a:cubicBezTo>
                    <a:pt x="3293555" y="874014"/>
                    <a:pt x="3296888" y="787527"/>
                    <a:pt x="3295936" y="701135"/>
                  </a:cubicBezTo>
                  <a:cubicBezTo>
                    <a:pt x="3294888" y="612172"/>
                    <a:pt x="3289268" y="523018"/>
                    <a:pt x="3267266" y="436817"/>
                  </a:cubicBezTo>
                  <a:cubicBezTo>
                    <a:pt x="3227832" y="282416"/>
                    <a:pt x="3105341" y="0"/>
                    <a:pt x="3105341" y="0"/>
                  </a:cubicBezTo>
                </a:path>
              </a:pathLst>
            </a:custGeom>
            <a:noFill/>
            <a:ln w="9525" cap="rnd">
              <a:solidFill>
                <a:schemeClr val="accent2">
                  <a:alpha val="75000"/>
                </a:schemeClr>
              </a:solidFill>
              <a:prstDash val="lgDash"/>
              <a:round/>
            </a:ln>
          </p:spPr>
          <p:txBody>
            <a:bodyPr rtlCol="0" anchor="ctr"/>
            <a:lstStyle/>
            <a:p>
              <a:endParaRPr lang="en-US"/>
            </a:p>
          </p:txBody>
        </p:sp>
        <p:sp>
          <p:nvSpPr>
            <p:cNvPr id="13" name="Freeform: Shape 12">
              <a:extLst>
                <a:ext uri="{FF2B5EF4-FFF2-40B4-BE49-F238E27FC236}">
                  <a16:creationId xmlns:a16="http://schemas.microsoft.com/office/drawing/2014/main" id="{DB12D0B8-9385-489A-85AE-3D14AD0BA2FC}"/>
                </a:ext>
              </a:extLst>
            </p:cNvPr>
            <p:cNvSpPr/>
            <p:nvPr/>
          </p:nvSpPr>
          <p:spPr>
            <a:xfrm>
              <a:off x="4473129" y="923925"/>
              <a:ext cx="2977477" cy="4627149"/>
            </a:xfrm>
            <a:custGeom>
              <a:avLst/>
              <a:gdLst>
                <a:gd name="connsiteX0" fmla="*/ 0 w 2977477"/>
                <a:gd name="connsiteY0" fmla="*/ 4627150 h 4627149"/>
                <a:gd name="connsiteX1" fmla="*/ 275082 w 2977477"/>
                <a:gd name="connsiteY1" fmla="*/ 4341590 h 4627149"/>
                <a:gd name="connsiteX2" fmla="*/ 502825 w 2977477"/>
                <a:gd name="connsiteY2" fmla="*/ 4054126 h 4627149"/>
                <a:gd name="connsiteX3" fmla="*/ 666179 w 2977477"/>
                <a:gd name="connsiteY3" fmla="*/ 3890677 h 4627149"/>
                <a:gd name="connsiteX4" fmla="*/ 864203 w 2977477"/>
                <a:gd name="connsiteY4" fmla="*/ 3675983 h 4627149"/>
                <a:gd name="connsiteX5" fmla="*/ 982599 w 2977477"/>
                <a:gd name="connsiteY5" fmla="*/ 3557492 h 4627149"/>
                <a:gd name="connsiteX6" fmla="*/ 1188244 w 2977477"/>
                <a:gd name="connsiteY6" fmla="*/ 3329654 h 4627149"/>
                <a:gd name="connsiteX7" fmla="*/ 1344740 w 2977477"/>
                <a:gd name="connsiteY7" fmla="*/ 3146774 h 4627149"/>
                <a:gd name="connsiteX8" fmla="*/ 1470755 w 2977477"/>
                <a:gd name="connsiteY8" fmla="*/ 2984659 h 4627149"/>
                <a:gd name="connsiteX9" fmla="*/ 1657636 w 2977477"/>
                <a:gd name="connsiteY9" fmla="*/ 2670239 h 4627149"/>
                <a:gd name="connsiteX10" fmla="*/ 1762887 w 2977477"/>
                <a:gd name="connsiteY10" fmla="*/ 2473547 h 4627149"/>
                <a:gd name="connsiteX11" fmla="*/ 1866710 w 2977477"/>
                <a:gd name="connsiteY11" fmla="*/ 2290667 h 4627149"/>
                <a:gd name="connsiteX12" fmla="*/ 2106263 w 2977477"/>
                <a:gd name="connsiteY12" fmla="*/ 2030254 h 4627149"/>
                <a:gd name="connsiteX13" fmla="*/ 2277237 w 2977477"/>
                <a:gd name="connsiteY13" fmla="*/ 1859185 h 4627149"/>
                <a:gd name="connsiteX14" fmla="*/ 2499455 w 2977477"/>
                <a:gd name="connsiteY14" fmla="*/ 1656207 h 4627149"/>
                <a:gd name="connsiteX15" fmla="*/ 2707100 w 2977477"/>
                <a:gd name="connsiteY15" fmla="*/ 1390269 h 4627149"/>
                <a:gd name="connsiteX16" fmla="*/ 2812352 w 2977477"/>
                <a:gd name="connsiteY16" fmla="*/ 1230916 h 4627149"/>
                <a:gd name="connsiteX17" fmla="*/ 2898172 w 2977477"/>
                <a:gd name="connsiteY17" fmla="*/ 1036987 h 4627149"/>
                <a:gd name="connsiteX18" fmla="*/ 2963228 w 2977477"/>
                <a:gd name="connsiteY18" fmla="*/ 850011 h 4627149"/>
                <a:gd name="connsiteX19" fmla="*/ 2977325 w 2977477"/>
                <a:gd name="connsiteY19" fmla="*/ 745427 h 4627149"/>
                <a:gd name="connsiteX20" fmla="*/ 2929509 w 2977477"/>
                <a:gd name="connsiteY20" fmla="*/ 480155 h 4627149"/>
                <a:gd name="connsiteX21" fmla="*/ 2563082 w 2977477"/>
                <a:gd name="connsiteY21" fmla="*/ 0 h 462714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Lst>
              <a:rect l="l" t="t" r="r" b="b"/>
              <a:pathLst>
                <a:path w="2977477" h="4627149">
                  <a:moveTo>
                    <a:pt x="0" y="4627150"/>
                  </a:moveTo>
                  <a:cubicBezTo>
                    <a:pt x="79820" y="4552283"/>
                    <a:pt x="203835" y="4424648"/>
                    <a:pt x="275082" y="4341590"/>
                  </a:cubicBezTo>
                  <a:cubicBezTo>
                    <a:pt x="354711" y="4248722"/>
                    <a:pt x="421005" y="4145090"/>
                    <a:pt x="502825" y="4054126"/>
                  </a:cubicBezTo>
                  <a:cubicBezTo>
                    <a:pt x="554355" y="3996881"/>
                    <a:pt x="612362" y="3945827"/>
                    <a:pt x="666179" y="3890677"/>
                  </a:cubicBezTo>
                  <a:cubicBezTo>
                    <a:pt x="734187" y="3821049"/>
                    <a:pt x="796671" y="3746183"/>
                    <a:pt x="864203" y="3675983"/>
                  </a:cubicBezTo>
                  <a:cubicBezTo>
                    <a:pt x="902875" y="3635788"/>
                    <a:pt x="943642" y="3597593"/>
                    <a:pt x="982599" y="3557492"/>
                  </a:cubicBezTo>
                  <a:cubicBezTo>
                    <a:pt x="1053941" y="3484150"/>
                    <a:pt x="1121378" y="3407093"/>
                    <a:pt x="1188244" y="3329654"/>
                  </a:cubicBezTo>
                  <a:cubicBezTo>
                    <a:pt x="1240631" y="3268885"/>
                    <a:pt x="1293495" y="3208496"/>
                    <a:pt x="1344740" y="3146774"/>
                  </a:cubicBezTo>
                  <a:cubicBezTo>
                    <a:pt x="1388459" y="3094101"/>
                    <a:pt x="1431512" y="3040761"/>
                    <a:pt x="1470755" y="2984659"/>
                  </a:cubicBezTo>
                  <a:cubicBezTo>
                    <a:pt x="1540764" y="2884646"/>
                    <a:pt x="1598771" y="2777109"/>
                    <a:pt x="1657636" y="2670239"/>
                  </a:cubicBezTo>
                  <a:cubicBezTo>
                    <a:pt x="1693545" y="2605088"/>
                    <a:pt x="1728502" y="2539460"/>
                    <a:pt x="1762887" y="2473547"/>
                  </a:cubicBezTo>
                  <a:cubicBezTo>
                    <a:pt x="1795367" y="2411349"/>
                    <a:pt x="1826419" y="2348103"/>
                    <a:pt x="1866710" y="2290667"/>
                  </a:cubicBezTo>
                  <a:cubicBezTo>
                    <a:pt x="1934623" y="2193893"/>
                    <a:pt x="2022729" y="2114169"/>
                    <a:pt x="2106263" y="2030254"/>
                  </a:cubicBezTo>
                  <a:cubicBezTo>
                    <a:pt x="2163128" y="1973104"/>
                    <a:pt x="2218182" y="1914049"/>
                    <a:pt x="2277237" y="1859185"/>
                  </a:cubicBezTo>
                  <a:cubicBezTo>
                    <a:pt x="2350770" y="1790891"/>
                    <a:pt x="2430304" y="1728978"/>
                    <a:pt x="2499455" y="1656207"/>
                  </a:cubicBezTo>
                  <a:cubicBezTo>
                    <a:pt x="2576989" y="1574578"/>
                    <a:pt x="2641568" y="1481900"/>
                    <a:pt x="2707100" y="1390269"/>
                  </a:cubicBezTo>
                  <a:cubicBezTo>
                    <a:pt x="2744153" y="1338453"/>
                    <a:pt x="2781586" y="1286732"/>
                    <a:pt x="2812352" y="1230916"/>
                  </a:cubicBezTo>
                  <a:cubicBezTo>
                    <a:pt x="2846546" y="1168908"/>
                    <a:pt x="2872550" y="1102900"/>
                    <a:pt x="2898172" y="1036987"/>
                  </a:cubicBezTo>
                  <a:cubicBezTo>
                    <a:pt x="2922175" y="975455"/>
                    <a:pt x="2948273" y="914305"/>
                    <a:pt x="2963228" y="850011"/>
                  </a:cubicBezTo>
                  <a:cubicBezTo>
                    <a:pt x="2971229" y="815626"/>
                    <a:pt x="2976563" y="780764"/>
                    <a:pt x="2977325" y="745427"/>
                  </a:cubicBezTo>
                  <a:cubicBezTo>
                    <a:pt x="2979230" y="654844"/>
                    <a:pt x="2963323" y="564261"/>
                    <a:pt x="2929509" y="480155"/>
                  </a:cubicBezTo>
                  <a:cubicBezTo>
                    <a:pt x="2851309" y="285655"/>
                    <a:pt x="2563082" y="0"/>
                    <a:pt x="2563082" y="0"/>
                  </a:cubicBezTo>
                </a:path>
              </a:pathLst>
            </a:custGeom>
            <a:noFill/>
            <a:ln w="9525" cap="rnd">
              <a:solidFill>
                <a:schemeClr val="accent2">
                  <a:alpha val="75000"/>
                </a:schemeClr>
              </a:solidFill>
              <a:prstDash val="lgDash"/>
              <a:round/>
            </a:ln>
          </p:spPr>
          <p:txBody>
            <a:bodyPr rtlCol="0" anchor="ctr"/>
            <a:lstStyle/>
            <a:p>
              <a:endParaRPr lang="en-US"/>
            </a:p>
          </p:txBody>
        </p:sp>
        <p:sp>
          <p:nvSpPr>
            <p:cNvPr id="14" name="Freeform: Shape 13">
              <a:extLst>
                <a:ext uri="{FF2B5EF4-FFF2-40B4-BE49-F238E27FC236}">
                  <a16:creationId xmlns:a16="http://schemas.microsoft.com/office/drawing/2014/main" id="{D158A14A-147E-4130-A5E2-38FD84B181AF}"/>
                </a:ext>
              </a:extLst>
            </p:cNvPr>
            <p:cNvSpPr/>
            <p:nvPr/>
          </p:nvSpPr>
          <p:spPr>
            <a:xfrm>
              <a:off x="4494561" y="923925"/>
              <a:ext cx="2356712" cy="4118991"/>
            </a:xfrm>
            <a:custGeom>
              <a:avLst/>
              <a:gdLst>
                <a:gd name="connsiteX0" fmla="*/ 1707071 w 2356712"/>
                <a:gd name="connsiteY0" fmla="*/ 0 h 4118991"/>
                <a:gd name="connsiteX1" fmla="*/ 1824514 w 2356712"/>
                <a:gd name="connsiteY1" fmla="*/ 244697 h 4118991"/>
                <a:gd name="connsiteX2" fmla="*/ 1908715 w 2356712"/>
                <a:gd name="connsiteY2" fmla="*/ 328994 h 4118991"/>
                <a:gd name="connsiteX3" fmla="*/ 2226469 w 2356712"/>
                <a:gd name="connsiteY3" fmla="*/ 603695 h 4118991"/>
                <a:gd name="connsiteX4" fmla="*/ 2355628 w 2356712"/>
                <a:gd name="connsiteY4" fmla="*/ 900494 h 4118991"/>
                <a:gd name="connsiteX5" fmla="*/ 2281428 w 2356712"/>
                <a:gd name="connsiteY5" fmla="*/ 1206913 h 4118991"/>
                <a:gd name="connsiteX6" fmla="*/ 2092452 w 2356712"/>
                <a:gd name="connsiteY6" fmla="*/ 1460659 h 4118991"/>
                <a:gd name="connsiteX7" fmla="*/ 1834039 w 2356712"/>
                <a:gd name="connsiteY7" fmla="*/ 1625822 h 4118991"/>
                <a:gd name="connsiteX8" fmla="*/ 1558862 w 2356712"/>
                <a:gd name="connsiteY8" fmla="*/ 1743075 h 4118991"/>
                <a:gd name="connsiteX9" fmla="*/ 1386554 w 2356712"/>
                <a:gd name="connsiteY9" fmla="*/ 1869948 h 4118991"/>
                <a:gd name="connsiteX10" fmla="*/ 1271683 w 2356712"/>
                <a:gd name="connsiteY10" fmla="*/ 2073402 h 4118991"/>
                <a:gd name="connsiteX11" fmla="*/ 1178338 w 2356712"/>
                <a:gd name="connsiteY11" fmla="*/ 2355914 h 4118991"/>
                <a:gd name="connsiteX12" fmla="*/ 1113758 w 2356712"/>
                <a:gd name="connsiteY12" fmla="*/ 2578513 h 4118991"/>
                <a:gd name="connsiteX13" fmla="*/ 1034796 w 2356712"/>
                <a:gd name="connsiteY13" fmla="*/ 2834640 h 4118991"/>
                <a:gd name="connsiteX14" fmla="*/ 905637 w 2356712"/>
                <a:gd name="connsiteY14" fmla="*/ 3081242 h 4118991"/>
                <a:gd name="connsiteX15" fmla="*/ 793147 w 2356712"/>
                <a:gd name="connsiteY15" fmla="*/ 3258407 h 4118991"/>
                <a:gd name="connsiteX16" fmla="*/ 546735 w 2356712"/>
                <a:gd name="connsiteY16" fmla="*/ 3571970 h 4118991"/>
                <a:gd name="connsiteX17" fmla="*/ 346996 w 2356712"/>
                <a:gd name="connsiteY17" fmla="*/ 3771900 h 4118991"/>
                <a:gd name="connsiteX18" fmla="*/ 174689 w 2356712"/>
                <a:gd name="connsiteY18" fmla="*/ 3944207 h 4118991"/>
                <a:gd name="connsiteX19" fmla="*/ 0 w 2356712"/>
                <a:gd name="connsiteY19" fmla="*/ 4118991 h 411899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Lst>
              <a:rect l="l" t="t" r="r" b="b"/>
              <a:pathLst>
                <a:path w="2356712" h="4118991">
                  <a:moveTo>
                    <a:pt x="1707071" y="0"/>
                  </a:moveTo>
                  <a:cubicBezTo>
                    <a:pt x="1715357" y="22098"/>
                    <a:pt x="1812608" y="224409"/>
                    <a:pt x="1824514" y="244697"/>
                  </a:cubicBezTo>
                  <a:cubicBezTo>
                    <a:pt x="1844802" y="279273"/>
                    <a:pt x="1876996" y="304324"/>
                    <a:pt x="1908715" y="328994"/>
                  </a:cubicBezTo>
                  <a:cubicBezTo>
                    <a:pt x="2019967" y="415195"/>
                    <a:pt x="2137886" y="494633"/>
                    <a:pt x="2226469" y="603695"/>
                  </a:cubicBezTo>
                  <a:cubicBezTo>
                    <a:pt x="2296287" y="689610"/>
                    <a:pt x="2347817" y="790480"/>
                    <a:pt x="2355628" y="900494"/>
                  </a:cubicBezTo>
                  <a:cubicBezTo>
                    <a:pt x="2363248" y="1007078"/>
                    <a:pt x="2329910" y="1111187"/>
                    <a:pt x="2281428" y="1206913"/>
                  </a:cubicBezTo>
                  <a:cubicBezTo>
                    <a:pt x="2233422" y="1301877"/>
                    <a:pt x="2170938" y="1388936"/>
                    <a:pt x="2092452" y="1460659"/>
                  </a:cubicBezTo>
                  <a:cubicBezTo>
                    <a:pt x="2016538" y="1530001"/>
                    <a:pt x="1927765" y="1583436"/>
                    <a:pt x="1834039" y="1625822"/>
                  </a:cubicBezTo>
                  <a:cubicBezTo>
                    <a:pt x="1743075" y="1666970"/>
                    <a:pt x="1647730" y="1697736"/>
                    <a:pt x="1558862" y="1743075"/>
                  </a:cubicBezTo>
                  <a:cubicBezTo>
                    <a:pt x="1494758" y="1775841"/>
                    <a:pt x="1434275" y="1816132"/>
                    <a:pt x="1386554" y="1869948"/>
                  </a:cubicBezTo>
                  <a:cubicBezTo>
                    <a:pt x="1334548" y="1928622"/>
                    <a:pt x="1300544" y="2000345"/>
                    <a:pt x="1271683" y="2073402"/>
                  </a:cubicBezTo>
                  <a:cubicBezTo>
                    <a:pt x="1235202" y="2165699"/>
                    <a:pt x="1206722" y="2260759"/>
                    <a:pt x="1178338" y="2355914"/>
                  </a:cubicBezTo>
                  <a:cubicBezTo>
                    <a:pt x="1156240" y="2429923"/>
                    <a:pt x="1134237" y="2504028"/>
                    <a:pt x="1113758" y="2578513"/>
                  </a:cubicBezTo>
                  <a:cubicBezTo>
                    <a:pt x="1090041" y="2664714"/>
                    <a:pt x="1068134" y="2751678"/>
                    <a:pt x="1034796" y="2834640"/>
                  </a:cubicBezTo>
                  <a:cubicBezTo>
                    <a:pt x="1000125" y="2920841"/>
                    <a:pt x="953643" y="3001613"/>
                    <a:pt x="905637" y="3081242"/>
                  </a:cubicBezTo>
                  <a:cubicBezTo>
                    <a:pt x="869442" y="3141155"/>
                    <a:pt x="832295" y="3200400"/>
                    <a:pt x="793147" y="3258407"/>
                  </a:cubicBezTo>
                  <a:cubicBezTo>
                    <a:pt x="718661" y="3368802"/>
                    <a:pt x="637223" y="3474434"/>
                    <a:pt x="546735" y="3571970"/>
                  </a:cubicBezTo>
                  <a:cubicBezTo>
                    <a:pt x="482632" y="3641027"/>
                    <a:pt x="414147" y="3705797"/>
                    <a:pt x="346996" y="3771900"/>
                  </a:cubicBezTo>
                  <a:cubicBezTo>
                    <a:pt x="288989" y="3828764"/>
                    <a:pt x="232029" y="3886676"/>
                    <a:pt x="174689" y="3944207"/>
                  </a:cubicBezTo>
                  <a:cubicBezTo>
                    <a:pt x="116586" y="4002596"/>
                    <a:pt x="58293" y="4060698"/>
                    <a:pt x="0" y="4118991"/>
                  </a:cubicBezTo>
                </a:path>
              </a:pathLst>
            </a:custGeom>
            <a:noFill/>
            <a:ln w="9525" cap="rnd">
              <a:solidFill>
                <a:schemeClr val="accent2">
                  <a:alpha val="75000"/>
                </a:schemeClr>
              </a:solidFill>
              <a:prstDash val="lgDash"/>
              <a:round/>
            </a:ln>
          </p:spPr>
          <p:txBody>
            <a:bodyPr rtlCol="0" anchor="ctr"/>
            <a:lstStyle/>
            <a:p>
              <a:endParaRPr lang="en-US"/>
            </a:p>
          </p:txBody>
        </p:sp>
        <p:sp>
          <p:nvSpPr>
            <p:cNvPr id="15" name="Freeform: Shape 14">
              <a:extLst>
                <a:ext uri="{FF2B5EF4-FFF2-40B4-BE49-F238E27FC236}">
                  <a16:creationId xmlns:a16="http://schemas.microsoft.com/office/drawing/2014/main" id="{75B8B1EB-5E2B-472C-AE60-2EC5961F16F9}"/>
                </a:ext>
              </a:extLst>
            </p:cNvPr>
            <p:cNvSpPr/>
            <p:nvPr/>
          </p:nvSpPr>
          <p:spPr>
            <a:xfrm>
              <a:off x="4473129" y="923925"/>
              <a:ext cx="2059193" cy="3980116"/>
            </a:xfrm>
            <a:custGeom>
              <a:avLst/>
              <a:gdLst>
                <a:gd name="connsiteX0" fmla="*/ 0 w 2059193"/>
                <a:gd name="connsiteY0" fmla="*/ 3980116 h 3980116"/>
                <a:gd name="connsiteX1" fmla="*/ 471583 w 2059193"/>
                <a:gd name="connsiteY1" fmla="*/ 3515678 h 3980116"/>
                <a:gd name="connsiteX2" fmla="*/ 758666 w 2059193"/>
                <a:gd name="connsiteY2" fmla="*/ 3163824 h 3980116"/>
                <a:gd name="connsiteX3" fmla="*/ 940499 w 2059193"/>
                <a:gd name="connsiteY3" fmla="*/ 2780824 h 3980116"/>
                <a:gd name="connsiteX4" fmla="*/ 1055370 w 2059193"/>
                <a:gd name="connsiteY4" fmla="*/ 2242185 h 3980116"/>
                <a:gd name="connsiteX5" fmla="*/ 1136714 w 2059193"/>
                <a:gd name="connsiteY5" fmla="*/ 1878330 h 3980116"/>
                <a:gd name="connsiteX6" fmla="*/ 1246727 w 2059193"/>
                <a:gd name="connsiteY6" fmla="*/ 1562386 h 3980116"/>
                <a:gd name="connsiteX7" fmla="*/ 1378363 w 2059193"/>
                <a:gd name="connsiteY7" fmla="*/ 1430750 h 3980116"/>
                <a:gd name="connsiteX8" fmla="*/ 1691831 w 2059193"/>
                <a:gd name="connsiteY8" fmla="*/ 1394841 h 3980116"/>
                <a:gd name="connsiteX9" fmla="*/ 1914335 w 2059193"/>
                <a:gd name="connsiteY9" fmla="*/ 1323023 h 3980116"/>
                <a:gd name="connsiteX10" fmla="*/ 2055495 w 2059193"/>
                <a:gd name="connsiteY10" fmla="*/ 1098042 h 3980116"/>
                <a:gd name="connsiteX11" fmla="*/ 2033969 w 2059193"/>
                <a:gd name="connsiteY11" fmla="*/ 930497 h 3980116"/>
                <a:gd name="connsiteX12" fmla="*/ 1885664 w 2059193"/>
                <a:gd name="connsiteY12" fmla="*/ 760571 h 3980116"/>
                <a:gd name="connsiteX13" fmla="*/ 1636871 w 2059193"/>
                <a:gd name="connsiteY13" fmla="*/ 612172 h 3980116"/>
                <a:gd name="connsiteX14" fmla="*/ 1335405 w 2059193"/>
                <a:gd name="connsiteY14" fmla="*/ 459010 h 3980116"/>
                <a:gd name="connsiteX15" fmla="*/ 1234916 w 2059193"/>
                <a:gd name="connsiteY15" fmla="*/ 269939 h 3980116"/>
                <a:gd name="connsiteX16" fmla="*/ 1386935 w 2059193"/>
                <a:gd name="connsiteY16" fmla="*/ 0 h 398011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Lst>
              <a:rect l="l" t="t" r="r" b="b"/>
              <a:pathLst>
                <a:path w="2059193" h="3980116">
                  <a:moveTo>
                    <a:pt x="0" y="3980116"/>
                  </a:moveTo>
                  <a:cubicBezTo>
                    <a:pt x="91345" y="3889534"/>
                    <a:pt x="382715" y="3608737"/>
                    <a:pt x="471583" y="3515678"/>
                  </a:cubicBezTo>
                  <a:cubicBezTo>
                    <a:pt x="576358" y="3405949"/>
                    <a:pt x="675989" y="3290983"/>
                    <a:pt x="758666" y="3163824"/>
                  </a:cubicBezTo>
                  <a:cubicBezTo>
                    <a:pt x="836105" y="3044857"/>
                    <a:pt x="897445" y="2916079"/>
                    <a:pt x="940499" y="2780824"/>
                  </a:cubicBezTo>
                  <a:cubicBezTo>
                    <a:pt x="996315" y="2605754"/>
                    <a:pt x="1020985" y="2422874"/>
                    <a:pt x="1055370" y="2242185"/>
                  </a:cubicBezTo>
                  <a:cubicBezTo>
                    <a:pt x="1078611" y="2120075"/>
                    <a:pt x="1107472" y="1999107"/>
                    <a:pt x="1136714" y="1878330"/>
                  </a:cubicBezTo>
                  <a:cubicBezTo>
                    <a:pt x="1163098" y="1769174"/>
                    <a:pt x="1189482" y="1658588"/>
                    <a:pt x="1246727" y="1562386"/>
                  </a:cubicBezTo>
                  <a:cubicBezTo>
                    <a:pt x="1279208" y="1507808"/>
                    <a:pt x="1321689" y="1459039"/>
                    <a:pt x="1378363" y="1430750"/>
                  </a:cubicBezTo>
                  <a:cubicBezTo>
                    <a:pt x="1473327" y="1383221"/>
                    <a:pt x="1584865" y="1402652"/>
                    <a:pt x="1691831" y="1394841"/>
                  </a:cubicBezTo>
                  <a:cubicBezTo>
                    <a:pt x="1771079" y="1389031"/>
                    <a:pt x="1849279" y="1368266"/>
                    <a:pt x="1914335" y="1323023"/>
                  </a:cubicBezTo>
                  <a:cubicBezTo>
                    <a:pt x="1989963" y="1270445"/>
                    <a:pt x="2041493" y="1189101"/>
                    <a:pt x="2055495" y="1098042"/>
                  </a:cubicBezTo>
                  <a:cubicBezTo>
                    <a:pt x="2064258" y="1041178"/>
                    <a:pt x="2057591" y="982980"/>
                    <a:pt x="2033969" y="930497"/>
                  </a:cubicBezTo>
                  <a:cubicBezTo>
                    <a:pt x="2002727" y="861060"/>
                    <a:pt x="1945958" y="807625"/>
                    <a:pt x="1885664" y="760571"/>
                  </a:cubicBezTo>
                  <a:cubicBezTo>
                    <a:pt x="1809179" y="700945"/>
                    <a:pt x="1725549" y="651415"/>
                    <a:pt x="1636871" y="612172"/>
                  </a:cubicBezTo>
                  <a:cubicBezTo>
                    <a:pt x="1532763" y="566071"/>
                    <a:pt x="1421606" y="532543"/>
                    <a:pt x="1335405" y="459010"/>
                  </a:cubicBezTo>
                  <a:cubicBezTo>
                    <a:pt x="1277969" y="409956"/>
                    <a:pt x="1232059" y="344615"/>
                    <a:pt x="1234916" y="269939"/>
                  </a:cubicBezTo>
                  <a:cubicBezTo>
                    <a:pt x="1237012" y="211741"/>
                    <a:pt x="1386935" y="0"/>
                    <a:pt x="1386935" y="0"/>
                  </a:cubicBezTo>
                </a:path>
              </a:pathLst>
            </a:custGeom>
            <a:noFill/>
            <a:ln w="9525" cap="rnd">
              <a:solidFill>
                <a:schemeClr val="accent2">
                  <a:alpha val="75000"/>
                </a:schemeClr>
              </a:solidFill>
              <a:prstDash val="lgDash"/>
              <a:round/>
            </a:ln>
          </p:spPr>
          <p:txBody>
            <a:bodyPr rtlCol="0" anchor="ctr"/>
            <a:lstStyle/>
            <a:p>
              <a:endParaRPr lang="en-US"/>
            </a:p>
          </p:txBody>
        </p:sp>
        <p:sp>
          <p:nvSpPr>
            <p:cNvPr id="16" name="Freeform: Shape 15">
              <a:extLst>
                <a:ext uri="{FF2B5EF4-FFF2-40B4-BE49-F238E27FC236}">
                  <a16:creationId xmlns:a16="http://schemas.microsoft.com/office/drawing/2014/main" id="{B4F5BD77-58D7-4B61-A666-1B4139A63A28}"/>
                </a:ext>
              </a:extLst>
            </p:cNvPr>
            <p:cNvSpPr/>
            <p:nvPr/>
          </p:nvSpPr>
          <p:spPr>
            <a:xfrm>
              <a:off x="4485131" y="1719357"/>
              <a:ext cx="743796" cy="2867501"/>
            </a:xfrm>
            <a:custGeom>
              <a:avLst/>
              <a:gdLst>
                <a:gd name="connsiteX0" fmla="*/ 11144 w 743796"/>
                <a:gd name="connsiteY0" fmla="*/ 0 h 2867501"/>
                <a:gd name="connsiteX1" fmla="*/ 353663 w 743796"/>
                <a:gd name="connsiteY1" fmla="*/ 55245 h 2867501"/>
                <a:gd name="connsiteX2" fmla="*/ 571405 w 743796"/>
                <a:gd name="connsiteY2" fmla="*/ 179737 h 2867501"/>
                <a:gd name="connsiteX3" fmla="*/ 688658 w 743796"/>
                <a:gd name="connsiteY3" fmla="*/ 368808 h 2867501"/>
                <a:gd name="connsiteX4" fmla="*/ 731711 w 743796"/>
                <a:gd name="connsiteY4" fmla="*/ 612934 h 2867501"/>
                <a:gd name="connsiteX5" fmla="*/ 725233 w 743796"/>
                <a:gd name="connsiteY5" fmla="*/ 995648 h 2867501"/>
                <a:gd name="connsiteX6" fmla="*/ 742855 w 743796"/>
                <a:gd name="connsiteY6" fmla="*/ 1499330 h 2867501"/>
                <a:gd name="connsiteX7" fmla="*/ 707898 w 743796"/>
                <a:gd name="connsiteY7" fmla="*/ 1793081 h 2867501"/>
                <a:gd name="connsiteX8" fmla="*/ 633222 w 743796"/>
                <a:gd name="connsiteY8" fmla="*/ 2073592 h 2867501"/>
                <a:gd name="connsiteX9" fmla="*/ 404527 w 743796"/>
                <a:gd name="connsiteY9" fmla="*/ 2472404 h 2867501"/>
                <a:gd name="connsiteX10" fmla="*/ 0 w 743796"/>
                <a:gd name="connsiteY10" fmla="*/ 2867501 h 286750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743796" h="2867501">
                  <a:moveTo>
                    <a:pt x="11144" y="0"/>
                  </a:moveTo>
                  <a:cubicBezTo>
                    <a:pt x="101060" y="2953"/>
                    <a:pt x="268796" y="25146"/>
                    <a:pt x="353663" y="55245"/>
                  </a:cubicBezTo>
                  <a:cubicBezTo>
                    <a:pt x="433483" y="83534"/>
                    <a:pt x="510635" y="120967"/>
                    <a:pt x="571405" y="179737"/>
                  </a:cubicBezTo>
                  <a:cubicBezTo>
                    <a:pt x="625412" y="231934"/>
                    <a:pt x="663607" y="297942"/>
                    <a:pt x="688658" y="368808"/>
                  </a:cubicBezTo>
                  <a:cubicBezTo>
                    <a:pt x="716375" y="447103"/>
                    <a:pt x="727996" y="529876"/>
                    <a:pt x="731711" y="612934"/>
                  </a:cubicBezTo>
                  <a:cubicBezTo>
                    <a:pt x="737426" y="740474"/>
                    <a:pt x="724948" y="867918"/>
                    <a:pt x="725233" y="995648"/>
                  </a:cubicBezTo>
                  <a:cubicBezTo>
                    <a:pt x="725710" y="1163765"/>
                    <a:pt x="748665" y="1331309"/>
                    <a:pt x="742855" y="1499330"/>
                  </a:cubicBezTo>
                  <a:cubicBezTo>
                    <a:pt x="739426" y="1598009"/>
                    <a:pt x="725996" y="1696022"/>
                    <a:pt x="707898" y="1793081"/>
                  </a:cubicBezTo>
                  <a:cubicBezTo>
                    <a:pt x="690086" y="1888426"/>
                    <a:pt x="666845" y="1982724"/>
                    <a:pt x="633222" y="2073592"/>
                  </a:cubicBezTo>
                  <a:cubicBezTo>
                    <a:pt x="579692" y="2218182"/>
                    <a:pt x="499682" y="2351056"/>
                    <a:pt x="404527" y="2472404"/>
                  </a:cubicBezTo>
                  <a:cubicBezTo>
                    <a:pt x="266033" y="2648902"/>
                    <a:pt x="179642" y="2732818"/>
                    <a:pt x="0" y="2867501"/>
                  </a:cubicBezTo>
                </a:path>
              </a:pathLst>
            </a:custGeom>
            <a:noFill/>
            <a:ln w="9525" cap="rnd">
              <a:solidFill>
                <a:schemeClr val="accent2">
                  <a:alpha val="75000"/>
                </a:schemeClr>
              </a:solidFill>
              <a:prstDash val="lgDash"/>
              <a:round/>
            </a:ln>
          </p:spPr>
          <p:txBody>
            <a:bodyPr rtlCol="0" anchor="ctr"/>
            <a:lstStyle/>
            <a:p>
              <a:endParaRPr lang="en-US"/>
            </a:p>
          </p:txBody>
        </p:sp>
        <p:sp>
          <p:nvSpPr>
            <p:cNvPr id="17" name="Freeform: Shape 16">
              <a:extLst>
                <a:ext uri="{FF2B5EF4-FFF2-40B4-BE49-F238E27FC236}">
                  <a16:creationId xmlns:a16="http://schemas.microsoft.com/office/drawing/2014/main" id="{F5CBEC6B-EDB6-40B8-8771-E5AF41B8D698}"/>
                </a:ext>
              </a:extLst>
            </p:cNvPr>
            <p:cNvSpPr/>
            <p:nvPr/>
          </p:nvSpPr>
          <p:spPr>
            <a:xfrm>
              <a:off x="4473129" y="1912731"/>
              <a:ext cx="597294" cy="2543540"/>
            </a:xfrm>
            <a:custGeom>
              <a:avLst/>
              <a:gdLst>
                <a:gd name="connsiteX0" fmla="*/ 16478 w 597294"/>
                <a:gd name="connsiteY0" fmla="*/ 2079 h 2543540"/>
                <a:gd name="connsiteX1" fmla="*/ 299847 w 597294"/>
                <a:gd name="connsiteY1" fmla="*/ 53991 h 2543540"/>
                <a:gd name="connsiteX2" fmla="*/ 503206 w 597294"/>
                <a:gd name="connsiteY2" fmla="*/ 291354 h 2543540"/>
                <a:gd name="connsiteX3" fmla="*/ 525113 w 597294"/>
                <a:gd name="connsiteY3" fmla="*/ 724265 h 2543540"/>
                <a:gd name="connsiteX4" fmla="*/ 578930 w 597294"/>
                <a:gd name="connsiteY4" fmla="*/ 1117267 h 2543540"/>
                <a:gd name="connsiteX5" fmla="*/ 592931 w 597294"/>
                <a:gd name="connsiteY5" fmla="*/ 1476359 h 2543540"/>
                <a:gd name="connsiteX6" fmla="*/ 503206 w 597294"/>
                <a:gd name="connsiteY6" fmla="*/ 1859359 h 2543540"/>
                <a:gd name="connsiteX7" fmla="*/ 291846 w 597294"/>
                <a:gd name="connsiteY7" fmla="*/ 2250361 h 2543540"/>
                <a:gd name="connsiteX8" fmla="*/ 0 w 597294"/>
                <a:gd name="connsiteY8" fmla="*/ 2543540 h 254354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597294" h="2543540">
                  <a:moveTo>
                    <a:pt x="16478" y="2079"/>
                  </a:moveTo>
                  <a:cubicBezTo>
                    <a:pt x="101441" y="-6684"/>
                    <a:pt x="224885" y="12557"/>
                    <a:pt x="299847" y="53991"/>
                  </a:cubicBezTo>
                  <a:cubicBezTo>
                    <a:pt x="394240" y="106092"/>
                    <a:pt x="468440" y="189341"/>
                    <a:pt x="503206" y="291354"/>
                  </a:cubicBezTo>
                  <a:cubicBezTo>
                    <a:pt x="550069" y="429085"/>
                    <a:pt x="520827" y="577770"/>
                    <a:pt x="525113" y="724265"/>
                  </a:cubicBezTo>
                  <a:cubicBezTo>
                    <a:pt x="529019" y="856472"/>
                    <a:pt x="561118" y="986012"/>
                    <a:pt x="578930" y="1117267"/>
                  </a:cubicBezTo>
                  <a:cubicBezTo>
                    <a:pt x="595122" y="1236234"/>
                    <a:pt x="602742" y="1356630"/>
                    <a:pt x="592931" y="1476359"/>
                  </a:cubicBezTo>
                  <a:cubicBezTo>
                    <a:pt x="582073" y="1607709"/>
                    <a:pt x="549783" y="1736011"/>
                    <a:pt x="503206" y="1859359"/>
                  </a:cubicBezTo>
                  <a:cubicBezTo>
                    <a:pt x="450628" y="1998710"/>
                    <a:pt x="383857" y="2133298"/>
                    <a:pt x="291846" y="2250361"/>
                  </a:cubicBezTo>
                  <a:cubicBezTo>
                    <a:pt x="231553" y="2327132"/>
                    <a:pt x="73819" y="2479532"/>
                    <a:pt x="0" y="2543540"/>
                  </a:cubicBezTo>
                </a:path>
              </a:pathLst>
            </a:custGeom>
            <a:noFill/>
            <a:ln w="9525" cap="rnd">
              <a:solidFill>
                <a:schemeClr val="accent2">
                  <a:alpha val="75000"/>
                </a:schemeClr>
              </a:solidFill>
              <a:prstDash val="lgDash"/>
              <a:round/>
            </a:ln>
          </p:spPr>
          <p:txBody>
            <a:bodyPr rtlCol="0" anchor="ctr"/>
            <a:lstStyle/>
            <a:p>
              <a:endParaRPr lang="en-US"/>
            </a:p>
          </p:txBody>
        </p:sp>
        <p:sp>
          <p:nvSpPr>
            <p:cNvPr id="18" name="Freeform: Shape 17">
              <a:extLst>
                <a:ext uri="{FF2B5EF4-FFF2-40B4-BE49-F238E27FC236}">
                  <a16:creationId xmlns:a16="http://schemas.microsoft.com/office/drawing/2014/main" id="{91BD0EE8-AA47-4044-9251-9F5A4B820120}"/>
                </a:ext>
              </a:extLst>
            </p:cNvPr>
            <p:cNvSpPr/>
            <p:nvPr/>
          </p:nvSpPr>
          <p:spPr>
            <a:xfrm>
              <a:off x="4491417" y="2227197"/>
              <a:ext cx="389425" cy="2011236"/>
            </a:xfrm>
            <a:custGeom>
              <a:avLst/>
              <a:gdLst>
                <a:gd name="connsiteX0" fmla="*/ 0 w 389425"/>
                <a:gd name="connsiteY0" fmla="*/ 33 h 2011236"/>
                <a:gd name="connsiteX1" fmla="*/ 171260 w 389425"/>
                <a:gd name="connsiteY1" fmla="*/ 60326 h 2011236"/>
                <a:gd name="connsiteX2" fmla="*/ 211455 w 389425"/>
                <a:gd name="connsiteY2" fmla="*/ 221204 h 2011236"/>
                <a:gd name="connsiteX3" fmla="*/ 243078 w 389425"/>
                <a:gd name="connsiteY3" fmla="*/ 448089 h 2011236"/>
                <a:gd name="connsiteX4" fmla="*/ 346424 w 389425"/>
                <a:gd name="connsiteY4" fmla="*/ 789941 h 2011236"/>
                <a:gd name="connsiteX5" fmla="*/ 372237 w 389425"/>
                <a:gd name="connsiteY5" fmla="*/ 942151 h 2011236"/>
                <a:gd name="connsiteX6" fmla="*/ 386620 w 389425"/>
                <a:gd name="connsiteY6" fmla="*/ 1272478 h 2011236"/>
                <a:gd name="connsiteX7" fmla="*/ 280416 w 389425"/>
                <a:gd name="connsiteY7" fmla="*/ 1660241 h 2011236"/>
                <a:gd name="connsiteX8" fmla="*/ 151257 w 389425"/>
                <a:gd name="connsiteY8" fmla="*/ 1844073 h 2011236"/>
                <a:gd name="connsiteX9" fmla="*/ 1905 w 389425"/>
                <a:gd name="connsiteY9" fmla="*/ 2011237 h 201123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389425" h="2011236">
                  <a:moveTo>
                    <a:pt x="0" y="33"/>
                  </a:moveTo>
                  <a:cubicBezTo>
                    <a:pt x="57912" y="-824"/>
                    <a:pt x="136112" y="14892"/>
                    <a:pt x="171260" y="60326"/>
                  </a:cubicBezTo>
                  <a:cubicBezTo>
                    <a:pt x="205645" y="104903"/>
                    <a:pt x="207740" y="164244"/>
                    <a:pt x="211455" y="221204"/>
                  </a:cubicBezTo>
                  <a:cubicBezTo>
                    <a:pt x="216408" y="297594"/>
                    <a:pt x="225838" y="373604"/>
                    <a:pt x="243078" y="448089"/>
                  </a:cubicBezTo>
                  <a:cubicBezTo>
                    <a:pt x="269939" y="564199"/>
                    <a:pt x="319183" y="673927"/>
                    <a:pt x="346424" y="789941"/>
                  </a:cubicBezTo>
                  <a:cubicBezTo>
                    <a:pt x="358235" y="840043"/>
                    <a:pt x="365951" y="891097"/>
                    <a:pt x="372237" y="942151"/>
                  </a:cubicBezTo>
                  <a:cubicBezTo>
                    <a:pt x="385858" y="1051784"/>
                    <a:pt x="394049" y="1162274"/>
                    <a:pt x="386620" y="1272478"/>
                  </a:cubicBezTo>
                  <a:cubicBezTo>
                    <a:pt x="377476" y="1407828"/>
                    <a:pt x="344996" y="1541178"/>
                    <a:pt x="280416" y="1660241"/>
                  </a:cubicBezTo>
                  <a:cubicBezTo>
                    <a:pt x="244602" y="1726249"/>
                    <a:pt x="199358" y="1786352"/>
                    <a:pt x="151257" y="1844073"/>
                  </a:cubicBezTo>
                  <a:cubicBezTo>
                    <a:pt x="79534" y="1930084"/>
                    <a:pt x="89345" y="1941419"/>
                    <a:pt x="1905" y="2011237"/>
                  </a:cubicBezTo>
                </a:path>
              </a:pathLst>
            </a:custGeom>
            <a:noFill/>
            <a:ln w="9525" cap="rnd">
              <a:solidFill>
                <a:schemeClr val="accent2">
                  <a:alpha val="75000"/>
                </a:schemeClr>
              </a:solidFill>
              <a:prstDash val="lgDash"/>
              <a:round/>
            </a:ln>
          </p:spPr>
          <p:txBody>
            <a:bodyPr rtlCol="0" anchor="ctr"/>
            <a:lstStyle/>
            <a:p>
              <a:endParaRPr lang="en-US" dirty="0"/>
            </a:p>
          </p:txBody>
        </p:sp>
      </p:grpSp>
      <p:grpSp>
        <p:nvGrpSpPr>
          <p:cNvPr id="19" name="Graphic 157">
            <a:extLst>
              <a:ext uri="{FF2B5EF4-FFF2-40B4-BE49-F238E27FC236}">
                <a16:creationId xmlns:a16="http://schemas.microsoft.com/office/drawing/2014/main" id="{C3279E8D-2BAA-4CB1-834B-09FADD54DE56}"/>
              </a:ext>
            </a:extLst>
          </p:cNvPr>
          <p:cNvGrpSpPr/>
          <p:nvPr/>
        </p:nvGrpSpPr>
        <p:grpSpPr>
          <a:xfrm>
            <a:off x="8610600" y="3276600"/>
            <a:ext cx="3529260" cy="3581399"/>
            <a:chOff x="4114800" y="1423987"/>
            <a:chExt cx="3961542" cy="4007547"/>
          </a:xfrm>
          <a:noFill/>
        </p:grpSpPr>
        <p:sp>
          <p:nvSpPr>
            <p:cNvPr id="20" name="Freeform: Shape 19">
              <a:extLst>
                <a:ext uri="{FF2B5EF4-FFF2-40B4-BE49-F238E27FC236}">
                  <a16:creationId xmlns:a16="http://schemas.microsoft.com/office/drawing/2014/main" id="{3456F18E-4F61-486D-9CD6-65B30372C534}"/>
                </a:ext>
              </a:extLst>
            </p:cNvPr>
            <p:cNvSpPr/>
            <p:nvPr/>
          </p:nvSpPr>
          <p:spPr>
            <a:xfrm>
              <a:off x="4114800" y="1423987"/>
              <a:ext cx="3946874" cy="3989641"/>
            </a:xfrm>
            <a:custGeom>
              <a:avLst/>
              <a:gdLst>
                <a:gd name="connsiteX0" fmla="*/ 0 w 3946874"/>
                <a:gd name="connsiteY0" fmla="*/ 3989641 h 3989641"/>
                <a:gd name="connsiteX1" fmla="*/ 79439 w 3946874"/>
                <a:gd name="connsiteY1" fmla="*/ 3891153 h 3989641"/>
                <a:gd name="connsiteX2" fmla="*/ 297371 w 3946874"/>
                <a:gd name="connsiteY2" fmla="*/ 3626930 h 3989641"/>
                <a:gd name="connsiteX3" fmla="*/ 454343 w 3946874"/>
                <a:gd name="connsiteY3" fmla="*/ 3440335 h 3989641"/>
                <a:gd name="connsiteX4" fmla="*/ 622363 w 3946874"/>
                <a:gd name="connsiteY4" fmla="*/ 3290697 h 3989641"/>
                <a:gd name="connsiteX5" fmla="*/ 927068 w 3946874"/>
                <a:gd name="connsiteY5" fmla="*/ 3087434 h 3989641"/>
                <a:gd name="connsiteX6" fmla="*/ 1176338 w 3946874"/>
                <a:gd name="connsiteY6" fmla="*/ 2915603 h 3989641"/>
                <a:gd name="connsiteX7" fmla="*/ 1394270 w 3946874"/>
                <a:gd name="connsiteY7" fmla="*/ 2780729 h 3989641"/>
                <a:gd name="connsiteX8" fmla="*/ 1601057 w 3946874"/>
                <a:gd name="connsiteY8" fmla="*/ 2723483 h 3989641"/>
                <a:gd name="connsiteX9" fmla="*/ 1756220 w 3946874"/>
                <a:gd name="connsiteY9" fmla="*/ 2743772 h 3989641"/>
                <a:gd name="connsiteX10" fmla="*/ 1889189 w 3946874"/>
                <a:gd name="connsiteY10" fmla="*/ 2765965 h 3989641"/>
                <a:gd name="connsiteX11" fmla="*/ 2007394 w 3946874"/>
                <a:gd name="connsiteY11" fmla="*/ 2765965 h 3989641"/>
                <a:gd name="connsiteX12" fmla="*/ 2184654 w 3946874"/>
                <a:gd name="connsiteY12" fmla="*/ 2671763 h 3989641"/>
                <a:gd name="connsiteX13" fmla="*/ 2372773 w 3946874"/>
                <a:gd name="connsiteY13" fmla="*/ 2538984 h 3989641"/>
                <a:gd name="connsiteX14" fmla="*/ 2439543 w 3946874"/>
                <a:gd name="connsiteY14" fmla="*/ 2510504 h 3989641"/>
                <a:gd name="connsiteX15" fmla="*/ 2650617 w 3946874"/>
                <a:gd name="connsiteY15" fmla="*/ 2434781 h 3989641"/>
                <a:gd name="connsiteX16" fmla="*/ 2785110 w 3946874"/>
                <a:gd name="connsiteY16" fmla="*/ 2383060 h 3989641"/>
                <a:gd name="connsiteX17" fmla="*/ 2897315 w 3946874"/>
                <a:gd name="connsiteY17" fmla="*/ 2318861 h 3989641"/>
                <a:gd name="connsiteX18" fmla="*/ 2997994 w 3946874"/>
                <a:gd name="connsiteY18" fmla="*/ 2226183 h 3989641"/>
                <a:gd name="connsiteX19" fmla="*/ 3061240 w 3946874"/>
                <a:gd name="connsiteY19" fmla="*/ 2141506 h 3989641"/>
                <a:gd name="connsiteX20" fmla="*/ 3152108 w 3946874"/>
                <a:gd name="connsiteY20" fmla="*/ 2005203 h 3989641"/>
                <a:gd name="connsiteX21" fmla="*/ 3274124 w 3946874"/>
                <a:gd name="connsiteY21" fmla="*/ 1871567 h 3989641"/>
                <a:gd name="connsiteX22" fmla="*/ 3388138 w 3946874"/>
                <a:gd name="connsiteY22" fmla="*/ 1770888 h 3989641"/>
                <a:gd name="connsiteX23" fmla="*/ 3466529 w 3946874"/>
                <a:gd name="connsiteY23" fmla="*/ 1679162 h 3989641"/>
                <a:gd name="connsiteX24" fmla="*/ 3538633 w 3946874"/>
                <a:gd name="connsiteY24" fmla="*/ 1551718 h 3989641"/>
                <a:gd name="connsiteX25" fmla="*/ 3588544 w 3946874"/>
                <a:gd name="connsiteY25" fmla="*/ 1376172 h 3989641"/>
                <a:gd name="connsiteX26" fmla="*/ 3597402 w 3946874"/>
                <a:gd name="connsiteY26" fmla="*/ 1293305 h 3989641"/>
                <a:gd name="connsiteX27" fmla="*/ 3721227 w 3946874"/>
                <a:gd name="connsiteY27" fmla="*/ 880491 h 3989641"/>
                <a:gd name="connsiteX28" fmla="*/ 3761137 w 3946874"/>
                <a:gd name="connsiteY28" fmla="*/ 463677 h 3989641"/>
                <a:gd name="connsiteX29" fmla="*/ 3946874 w 3946874"/>
                <a:gd name="connsiteY29" fmla="*/ 0 h 398964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Lst>
              <a:rect l="l" t="t" r="r" b="b"/>
              <a:pathLst>
                <a:path w="3946874" h="3989641">
                  <a:moveTo>
                    <a:pt x="0" y="3989641"/>
                  </a:moveTo>
                  <a:cubicBezTo>
                    <a:pt x="19050" y="3957257"/>
                    <a:pt x="50959" y="3916013"/>
                    <a:pt x="79439" y="3891153"/>
                  </a:cubicBezTo>
                  <a:cubicBezTo>
                    <a:pt x="165544" y="3815906"/>
                    <a:pt x="227933" y="3717989"/>
                    <a:pt x="297371" y="3626930"/>
                  </a:cubicBezTo>
                  <a:cubicBezTo>
                    <a:pt x="346615" y="3562255"/>
                    <a:pt x="398050" y="3499009"/>
                    <a:pt x="454343" y="3440335"/>
                  </a:cubicBezTo>
                  <a:cubicBezTo>
                    <a:pt x="506349" y="3386042"/>
                    <a:pt x="562642" y="3336227"/>
                    <a:pt x="622363" y="3290697"/>
                  </a:cubicBezTo>
                  <a:cubicBezTo>
                    <a:pt x="719519" y="3216688"/>
                    <a:pt x="824960" y="3154585"/>
                    <a:pt x="927068" y="3087434"/>
                  </a:cubicBezTo>
                  <a:cubicBezTo>
                    <a:pt x="1011365" y="3031998"/>
                    <a:pt x="1093565" y="2973324"/>
                    <a:pt x="1176338" y="2915603"/>
                  </a:cubicBezTo>
                  <a:cubicBezTo>
                    <a:pt x="1246537" y="2866644"/>
                    <a:pt x="1317308" y="2818066"/>
                    <a:pt x="1394270" y="2780729"/>
                  </a:cubicBezTo>
                  <a:cubicBezTo>
                    <a:pt x="1459421" y="2749106"/>
                    <a:pt x="1528763" y="2724436"/>
                    <a:pt x="1601057" y="2723483"/>
                  </a:cubicBezTo>
                  <a:cubicBezTo>
                    <a:pt x="1653350" y="2722721"/>
                    <a:pt x="1704785" y="2733485"/>
                    <a:pt x="1756220" y="2743772"/>
                  </a:cubicBezTo>
                  <a:cubicBezTo>
                    <a:pt x="1800320" y="2752630"/>
                    <a:pt x="1844612" y="2760250"/>
                    <a:pt x="1889189" y="2765965"/>
                  </a:cubicBezTo>
                  <a:cubicBezTo>
                    <a:pt x="1928622" y="2771013"/>
                    <a:pt x="1968437" y="2773299"/>
                    <a:pt x="2007394" y="2765965"/>
                  </a:cubicBezTo>
                  <a:cubicBezTo>
                    <a:pt x="2073878" y="2753487"/>
                    <a:pt x="2130647" y="2712911"/>
                    <a:pt x="2184654" y="2671763"/>
                  </a:cubicBezTo>
                  <a:cubicBezTo>
                    <a:pt x="2245900" y="2625090"/>
                    <a:pt x="2304002" y="2573465"/>
                    <a:pt x="2372773" y="2538984"/>
                  </a:cubicBezTo>
                  <a:cubicBezTo>
                    <a:pt x="2394395" y="2528126"/>
                    <a:pt x="2416874" y="2518982"/>
                    <a:pt x="2439543" y="2510504"/>
                  </a:cubicBezTo>
                  <a:cubicBezTo>
                    <a:pt x="2509552" y="2484215"/>
                    <a:pt x="2580037" y="2459450"/>
                    <a:pt x="2650617" y="2434781"/>
                  </a:cubicBezTo>
                  <a:cubicBezTo>
                    <a:pt x="2695956" y="2418874"/>
                    <a:pt x="2741295" y="2402872"/>
                    <a:pt x="2785110" y="2383060"/>
                  </a:cubicBezTo>
                  <a:cubicBezTo>
                    <a:pt x="2824448" y="2365248"/>
                    <a:pt x="2862358" y="2344198"/>
                    <a:pt x="2897315" y="2318861"/>
                  </a:cubicBezTo>
                  <a:cubicBezTo>
                    <a:pt x="2934367" y="2292096"/>
                    <a:pt x="2968085" y="2260854"/>
                    <a:pt x="2997994" y="2226183"/>
                  </a:cubicBezTo>
                  <a:cubicBezTo>
                    <a:pt x="3020949" y="2199513"/>
                    <a:pt x="3041714" y="2170938"/>
                    <a:pt x="3061240" y="2141506"/>
                  </a:cubicBezTo>
                  <a:cubicBezTo>
                    <a:pt x="3091529" y="2095976"/>
                    <a:pt x="3119533" y="2049018"/>
                    <a:pt x="3152108" y="2005203"/>
                  </a:cubicBezTo>
                  <a:cubicBezTo>
                    <a:pt x="3188113" y="1956626"/>
                    <a:pt x="3229261" y="1912144"/>
                    <a:pt x="3274124" y="1871567"/>
                  </a:cubicBezTo>
                  <a:cubicBezTo>
                    <a:pt x="3311747" y="1837563"/>
                    <a:pt x="3351848" y="1806321"/>
                    <a:pt x="3388138" y="1770888"/>
                  </a:cubicBezTo>
                  <a:cubicBezTo>
                    <a:pt x="3416999" y="1742694"/>
                    <a:pt x="3443002" y="1711833"/>
                    <a:pt x="3466529" y="1679162"/>
                  </a:cubicBezTo>
                  <a:cubicBezTo>
                    <a:pt x="3495008" y="1639348"/>
                    <a:pt x="3519392" y="1596771"/>
                    <a:pt x="3538633" y="1551718"/>
                  </a:cubicBezTo>
                  <a:cubicBezTo>
                    <a:pt x="3562731" y="1495616"/>
                    <a:pt x="3578924" y="1436465"/>
                    <a:pt x="3588544" y="1376172"/>
                  </a:cubicBezTo>
                  <a:cubicBezTo>
                    <a:pt x="3592925" y="1348740"/>
                    <a:pt x="3595688" y="1321022"/>
                    <a:pt x="3597402" y="1293305"/>
                  </a:cubicBezTo>
                  <a:cubicBezTo>
                    <a:pt x="3605974" y="1155859"/>
                    <a:pt x="3717703" y="1018127"/>
                    <a:pt x="3721227" y="880491"/>
                  </a:cubicBezTo>
                  <a:cubicBezTo>
                    <a:pt x="3724751" y="740855"/>
                    <a:pt x="3743135" y="602171"/>
                    <a:pt x="3761137" y="463677"/>
                  </a:cubicBezTo>
                  <a:cubicBezTo>
                    <a:pt x="3776186" y="347758"/>
                    <a:pt x="3934968" y="116205"/>
                    <a:pt x="3946874" y="0"/>
                  </a:cubicBezTo>
                </a:path>
              </a:pathLst>
            </a:custGeom>
            <a:noFill/>
            <a:ln w="9525" cap="rnd">
              <a:solidFill>
                <a:schemeClr val="accent2">
                  <a:alpha val="75000"/>
                </a:schemeClr>
              </a:solidFill>
              <a:prstDash val="lgDash"/>
              <a:round/>
            </a:ln>
          </p:spPr>
          <p:txBody>
            <a:bodyPr rtlCol="0" anchor="ctr"/>
            <a:lstStyle/>
            <a:p>
              <a:endParaRPr lang="en-US"/>
            </a:p>
          </p:txBody>
        </p:sp>
        <p:sp>
          <p:nvSpPr>
            <p:cNvPr id="21" name="Freeform: Shape 20">
              <a:extLst>
                <a:ext uri="{FF2B5EF4-FFF2-40B4-BE49-F238E27FC236}">
                  <a16:creationId xmlns:a16="http://schemas.microsoft.com/office/drawing/2014/main" id="{318DDF45-08F0-46B6-A0B7-133735C94F47}"/>
                </a:ext>
              </a:extLst>
            </p:cNvPr>
            <p:cNvSpPr/>
            <p:nvPr/>
          </p:nvSpPr>
          <p:spPr>
            <a:xfrm>
              <a:off x="4395978" y="2441733"/>
              <a:ext cx="3665410" cy="2985611"/>
            </a:xfrm>
            <a:custGeom>
              <a:avLst/>
              <a:gdLst>
                <a:gd name="connsiteX0" fmla="*/ 0 w 3665410"/>
                <a:gd name="connsiteY0" fmla="*/ 2985611 h 2985611"/>
                <a:gd name="connsiteX1" fmla="*/ 166211 w 3665410"/>
                <a:gd name="connsiteY1" fmla="*/ 2699766 h 2985611"/>
                <a:gd name="connsiteX2" fmla="*/ 397002 w 3665410"/>
                <a:gd name="connsiteY2" fmla="*/ 2414969 h 2985611"/>
                <a:gd name="connsiteX3" fmla="*/ 620173 w 3665410"/>
                <a:gd name="connsiteY3" fmla="*/ 2237899 h 2985611"/>
                <a:gd name="connsiteX4" fmla="*/ 823341 w 3665410"/>
                <a:gd name="connsiteY4" fmla="*/ 2085499 h 2985611"/>
                <a:gd name="connsiteX5" fmla="*/ 1089565 w 3665410"/>
                <a:gd name="connsiteY5" fmla="*/ 1911477 h 2985611"/>
                <a:gd name="connsiteX6" fmla="*/ 1145000 w 3665410"/>
                <a:gd name="connsiteY6" fmla="*/ 1886807 h 2985611"/>
                <a:gd name="connsiteX7" fmla="*/ 1375791 w 3665410"/>
                <a:gd name="connsiteY7" fmla="*/ 1842135 h 2985611"/>
                <a:gd name="connsiteX8" fmla="*/ 1486567 w 3665410"/>
                <a:gd name="connsiteY8" fmla="*/ 1857566 h 2985611"/>
                <a:gd name="connsiteX9" fmla="*/ 1568101 w 3665410"/>
                <a:gd name="connsiteY9" fmla="*/ 1871377 h 2985611"/>
                <a:gd name="connsiteX10" fmla="*/ 1810607 w 3665410"/>
                <a:gd name="connsiteY10" fmla="*/ 1871377 h 2985611"/>
                <a:gd name="connsiteX11" fmla="*/ 1997964 w 3665410"/>
                <a:gd name="connsiteY11" fmla="*/ 1790605 h 2985611"/>
                <a:gd name="connsiteX12" fmla="*/ 2109883 w 3665410"/>
                <a:gd name="connsiteY12" fmla="*/ 1702784 h 2985611"/>
                <a:gd name="connsiteX13" fmla="*/ 2321433 w 3665410"/>
                <a:gd name="connsiteY13" fmla="*/ 1552384 h 2985611"/>
                <a:gd name="connsiteX14" fmla="*/ 2558891 w 3665410"/>
                <a:gd name="connsiteY14" fmla="*/ 1453420 h 2985611"/>
                <a:gd name="connsiteX15" fmla="*/ 2709767 w 3665410"/>
                <a:gd name="connsiteY15" fmla="*/ 1377887 h 2985611"/>
                <a:gd name="connsiteX16" fmla="*/ 2885408 w 3665410"/>
                <a:gd name="connsiteY16" fmla="*/ 1237393 h 2985611"/>
                <a:gd name="connsiteX17" fmla="*/ 3017711 w 3665410"/>
                <a:gd name="connsiteY17" fmla="*/ 1072229 h 2985611"/>
                <a:gd name="connsiteX18" fmla="*/ 3150680 w 3665410"/>
                <a:gd name="connsiteY18" fmla="*/ 921830 h 2985611"/>
                <a:gd name="connsiteX19" fmla="*/ 3255169 w 3665410"/>
                <a:gd name="connsiteY19" fmla="*/ 801815 h 2985611"/>
                <a:gd name="connsiteX20" fmla="*/ 3339275 w 3665410"/>
                <a:gd name="connsiteY20" fmla="*/ 694182 h 2985611"/>
                <a:gd name="connsiteX21" fmla="*/ 3409188 w 3665410"/>
                <a:gd name="connsiteY21" fmla="*/ 546926 h 2985611"/>
                <a:gd name="connsiteX22" fmla="*/ 3464243 w 3665410"/>
                <a:gd name="connsiteY22" fmla="*/ 347663 h 2985611"/>
                <a:gd name="connsiteX23" fmla="*/ 3665411 w 3665410"/>
                <a:gd name="connsiteY23" fmla="*/ 0 h 298561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Lst>
              <a:rect l="l" t="t" r="r" b="b"/>
              <a:pathLst>
                <a:path w="3665410" h="2985611">
                  <a:moveTo>
                    <a:pt x="0" y="2985611"/>
                  </a:moveTo>
                  <a:cubicBezTo>
                    <a:pt x="0" y="2985611"/>
                    <a:pt x="86773" y="2802827"/>
                    <a:pt x="166211" y="2699766"/>
                  </a:cubicBezTo>
                  <a:cubicBezTo>
                    <a:pt x="240983" y="2602706"/>
                    <a:pt x="309182" y="2500122"/>
                    <a:pt x="397002" y="2414969"/>
                  </a:cubicBezTo>
                  <a:cubicBezTo>
                    <a:pt x="465296" y="2348865"/>
                    <a:pt x="543592" y="2294477"/>
                    <a:pt x="620173" y="2237899"/>
                  </a:cubicBezTo>
                  <a:cubicBezTo>
                    <a:pt x="688277" y="2187607"/>
                    <a:pt x="755333" y="2135886"/>
                    <a:pt x="823341" y="2085499"/>
                  </a:cubicBezTo>
                  <a:cubicBezTo>
                    <a:pt x="908685" y="2022253"/>
                    <a:pt x="994791" y="1959197"/>
                    <a:pt x="1089565" y="1911477"/>
                  </a:cubicBezTo>
                  <a:cubicBezTo>
                    <a:pt x="1107662" y="1902428"/>
                    <a:pt x="1126141" y="1894141"/>
                    <a:pt x="1145000" y="1886807"/>
                  </a:cubicBezTo>
                  <a:cubicBezTo>
                    <a:pt x="1218819" y="1858232"/>
                    <a:pt x="1296924" y="1838611"/>
                    <a:pt x="1375791" y="1842135"/>
                  </a:cubicBezTo>
                  <a:cubicBezTo>
                    <a:pt x="1413129" y="1843754"/>
                    <a:pt x="1449896" y="1850422"/>
                    <a:pt x="1486567" y="1857566"/>
                  </a:cubicBezTo>
                  <a:cubicBezTo>
                    <a:pt x="1513618" y="1862804"/>
                    <a:pt x="1540859" y="1867376"/>
                    <a:pt x="1568101" y="1871377"/>
                  </a:cubicBezTo>
                  <a:cubicBezTo>
                    <a:pt x="1648778" y="1883188"/>
                    <a:pt x="1730978" y="1887665"/>
                    <a:pt x="1810607" y="1871377"/>
                  </a:cubicBezTo>
                  <a:cubicBezTo>
                    <a:pt x="1877854" y="1857661"/>
                    <a:pt x="1941100" y="1829086"/>
                    <a:pt x="1997964" y="1790605"/>
                  </a:cubicBezTo>
                  <a:cubicBezTo>
                    <a:pt x="2037302" y="1764030"/>
                    <a:pt x="2073497" y="1733264"/>
                    <a:pt x="2109883" y="1702784"/>
                  </a:cubicBezTo>
                  <a:cubicBezTo>
                    <a:pt x="2176367" y="1647063"/>
                    <a:pt x="2244852" y="1593151"/>
                    <a:pt x="2321433" y="1552384"/>
                  </a:cubicBezTo>
                  <a:cubicBezTo>
                    <a:pt x="2397157" y="1512094"/>
                    <a:pt x="2479548" y="1486281"/>
                    <a:pt x="2558891" y="1453420"/>
                  </a:cubicBezTo>
                  <a:cubicBezTo>
                    <a:pt x="2610898" y="1431798"/>
                    <a:pt x="2661571" y="1407033"/>
                    <a:pt x="2709767" y="1377887"/>
                  </a:cubicBezTo>
                  <a:cubicBezTo>
                    <a:pt x="2774252" y="1338929"/>
                    <a:pt x="2834069" y="1292447"/>
                    <a:pt x="2885408" y="1237393"/>
                  </a:cubicBezTo>
                  <a:cubicBezTo>
                    <a:pt x="2933605" y="1185767"/>
                    <a:pt x="2973324" y="1127093"/>
                    <a:pt x="3017711" y="1072229"/>
                  </a:cubicBezTo>
                  <a:cubicBezTo>
                    <a:pt x="3059811" y="1020223"/>
                    <a:pt x="3105912" y="971645"/>
                    <a:pt x="3150680" y="921830"/>
                  </a:cubicBezTo>
                  <a:cubicBezTo>
                    <a:pt x="3186113" y="882396"/>
                    <a:pt x="3220593" y="842010"/>
                    <a:pt x="3255169" y="801815"/>
                  </a:cubicBezTo>
                  <a:cubicBezTo>
                    <a:pt x="3284887" y="767239"/>
                    <a:pt x="3314605" y="732473"/>
                    <a:pt x="3339275" y="694182"/>
                  </a:cubicBezTo>
                  <a:cubicBezTo>
                    <a:pt x="3368707" y="648367"/>
                    <a:pt x="3390138" y="597980"/>
                    <a:pt x="3409188" y="546926"/>
                  </a:cubicBezTo>
                  <a:cubicBezTo>
                    <a:pt x="3433382" y="482156"/>
                    <a:pt x="3453384" y="415861"/>
                    <a:pt x="3464243" y="347663"/>
                  </a:cubicBezTo>
                  <a:cubicBezTo>
                    <a:pt x="3476244" y="272224"/>
                    <a:pt x="3661696" y="76295"/>
                    <a:pt x="3665411" y="0"/>
                  </a:cubicBezTo>
                </a:path>
              </a:pathLst>
            </a:custGeom>
            <a:noFill/>
            <a:ln w="9525" cap="rnd">
              <a:solidFill>
                <a:schemeClr val="accent2">
                  <a:alpha val="75000"/>
                </a:schemeClr>
              </a:solidFill>
              <a:prstDash val="lgDash"/>
              <a:round/>
            </a:ln>
          </p:spPr>
          <p:txBody>
            <a:bodyPr rtlCol="0" anchor="ctr"/>
            <a:lstStyle/>
            <a:p>
              <a:endParaRPr lang="en-US"/>
            </a:p>
          </p:txBody>
        </p:sp>
        <p:sp>
          <p:nvSpPr>
            <p:cNvPr id="22" name="Freeform: Shape 21">
              <a:extLst>
                <a:ext uri="{FF2B5EF4-FFF2-40B4-BE49-F238E27FC236}">
                  <a16:creationId xmlns:a16="http://schemas.microsoft.com/office/drawing/2014/main" id="{B9D0CC0F-710D-43F4-BC86-763767420133}"/>
                </a:ext>
              </a:extLst>
            </p:cNvPr>
            <p:cNvSpPr/>
            <p:nvPr/>
          </p:nvSpPr>
          <p:spPr>
            <a:xfrm>
              <a:off x="7790402" y="5229700"/>
              <a:ext cx="285940" cy="199072"/>
            </a:xfrm>
            <a:custGeom>
              <a:avLst/>
              <a:gdLst>
                <a:gd name="connsiteX0" fmla="*/ 0 w 285940"/>
                <a:gd name="connsiteY0" fmla="*/ 199073 h 199072"/>
                <a:gd name="connsiteX1" fmla="*/ 285940 w 285940"/>
                <a:gd name="connsiteY1" fmla="*/ 0 h 199072"/>
              </a:gdLst>
              <a:ahLst/>
              <a:cxnLst>
                <a:cxn ang="0">
                  <a:pos x="connsiteX0" y="connsiteY0"/>
                </a:cxn>
                <a:cxn ang="0">
                  <a:pos x="connsiteX1" y="connsiteY1"/>
                </a:cxn>
              </a:cxnLst>
              <a:rect l="l" t="t" r="r" b="b"/>
              <a:pathLst>
                <a:path w="285940" h="199072">
                  <a:moveTo>
                    <a:pt x="0" y="199073"/>
                  </a:moveTo>
                  <a:cubicBezTo>
                    <a:pt x="0" y="199073"/>
                    <a:pt x="242125" y="39243"/>
                    <a:pt x="285940" y="0"/>
                  </a:cubicBezTo>
                </a:path>
              </a:pathLst>
            </a:custGeom>
            <a:noFill/>
            <a:ln w="9525" cap="rnd">
              <a:solidFill>
                <a:schemeClr val="accent2">
                  <a:alpha val="75000"/>
                </a:schemeClr>
              </a:solidFill>
              <a:prstDash val="lgDash"/>
              <a:round/>
            </a:ln>
          </p:spPr>
          <p:txBody>
            <a:bodyPr rtlCol="0" anchor="ctr"/>
            <a:lstStyle/>
            <a:p>
              <a:endParaRPr lang="en-US"/>
            </a:p>
          </p:txBody>
        </p:sp>
        <p:sp>
          <p:nvSpPr>
            <p:cNvPr id="23" name="Freeform: Shape 22">
              <a:extLst>
                <a:ext uri="{FF2B5EF4-FFF2-40B4-BE49-F238E27FC236}">
                  <a16:creationId xmlns:a16="http://schemas.microsoft.com/office/drawing/2014/main" id="{6FB36AB6-CB81-495A-8A33-C0BCE67D6F23}"/>
                </a:ext>
              </a:extLst>
            </p:cNvPr>
            <p:cNvSpPr/>
            <p:nvPr/>
          </p:nvSpPr>
          <p:spPr>
            <a:xfrm>
              <a:off x="7393114" y="5049773"/>
              <a:ext cx="655796" cy="381190"/>
            </a:xfrm>
            <a:custGeom>
              <a:avLst/>
              <a:gdLst>
                <a:gd name="connsiteX0" fmla="*/ 0 w 655796"/>
                <a:gd name="connsiteY0" fmla="*/ 381190 h 381190"/>
                <a:gd name="connsiteX1" fmla="*/ 655796 w 655796"/>
                <a:gd name="connsiteY1" fmla="*/ 0 h 381190"/>
              </a:gdLst>
              <a:ahLst/>
              <a:cxnLst>
                <a:cxn ang="0">
                  <a:pos x="connsiteX0" y="connsiteY0"/>
                </a:cxn>
                <a:cxn ang="0">
                  <a:pos x="connsiteX1" y="connsiteY1"/>
                </a:cxn>
              </a:cxnLst>
              <a:rect l="l" t="t" r="r" b="b"/>
              <a:pathLst>
                <a:path w="655796" h="381190">
                  <a:moveTo>
                    <a:pt x="0" y="381190"/>
                  </a:moveTo>
                  <a:cubicBezTo>
                    <a:pt x="0" y="381190"/>
                    <a:pt x="461105" y="172117"/>
                    <a:pt x="655796" y="0"/>
                  </a:cubicBezTo>
                </a:path>
              </a:pathLst>
            </a:custGeom>
            <a:noFill/>
            <a:ln w="9525" cap="rnd">
              <a:solidFill>
                <a:schemeClr val="accent2">
                  <a:alpha val="75000"/>
                </a:schemeClr>
              </a:solidFill>
              <a:prstDash val="lgDash"/>
              <a:round/>
            </a:ln>
          </p:spPr>
          <p:txBody>
            <a:bodyPr rtlCol="0" anchor="ctr"/>
            <a:lstStyle/>
            <a:p>
              <a:endParaRPr lang="en-US"/>
            </a:p>
          </p:txBody>
        </p:sp>
        <p:sp>
          <p:nvSpPr>
            <p:cNvPr id="24" name="Freeform: Shape 23">
              <a:extLst>
                <a:ext uri="{FF2B5EF4-FFF2-40B4-BE49-F238E27FC236}">
                  <a16:creationId xmlns:a16="http://schemas.microsoft.com/office/drawing/2014/main" id="{1993F7E6-ABF6-482D-BEA5-B4E607DDB433}"/>
                </a:ext>
              </a:extLst>
            </p:cNvPr>
            <p:cNvSpPr/>
            <p:nvPr/>
          </p:nvSpPr>
          <p:spPr>
            <a:xfrm>
              <a:off x="5154072" y="3867816"/>
              <a:ext cx="2907315" cy="1544764"/>
            </a:xfrm>
            <a:custGeom>
              <a:avLst/>
              <a:gdLst>
                <a:gd name="connsiteX0" fmla="*/ 0 w 2907315"/>
                <a:gd name="connsiteY0" fmla="*/ 1544764 h 1544764"/>
                <a:gd name="connsiteX1" fmla="*/ 201644 w 2907315"/>
                <a:gd name="connsiteY1" fmla="*/ 1352550 h 1544764"/>
                <a:gd name="connsiteX2" fmla="*/ 423196 w 2907315"/>
                <a:gd name="connsiteY2" fmla="*/ 1196054 h 1544764"/>
                <a:gd name="connsiteX3" fmla="*/ 782193 w 2907315"/>
                <a:gd name="connsiteY3" fmla="*/ 1099947 h 1544764"/>
                <a:gd name="connsiteX4" fmla="*/ 1052513 w 2907315"/>
                <a:gd name="connsiteY4" fmla="*/ 1042321 h 1544764"/>
                <a:gd name="connsiteX5" fmla="*/ 1311783 w 2907315"/>
                <a:gd name="connsiteY5" fmla="*/ 1056037 h 1544764"/>
                <a:gd name="connsiteX6" fmla="*/ 1484662 w 2907315"/>
                <a:gd name="connsiteY6" fmla="*/ 1083469 h 1544764"/>
                <a:gd name="connsiteX7" fmla="*/ 1788224 w 2907315"/>
                <a:gd name="connsiteY7" fmla="*/ 1023080 h 1544764"/>
                <a:gd name="connsiteX8" fmla="*/ 2269045 w 2907315"/>
                <a:gd name="connsiteY8" fmla="*/ 734758 h 1544764"/>
                <a:gd name="connsiteX9" fmla="*/ 2534984 w 2907315"/>
                <a:gd name="connsiteY9" fmla="*/ 572738 h 1544764"/>
                <a:gd name="connsiteX10" fmla="*/ 2907316 w 2907315"/>
                <a:gd name="connsiteY10" fmla="*/ 0 h 154476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2907315" h="1544764">
                  <a:moveTo>
                    <a:pt x="0" y="1544764"/>
                  </a:moveTo>
                  <a:cubicBezTo>
                    <a:pt x="0" y="1544764"/>
                    <a:pt x="98012" y="1443990"/>
                    <a:pt x="201644" y="1352550"/>
                  </a:cubicBezTo>
                  <a:cubicBezTo>
                    <a:pt x="271272" y="1291209"/>
                    <a:pt x="343662" y="1234249"/>
                    <a:pt x="423196" y="1196054"/>
                  </a:cubicBezTo>
                  <a:cubicBezTo>
                    <a:pt x="537591" y="1141095"/>
                    <a:pt x="661226" y="1127189"/>
                    <a:pt x="782193" y="1099947"/>
                  </a:cubicBezTo>
                  <a:cubicBezTo>
                    <a:pt x="872300" y="1079659"/>
                    <a:pt x="961358" y="1051370"/>
                    <a:pt x="1052513" y="1042321"/>
                  </a:cubicBezTo>
                  <a:cubicBezTo>
                    <a:pt x="1139000" y="1033653"/>
                    <a:pt x="1225868" y="1040321"/>
                    <a:pt x="1311783" y="1056037"/>
                  </a:cubicBezTo>
                  <a:cubicBezTo>
                    <a:pt x="1369314" y="1066609"/>
                    <a:pt x="1426559" y="1079373"/>
                    <a:pt x="1484662" y="1083469"/>
                  </a:cubicBezTo>
                  <a:cubicBezTo>
                    <a:pt x="1587913" y="1090803"/>
                    <a:pt x="1690402" y="1064800"/>
                    <a:pt x="1788224" y="1023080"/>
                  </a:cubicBezTo>
                  <a:cubicBezTo>
                    <a:pt x="1956721" y="951262"/>
                    <a:pt x="2106549" y="825722"/>
                    <a:pt x="2269045" y="734758"/>
                  </a:cubicBezTo>
                  <a:cubicBezTo>
                    <a:pt x="2359438" y="684181"/>
                    <a:pt x="2452497" y="640556"/>
                    <a:pt x="2534984" y="572738"/>
                  </a:cubicBezTo>
                  <a:cubicBezTo>
                    <a:pt x="2673001" y="459391"/>
                    <a:pt x="2847023" y="191453"/>
                    <a:pt x="2907316" y="0"/>
                  </a:cubicBezTo>
                </a:path>
              </a:pathLst>
            </a:custGeom>
            <a:noFill/>
            <a:ln w="9525" cap="rnd">
              <a:solidFill>
                <a:schemeClr val="accent2">
                  <a:alpha val="75000"/>
                </a:schemeClr>
              </a:solidFill>
              <a:prstDash val="lgDash"/>
              <a:round/>
            </a:ln>
          </p:spPr>
          <p:txBody>
            <a:bodyPr rtlCol="0" anchor="ctr"/>
            <a:lstStyle/>
            <a:p>
              <a:endParaRPr lang="en-US"/>
            </a:p>
          </p:txBody>
        </p:sp>
        <p:sp>
          <p:nvSpPr>
            <p:cNvPr id="25" name="Freeform: Shape 24">
              <a:extLst>
                <a:ext uri="{FF2B5EF4-FFF2-40B4-BE49-F238E27FC236}">
                  <a16:creationId xmlns:a16="http://schemas.microsoft.com/office/drawing/2014/main" id="{DCA0B097-C21A-40B4-95E4-2FFA9697F824}"/>
                </a:ext>
              </a:extLst>
            </p:cNvPr>
            <p:cNvSpPr/>
            <p:nvPr/>
          </p:nvSpPr>
          <p:spPr>
            <a:xfrm>
              <a:off x="4907946" y="3479100"/>
              <a:ext cx="3168300" cy="1952434"/>
            </a:xfrm>
            <a:custGeom>
              <a:avLst/>
              <a:gdLst>
                <a:gd name="connsiteX0" fmla="*/ 0 w 3168300"/>
                <a:gd name="connsiteY0" fmla="*/ 1952435 h 1952434"/>
                <a:gd name="connsiteX1" fmla="*/ 202121 w 3168300"/>
                <a:gd name="connsiteY1" fmla="*/ 1687068 h 1952434"/>
                <a:gd name="connsiteX2" fmla="*/ 545116 w 3168300"/>
                <a:gd name="connsiteY2" fmla="*/ 1450277 h 1952434"/>
                <a:gd name="connsiteX3" fmla="*/ 906780 w 3168300"/>
                <a:gd name="connsiteY3" fmla="*/ 1354455 h 1952434"/>
                <a:gd name="connsiteX4" fmla="*/ 1332262 w 3168300"/>
                <a:gd name="connsiteY4" fmla="*/ 1285304 h 1952434"/>
                <a:gd name="connsiteX5" fmla="*/ 1691259 w 3168300"/>
                <a:gd name="connsiteY5" fmla="*/ 1240060 h 1952434"/>
                <a:gd name="connsiteX6" fmla="*/ 2010346 w 3168300"/>
                <a:gd name="connsiteY6" fmla="*/ 1141667 h 1952434"/>
                <a:gd name="connsiteX7" fmla="*/ 2393252 w 3168300"/>
                <a:gd name="connsiteY7" fmla="*/ 1027271 h 1952434"/>
                <a:gd name="connsiteX8" fmla="*/ 2582037 w 3168300"/>
                <a:gd name="connsiteY8" fmla="*/ 958120 h 1952434"/>
                <a:gd name="connsiteX9" fmla="*/ 2760155 w 3168300"/>
                <a:gd name="connsiteY9" fmla="*/ 827723 h 1952434"/>
                <a:gd name="connsiteX10" fmla="*/ 2914364 w 3168300"/>
                <a:gd name="connsiteY10" fmla="*/ 567023 h 1952434"/>
                <a:gd name="connsiteX11" fmla="*/ 3168301 w 3168300"/>
                <a:gd name="connsiteY11" fmla="*/ 0 h 195243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3168300" h="1952434">
                  <a:moveTo>
                    <a:pt x="0" y="1952435"/>
                  </a:moveTo>
                  <a:cubicBezTo>
                    <a:pt x="0" y="1952435"/>
                    <a:pt x="91059" y="1796415"/>
                    <a:pt x="202121" y="1687068"/>
                  </a:cubicBezTo>
                  <a:cubicBezTo>
                    <a:pt x="301943" y="1588675"/>
                    <a:pt x="416528" y="1505617"/>
                    <a:pt x="545116" y="1450277"/>
                  </a:cubicBezTo>
                  <a:cubicBezTo>
                    <a:pt x="659987" y="1400747"/>
                    <a:pt x="783622" y="1377601"/>
                    <a:pt x="906780" y="1354455"/>
                  </a:cubicBezTo>
                  <a:cubicBezTo>
                    <a:pt x="1048036" y="1327976"/>
                    <a:pt x="1189482" y="1301972"/>
                    <a:pt x="1332262" y="1285304"/>
                  </a:cubicBezTo>
                  <a:cubicBezTo>
                    <a:pt x="1452182" y="1271302"/>
                    <a:pt x="1573340" y="1265873"/>
                    <a:pt x="1691259" y="1240060"/>
                  </a:cubicBezTo>
                  <a:cubicBezTo>
                    <a:pt x="1800035" y="1216247"/>
                    <a:pt x="1904619" y="1176718"/>
                    <a:pt x="2010346" y="1141667"/>
                  </a:cubicBezTo>
                  <a:cubicBezTo>
                    <a:pt x="2136743" y="1099661"/>
                    <a:pt x="2265902" y="1066229"/>
                    <a:pt x="2393252" y="1027271"/>
                  </a:cubicBezTo>
                  <a:cubicBezTo>
                    <a:pt x="2457450" y="1007650"/>
                    <a:pt x="2521744" y="987552"/>
                    <a:pt x="2582037" y="958120"/>
                  </a:cubicBezTo>
                  <a:cubicBezTo>
                    <a:pt x="2648807" y="925449"/>
                    <a:pt x="2710815" y="883349"/>
                    <a:pt x="2760155" y="827723"/>
                  </a:cubicBezTo>
                  <a:cubicBezTo>
                    <a:pt x="2827496" y="751904"/>
                    <a:pt x="2867978" y="657511"/>
                    <a:pt x="2914364" y="567023"/>
                  </a:cubicBezTo>
                  <a:cubicBezTo>
                    <a:pt x="2972753" y="453200"/>
                    <a:pt x="3119152" y="118015"/>
                    <a:pt x="3168301" y="0"/>
                  </a:cubicBezTo>
                </a:path>
              </a:pathLst>
            </a:custGeom>
            <a:noFill/>
            <a:ln w="9525" cap="rnd">
              <a:solidFill>
                <a:schemeClr val="accent2">
                  <a:alpha val="75000"/>
                </a:schemeClr>
              </a:solidFill>
              <a:prstDash val="lgDash"/>
              <a:round/>
            </a:ln>
          </p:spPr>
          <p:txBody>
            <a:bodyPr rtlCol="0" anchor="ctr"/>
            <a:lstStyle/>
            <a:p>
              <a:endParaRPr lang="en-US"/>
            </a:p>
          </p:txBody>
        </p:sp>
        <p:sp>
          <p:nvSpPr>
            <p:cNvPr id="26" name="Freeform: Shape 25">
              <a:extLst>
                <a:ext uri="{FF2B5EF4-FFF2-40B4-BE49-F238E27FC236}">
                  <a16:creationId xmlns:a16="http://schemas.microsoft.com/office/drawing/2014/main" id="{AB2AF0F5-7EAA-4BAB-8DE2-D84E124170FA}"/>
                </a:ext>
              </a:extLst>
            </p:cNvPr>
            <p:cNvSpPr/>
            <p:nvPr/>
          </p:nvSpPr>
          <p:spPr>
            <a:xfrm>
              <a:off x="4704778" y="2976752"/>
              <a:ext cx="3356800" cy="2452020"/>
            </a:xfrm>
            <a:custGeom>
              <a:avLst/>
              <a:gdLst>
                <a:gd name="connsiteX0" fmla="*/ 0 w 3356800"/>
                <a:gd name="connsiteY0" fmla="*/ 2452021 h 2452020"/>
                <a:gd name="connsiteX1" fmla="*/ 130874 w 3356800"/>
                <a:gd name="connsiteY1" fmla="*/ 2247710 h 2452020"/>
                <a:gd name="connsiteX2" fmla="*/ 437197 w 3356800"/>
                <a:gd name="connsiteY2" fmla="*/ 1941195 h 2452020"/>
                <a:gd name="connsiteX3" fmla="*/ 737140 w 3356800"/>
                <a:gd name="connsiteY3" fmla="*/ 1736884 h 2452020"/>
                <a:gd name="connsiteX4" fmla="*/ 1031843 w 3356800"/>
                <a:gd name="connsiteY4" fmla="*/ 1685068 h 2452020"/>
                <a:gd name="connsiteX5" fmla="*/ 1287304 w 3356800"/>
                <a:gd name="connsiteY5" fmla="*/ 1655826 h 2452020"/>
                <a:gd name="connsiteX6" fmla="*/ 1471994 w 3356800"/>
                <a:gd name="connsiteY6" fmla="*/ 1634300 h 2452020"/>
                <a:gd name="connsiteX7" fmla="*/ 1898237 w 3356800"/>
                <a:gd name="connsiteY7" fmla="*/ 1512665 h 2452020"/>
                <a:gd name="connsiteX8" fmla="*/ 2229136 w 3356800"/>
                <a:gd name="connsiteY8" fmla="*/ 1355598 h 2452020"/>
                <a:gd name="connsiteX9" fmla="*/ 2512314 w 3356800"/>
                <a:gd name="connsiteY9" fmla="*/ 1238631 h 2452020"/>
                <a:gd name="connsiteX10" fmla="*/ 2758535 w 3356800"/>
                <a:gd name="connsiteY10" fmla="*/ 1096994 h 2452020"/>
                <a:gd name="connsiteX11" fmla="*/ 2935510 w 3356800"/>
                <a:gd name="connsiteY11" fmla="*/ 919925 h 2452020"/>
                <a:gd name="connsiteX12" fmla="*/ 3081719 w 3356800"/>
                <a:gd name="connsiteY12" fmla="*/ 687419 h 2452020"/>
                <a:gd name="connsiteX13" fmla="*/ 3356800 w 3356800"/>
                <a:gd name="connsiteY13" fmla="*/ 0 h 245202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Lst>
              <a:rect l="l" t="t" r="r" b="b"/>
              <a:pathLst>
                <a:path w="3356800" h="2452020">
                  <a:moveTo>
                    <a:pt x="0" y="2452021"/>
                  </a:moveTo>
                  <a:cubicBezTo>
                    <a:pt x="0" y="2452021"/>
                    <a:pt x="57150" y="2344198"/>
                    <a:pt x="130874" y="2247710"/>
                  </a:cubicBezTo>
                  <a:cubicBezTo>
                    <a:pt x="218694" y="2132648"/>
                    <a:pt x="328136" y="2036635"/>
                    <a:pt x="437197" y="1941195"/>
                  </a:cubicBezTo>
                  <a:cubicBezTo>
                    <a:pt x="529304" y="1860709"/>
                    <a:pt x="623030" y="1779556"/>
                    <a:pt x="737140" y="1736884"/>
                  </a:cubicBezTo>
                  <a:cubicBezTo>
                    <a:pt x="830866" y="1701736"/>
                    <a:pt x="932021" y="1695450"/>
                    <a:pt x="1031843" y="1685068"/>
                  </a:cubicBezTo>
                  <a:cubicBezTo>
                    <a:pt x="1117092" y="1676210"/>
                    <a:pt x="1202055" y="1665160"/>
                    <a:pt x="1287304" y="1655826"/>
                  </a:cubicBezTo>
                  <a:cubicBezTo>
                    <a:pt x="1348931" y="1649063"/>
                    <a:pt x="1410653" y="1643539"/>
                    <a:pt x="1471994" y="1634300"/>
                  </a:cubicBezTo>
                  <a:cubicBezTo>
                    <a:pt x="1618679" y="1612011"/>
                    <a:pt x="1761935" y="1571149"/>
                    <a:pt x="1898237" y="1512665"/>
                  </a:cubicBezTo>
                  <a:cubicBezTo>
                    <a:pt x="2010442" y="1464564"/>
                    <a:pt x="2117503" y="1405128"/>
                    <a:pt x="2229136" y="1355598"/>
                  </a:cubicBezTo>
                  <a:cubicBezTo>
                    <a:pt x="2322481" y="1314164"/>
                    <a:pt x="2418969" y="1280160"/>
                    <a:pt x="2512314" y="1238631"/>
                  </a:cubicBezTo>
                  <a:cubicBezTo>
                    <a:pt x="2599087" y="1199960"/>
                    <a:pt x="2683193" y="1154811"/>
                    <a:pt x="2758535" y="1096994"/>
                  </a:cubicBezTo>
                  <a:cubicBezTo>
                    <a:pt x="2825020" y="1046035"/>
                    <a:pt x="2883789" y="985837"/>
                    <a:pt x="2935510" y="919925"/>
                  </a:cubicBezTo>
                  <a:cubicBezTo>
                    <a:pt x="2992184" y="847725"/>
                    <a:pt x="3039904" y="769144"/>
                    <a:pt x="3081719" y="687419"/>
                  </a:cubicBezTo>
                  <a:cubicBezTo>
                    <a:pt x="3138297" y="576739"/>
                    <a:pt x="3314129" y="116776"/>
                    <a:pt x="3356800" y="0"/>
                  </a:cubicBezTo>
                </a:path>
              </a:pathLst>
            </a:custGeom>
            <a:noFill/>
            <a:ln w="9525" cap="rnd">
              <a:solidFill>
                <a:schemeClr val="accent2">
                  <a:alpha val="75000"/>
                </a:schemeClr>
              </a:solidFill>
              <a:prstDash val="lgDash"/>
              <a:round/>
            </a:ln>
          </p:spPr>
          <p:txBody>
            <a:bodyPr rtlCol="0" anchor="ctr"/>
            <a:lstStyle/>
            <a:p>
              <a:endParaRPr lang="en-US"/>
            </a:p>
          </p:txBody>
        </p:sp>
      </p:grpSp>
      <p:sp>
        <p:nvSpPr>
          <p:cNvPr id="2" name="Title Placeholder 1">
            <a:extLst>
              <a:ext uri="{FF2B5EF4-FFF2-40B4-BE49-F238E27FC236}">
                <a16:creationId xmlns:a16="http://schemas.microsoft.com/office/drawing/2014/main" id="{B760C036-BBCE-4F9E-AD56-DD36D4407B25}"/>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en-US"/>
              <a:t>Click to edit Master title style</a:t>
            </a:r>
            <a:endParaRPr lang="en-US" dirty="0"/>
          </a:p>
        </p:txBody>
      </p:sp>
      <p:sp>
        <p:nvSpPr>
          <p:cNvPr id="3" name="Text Placeholder 2">
            <a:extLst>
              <a:ext uri="{FF2B5EF4-FFF2-40B4-BE49-F238E27FC236}">
                <a16:creationId xmlns:a16="http://schemas.microsoft.com/office/drawing/2014/main" id="{E3A5D7EC-1E6A-473F-B5A4-18CDFB6CF95A}"/>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a:extLst>
              <a:ext uri="{FF2B5EF4-FFF2-40B4-BE49-F238E27FC236}">
                <a16:creationId xmlns:a16="http://schemas.microsoft.com/office/drawing/2014/main" id="{9F9981C7-34D5-49A4-949D-715FD4BD8FE0}"/>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lang="en-US" sz="900" kern="1200" cap="all" spc="200" smtClean="0">
                <a:solidFill>
                  <a:schemeClr val="accent1"/>
                </a:solidFill>
                <a:latin typeface="+mn-lt"/>
                <a:ea typeface="+mn-ea"/>
                <a:cs typeface="Segoe UI Semilight" panose="020B0402040204020203" pitchFamily="34" charset="0"/>
              </a:defRPr>
            </a:lvl1pPr>
          </a:lstStyle>
          <a:p>
            <a:fld id="{0DAF61AA-5A98-4049-A93E-477E5505141A}" type="datetimeFigureOut">
              <a:rPr lang="en-US" smtClean="0"/>
              <a:pPr/>
              <a:t>12/15/25</a:t>
            </a:fld>
            <a:endParaRPr lang="en-US" dirty="0"/>
          </a:p>
        </p:txBody>
      </p:sp>
      <p:sp>
        <p:nvSpPr>
          <p:cNvPr id="5" name="Footer Placeholder 4">
            <a:extLst>
              <a:ext uri="{FF2B5EF4-FFF2-40B4-BE49-F238E27FC236}">
                <a16:creationId xmlns:a16="http://schemas.microsoft.com/office/drawing/2014/main" id="{FA85CE6E-733D-4C60-B40B-C7C10CB5AFBA}"/>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lang="en-US" sz="900" kern="1200" cap="all" spc="200" dirty="0">
                <a:solidFill>
                  <a:schemeClr val="accent1"/>
                </a:solidFill>
                <a:latin typeface="+mn-lt"/>
                <a:ea typeface="+mn-ea"/>
                <a:cs typeface="Segoe UI Semilight" panose="020B0402040204020203" pitchFamily="34" charset="0"/>
              </a:defRPr>
            </a:lvl1pPr>
          </a:lstStyle>
          <a:p>
            <a:endParaRPr lang="en-US"/>
          </a:p>
        </p:txBody>
      </p:sp>
      <p:sp>
        <p:nvSpPr>
          <p:cNvPr id="6" name="Slide Number Placeholder 5">
            <a:extLst>
              <a:ext uri="{FF2B5EF4-FFF2-40B4-BE49-F238E27FC236}">
                <a16:creationId xmlns:a16="http://schemas.microsoft.com/office/drawing/2014/main" id="{92D80D8B-7909-4114-8EBA-C3086DC62B08}"/>
              </a:ext>
            </a:extLst>
          </p:cNvPr>
          <p:cNvSpPr>
            <a:spLocks noGrp="1"/>
          </p:cNvSpPr>
          <p:nvPr>
            <p:ph type="sldNum" sz="quarter" idx="4"/>
          </p:nvPr>
        </p:nvSpPr>
        <p:spPr>
          <a:xfrm>
            <a:off x="9906000" y="6356350"/>
            <a:ext cx="1447800" cy="365125"/>
          </a:xfrm>
          <a:prstGeom prst="rect">
            <a:avLst/>
          </a:prstGeom>
        </p:spPr>
        <p:txBody>
          <a:bodyPr vert="horz" lIns="91440" tIns="45720" rIns="91440" bIns="45720" rtlCol="0" anchor="ctr"/>
          <a:lstStyle>
            <a:lvl1pPr algn="r">
              <a:defRPr lang="en-US" sz="900" kern="1200" cap="all" spc="200" smtClean="0">
                <a:solidFill>
                  <a:schemeClr val="accent1"/>
                </a:solidFill>
                <a:latin typeface="+mn-lt"/>
                <a:ea typeface="+mn-ea"/>
                <a:cs typeface="Segoe UI Semilight" panose="020B0402040204020203" pitchFamily="34" charset="0"/>
              </a:defRPr>
            </a:lvl1pPr>
          </a:lstStyle>
          <a:p>
            <a:fld id="{73B850FF-6169-4056-8077-06FFA93A5366}" type="slidenum">
              <a:rPr lang="en-US" smtClean="0"/>
              <a:pPr/>
              <a:t>‹#›</a:t>
            </a:fld>
            <a:endParaRPr lang="en-US"/>
          </a:p>
        </p:txBody>
      </p:sp>
    </p:spTree>
    <p:extLst>
      <p:ext uri="{BB962C8B-B14F-4D97-AF65-F5344CB8AC3E}">
        <p14:creationId xmlns:p14="http://schemas.microsoft.com/office/powerpoint/2010/main" val="925978087"/>
      </p:ext>
    </p:extLst>
  </p:cSld>
  <p:clrMap bg1="lt1" tx1="dk1" bg2="lt2" tx2="dk2" accent1="accent1" accent2="accent2" accent3="accent3" accent4="accent4" accent5="accent5" accent6="accent6" hlink="hlink" folHlink="folHlink"/>
  <p:sldLayoutIdLst>
    <p:sldLayoutId id="2147483727" r:id="rId1"/>
    <p:sldLayoutId id="2147483728" r:id="rId2"/>
    <p:sldLayoutId id="2147483729" r:id="rId3"/>
    <p:sldLayoutId id="2147483730" r:id="rId4"/>
    <p:sldLayoutId id="2147483731" r:id="rId5"/>
    <p:sldLayoutId id="2147483737" r:id="rId6"/>
    <p:sldLayoutId id="2147483732" r:id="rId7"/>
    <p:sldLayoutId id="2147483733" r:id="rId8"/>
    <p:sldLayoutId id="2147483734" r:id="rId9"/>
    <p:sldLayoutId id="2147483736" r:id="rId10"/>
    <p:sldLayoutId id="2147483735" r:id="rId11"/>
  </p:sldLayoutIdLst>
  <p:txStyles>
    <p:titleStyle>
      <a:lvl1pPr algn="l" defTabSz="914400" rtl="0" eaLnBrk="1" latinLnBrk="0" hangingPunct="1">
        <a:lnSpc>
          <a:spcPct val="100000"/>
        </a:lnSpc>
        <a:spcBef>
          <a:spcPct val="0"/>
        </a:spcBef>
        <a:buNone/>
        <a:defRPr sz="4400" kern="1200">
          <a:solidFill>
            <a:schemeClr val="tx2"/>
          </a:solidFill>
          <a:latin typeface="+mj-lt"/>
          <a:ea typeface="+mj-ea"/>
          <a:cs typeface="+mj-cs"/>
        </a:defRPr>
      </a:lvl1pPr>
    </p:titleStyle>
    <p:bodyStyle>
      <a:lvl1pPr marL="228600" indent="-228600" algn="l" defTabSz="914400" rtl="0" eaLnBrk="1" latinLnBrk="0" hangingPunct="1">
        <a:lnSpc>
          <a:spcPct val="110000"/>
        </a:lnSpc>
        <a:spcBef>
          <a:spcPts val="1000"/>
        </a:spcBef>
        <a:buClr>
          <a:schemeClr val="accent5"/>
        </a:buClr>
        <a:buFont typeface="Avenir Next LT Pro" panose="020B0504020202020204" pitchFamily="34" charset="0"/>
        <a:buChar char="+"/>
        <a:defRPr sz="2800" kern="1200">
          <a:solidFill>
            <a:schemeClr val="tx2"/>
          </a:solidFill>
          <a:latin typeface="+mn-lt"/>
          <a:ea typeface="+mn-ea"/>
          <a:cs typeface="+mn-cs"/>
        </a:defRPr>
      </a:lvl1pPr>
      <a:lvl2pPr marL="685800" indent="-228600" algn="l" defTabSz="914400" rtl="0" eaLnBrk="1" latinLnBrk="0" hangingPunct="1">
        <a:lnSpc>
          <a:spcPct val="110000"/>
        </a:lnSpc>
        <a:spcBef>
          <a:spcPts val="500"/>
        </a:spcBef>
        <a:buClr>
          <a:schemeClr val="accent5"/>
        </a:buClr>
        <a:buFont typeface="Avenir Next LT Pro" panose="020B0504020202020204" pitchFamily="34" charset="0"/>
        <a:buChar char="+"/>
        <a:defRPr sz="2400" kern="1200">
          <a:solidFill>
            <a:schemeClr val="tx2"/>
          </a:solidFill>
          <a:latin typeface="+mn-lt"/>
          <a:ea typeface="+mn-ea"/>
          <a:cs typeface="+mn-cs"/>
        </a:defRPr>
      </a:lvl2pPr>
      <a:lvl3pPr marL="1143000" indent="-228600" algn="l" defTabSz="914400" rtl="0" eaLnBrk="1" latinLnBrk="0" hangingPunct="1">
        <a:lnSpc>
          <a:spcPct val="110000"/>
        </a:lnSpc>
        <a:spcBef>
          <a:spcPts val="500"/>
        </a:spcBef>
        <a:buClr>
          <a:schemeClr val="accent5"/>
        </a:buClr>
        <a:buFont typeface="Avenir Next LT Pro" panose="020B0504020202020204" pitchFamily="34" charset="0"/>
        <a:buChar char="+"/>
        <a:defRPr sz="2000" kern="1200">
          <a:solidFill>
            <a:schemeClr val="tx2"/>
          </a:solidFill>
          <a:latin typeface="+mn-lt"/>
          <a:ea typeface="+mn-ea"/>
          <a:cs typeface="+mn-cs"/>
        </a:defRPr>
      </a:lvl3pPr>
      <a:lvl4pPr marL="1600200" indent="-228600" algn="l" defTabSz="914400" rtl="0" eaLnBrk="1" latinLnBrk="0" hangingPunct="1">
        <a:lnSpc>
          <a:spcPct val="110000"/>
        </a:lnSpc>
        <a:spcBef>
          <a:spcPts val="500"/>
        </a:spcBef>
        <a:buClr>
          <a:schemeClr val="accent5"/>
        </a:buClr>
        <a:buFont typeface="Avenir Next LT Pro" panose="020B0504020202020204" pitchFamily="34" charset="0"/>
        <a:buChar char="+"/>
        <a:defRPr sz="1800" kern="1200">
          <a:solidFill>
            <a:schemeClr val="tx2"/>
          </a:solidFill>
          <a:latin typeface="+mn-lt"/>
          <a:ea typeface="+mn-ea"/>
          <a:cs typeface="+mn-cs"/>
        </a:defRPr>
      </a:lvl4pPr>
      <a:lvl5pPr marL="2057400" indent="-228600" algn="l" defTabSz="914400" rtl="0" eaLnBrk="1" latinLnBrk="0" hangingPunct="1">
        <a:lnSpc>
          <a:spcPct val="110000"/>
        </a:lnSpc>
        <a:spcBef>
          <a:spcPts val="500"/>
        </a:spcBef>
        <a:buClr>
          <a:schemeClr val="accent5"/>
        </a:buClr>
        <a:buFont typeface="Avenir Next LT Pro" panose="020B0504020202020204" pitchFamily="34" charset="0"/>
        <a:buChar char="+"/>
        <a:defRPr sz="1800" kern="1200">
          <a:solidFill>
            <a:schemeClr val="tx2"/>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image" Target="../media/image1.jpeg"/><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3" Type="http://schemas.openxmlformats.org/officeDocument/2006/relationships/diagramLayout" Target="../diagrams/layout1.xml"/><Relationship Id="rId2" Type="http://schemas.openxmlformats.org/officeDocument/2006/relationships/diagramData" Target="../diagrams/data1.xml"/><Relationship Id="rId1" Type="http://schemas.openxmlformats.org/officeDocument/2006/relationships/slideLayout" Target="../slideLayouts/slideLayout2.xml"/><Relationship Id="rId6" Type="http://schemas.microsoft.com/office/2007/relationships/diagramDrawing" Target="../diagrams/drawing1.xml"/><Relationship Id="rId5" Type="http://schemas.openxmlformats.org/officeDocument/2006/relationships/diagramColors" Target="../diagrams/colors1.xml"/><Relationship Id="rId4" Type="http://schemas.openxmlformats.org/officeDocument/2006/relationships/diagramQuickStyle" Target="../diagrams/quickStyle1.xml"/></Relationships>
</file>

<file path=ppt/slides/_rels/slide3.xml.rels><?xml version="1.0" encoding="UTF-8" standalone="yes"?>
<Relationships xmlns="http://schemas.openxmlformats.org/package/2006/relationships"><Relationship Id="rId3" Type="http://schemas.openxmlformats.org/officeDocument/2006/relationships/diagramData" Target="../diagrams/data2.xml"/><Relationship Id="rId7" Type="http://schemas.microsoft.com/office/2007/relationships/diagramDrawing" Target="../diagrams/drawing2.xml"/><Relationship Id="rId2" Type="http://schemas.openxmlformats.org/officeDocument/2006/relationships/image" Target="../media/image2.png"/><Relationship Id="rId1" Type="http://schemas.openxmlformats.org/officeDocument/2006/relationships/slideLayout" Target="../slideLayouts/slideLayout2.xml"/><Relationship Id="rId6" Type="http://schemas.openxmlformats.org/officeDocument/2006/relationships/diagramColors" Target="../diagrams/colors2.xml"/><Relationship Id="rId5" Type="http://schemas.openxmlformats.org/officeDocument/2006/relationships/diagramQuickStyle" Target="../diagrams/quickStyle2.xml"/><Relationship Id="rId4" Type="http://schemas.openxmlformats.org/officeDocument/2006/relationships/diagramLayout" Target="../diagrams/layout2.xml"/></Relationships>
</file>

<file path=ppt/slides/_rels/slide4.xml.rels><?xml version="1.0" encoding="UTF-8" standalone="yes"?>
<Relationships xmlns="http://schemas.openxmlformats.org/package/2006/relationships"><Relationship Id="rId3" Type="http://schemas.openxmlformats.org/officeDocument/2006/relationships/image" Target="../media/image14.svg"/><Relationship Id="rId2" Type="http://schemas.openxmlformats.org/officeDocument/2006/relationships/image" Target="../media/image13.png"/><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3" Type="http://schemas.openxmlformats.org/officeDocument/2006/relationships/image" Target="../media/image16.png"/><Relationship Id="rId2" Type="http://schemas.openxmlformats.org/officeDocument/2006/relationships/image" Target="../media/image15.png"/><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3" Type="http://schemas.openxmlformats.org/officeDocument/2006/relationships/image" Target="../media/image18.svg"/><Relationship Id="rId2" Type="http://schemas.openxmlformats.org/officeDocument/2006/relationships/image" Target="../media/image17.png"/><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3" Type="http://schemas.openxmlformats.org/officeDocument/2006/relationships/image" Target="../media/image20.png"/><Relationship Id="rId2" Type="http://schemas.openxmlformats.org/officeDocument/2006/relationships/image" Target="../media/image19.png"/><Relationship Id="rId1" Type="http://schemas.openxmlformats.org/officeDocument/2006/relationships/slideLayout" Target="../slideLayouts/slideLayout2.xml"/><Relationship Id="rId4" Type="http://schemas.openxmlformats.org/officeDocument/2006/relationships/image" Target="../media/image21.png"/></Relationships>
</file>

<file path=ppt/slides/_rels/slide9.xml.rels><?xml version="1.0" encoding="UTF-8" standalone="yes"?>
<Relationships xmlns="http://schemas.openxmlformats.org/package/2006/relationships"><Relationship Id="rId3" Type="http://schemas.openxmlformats.org/officeDocument/2006/relationships/diagramLayout" Target="../diagrams/layout3.xml"/><Relationship Id="rId2" Type="http://schemas.openxmlformats.org/officeDocument/2006/relationships/diagramData" Target="../diagrams/data3.xml"/><Relationship Id="rId1" Type="http://schemas.openxmlformats.org/officeDocument/2006/relationships/slideLayout" Target="../slideLayouts/slideLayout2.xml"/><Relationship Id="rId6" Type="http://schemas.microsoft.com/office/2007/relationships/diagramDrawing" Target="../diagrams/drawing3.xml"/><Relationship Id="rId5" Type="http://schemas.openxmlformats.org/officeDocument/2006/relationships/diagramColors" Target="../diagrams/colors3.xml"/><Relationship Id="rId4" Type="http://schemas.openxmlformats.org/officeDocument/2006/relationships/diagramQuickStyle" Target="../diagrams/quickStyle3.xml"/></Relationships>
</file>

<file path=ppt/slides/_rels/slide10.xml.rels><?xml version="1.0" encoding="UTF-8" standalone="yes"?>
<Relationships xmlns="http://schemas.openxmlformats.org/package/2006/relationships"><Relationship Id="rId3" Type="http://schemas.openxmlformats.org/officeDocument/2006/relationships/diagramLayout" Target="../diagrams/layout4.xml"/><Relationship Id="rId2" Type="http://schemas.openxmlformats.org/officeDocument/2006/relationships/diagramData" Target="../diagrams/data4.xml"/><Relationship Id="rId1" Type="http://schemas.openxmlformats.org/officeDocument/2006/relationships/slideLayout" Target="../slideLayouts/slideLayout2.xml"/><Relationship Id="rId6" Type="http://schemas.microsoft.com/office/2007/relationships/diagramDrawing" Target="../diagrams/drawing4.xml"/><Relationship Id="rId5" Type="http://schemas.openxmlformats.org/officeDocument/2006/relationships/diagramColors" Target="../diagrams/colors4.xml"/><Relationship Id="rId4" Type="http://schemas.openxmlformats.org/officeDocument/2006/relationships/diagramQuickStyle" Target="../diagrams/quickStyle4.xml"/></Relationships>
</file>

<file path=ppt/slides/_rels/slide11.xml.rels><?xml version="1.0" encoding="UTF-8" standalone="yes"?>
<Relationships xmlns="http://schemas.openxmlformats.org/package/2006/relationships"><Relationship Id="rId2" Type="http://schemas.openxmlformats.org/officeDocument/2006/relationships/image" Target="../media/image22.png"/><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3" Type="http://schemas.openxmlformats.org/officeDocument/2006/relationships/diagramLayout" Target="../diagrams/layout5.xml"/><Relationship Id="rId2" Type="http://schemas.openxmlformats.org/officeDocument/2006/relationships/diagramData" Target="../diagrams/data5.xml"/><Relationship Id="rId1" Type="http://schemas.openxmlformats.org/officeDocument/2006/relationships/slideLayout" Target="../slideLayouts/slideLayout2.xml"/><Relationship Id="rId6" Type="http://schemas.microsoft.com/office/2007/relationships/diagramDrawing" Target="../diagrams/drawing5.xml"/><Relationship Id="rId5" Type="http://schemas.openxmlformats.org/officeDocument/2006/relationships/diagramColors" Target="../diagrams/colors5.xml"/><Relationship Id="rId4" Type="http://schemas.openxmlformats.org/officeDocument/2006/relationships/diagramQuickStyle" Target="../diagrams/quickStyle5.xml"/></Relationships>
</file>

<file path=ppt/slides/_rels/slide13.xml.rels><?xml version="1.0" encoding="UTF-8" standalone="yes"?>
<Relationships xmlns="http://schemas.openxmlformats.org/package/2006/relationships"><Relationship Id="rId2" Type="http://schemas.openxmlformats.org/officeDocument/2006/relationships/image" Target="../media/image23.png"/><Relationship Id="rId1" Type="http://schemas.openxmlformats.org/officeDocument/2006/relationships/slideLayout" Target="../slideLayouts/slideLayout2.xml"/></Relationships>
</file>

<file path=ppt/slides/_rels/slide14.xml.rels><?xml version="1.0" encoding="UTF-8" standalone="yes"?>
<Relationships xmlns="http://schemas.openxmlformats.org/package/2006/relationships"><Relationship Id="rId2" Type="http://schemas.openxmlformats.org/officeDocument/2006/relationships/image" Target="../media/image24.png"/><Relationship Id="rId1" Type="http://schemas.openxmlformats.org/officeDocument/2006/relationships/slideLayout" Target="../slideLayouts/slideLayout2.xml"/></Relationships>
</file>

<file path=ppt/slides/_rels/slide15.xml.rels><?xml version="1.0" encoding="UTF-8" standalone="yes"?>
<Relationships xmlns="http://schemas.openxmlformats.org/package/2006/relationships"><Relationship Id="rId3" Type="http://schemas.openxmlformats.org/officeDocument/2006/relationships/image" Target="../media/image25.png"/><Relationship Id="rId2" Type="http://schemas.openxmlformats.org/officeDocument/2006/relationships/notesSlide" Target="../notesSlides/notesSlide1.xml"/><Relationship Id="rId1" Type="http://schemas.openxmlformats.org/officeDocument/2006/relationships/slideLayout" Target="../slideLayouts/slideLayout2.xml"/><Relationship Id="rId4" Type="http://schemas.openxmlformats.org/officeDocument/2006/relationships/image" Target="../media/image26.svg"/></Relationships>
</file>

<file path=ppt/slides/_rels/slide16.xml.rels><?xml version="1.0" encoding="UTF-8" standalone="yes"?>
<Relationships xmlns="http://schemas.openxmlformats.org/package/2006/relationships"><Relationship Id="rId2" Type="http://schemas.openxmlformats.org/officeDocument/2006/relationships/image" Target="../media/image27.png"/><Relationship Id="rId1" Type="http://schemas.openxmlformats.org/officeDocument/2006/relationships/slideLayout" Target="../slideLayouts/slideLayout2.xml"/></Relationships>
</file>

<file path=ppt/slides/_rels/slide17.xml.rels><?xml version="1.0" encoding="UTF-8" standalone="yes"?>
<Relationships xmlns="http://schemas.openxmlformats.org/package/2006/relationships"><Relationship Id="rId2" Type="http://schemas.openxmlformats.org/officeDocument/2006/relationships/image" Target="../media/image28.png"/><Relationship Id="rId1" Type="http://schemas.openxmlformats.org/officeDocument/2006/relationships/slideLayout" Target="../slideLayouts/slideLayout2.xml"/></Relationships>
</file>

<file path=ppt/slides/_rels/slide18.xml.rels><?xml version="1.0" encoding="UTF-8" standalone="yes"?>
<Relationships xmlns="http://schemas.openxmlformats.org/package/2006/relationships"><Relationship Id="rId2" Type="http://schemas.openxmlformats.org/officeDocument/2006/relationships/image" Target="../media/image29.png"/><Relationship Id="rId1" Type="http://schemas.openxmlformats.org/officeDocument/2006/relationships/slideLayout" Target="../slideLayouts/slideLayout2.xml"/></Relationships>
</file>

<file path=ppt/slides/_rels/slide19.xml.rels><?xml version="1.0" encoding="UTF-8" standalone="yes"?>
<Relationships xmlns="http://schemas.openxmlformats.org/package/2006/relationships"><Relationship Id="rId2" Type="http://schemas.openxmlformats.org/officeDocument/2006/relationships/image" Target="../media/image30.png"/><Relationship Id="rId1" Type="http://schemas.openxmlformats.org/officeDocument/2006/relationships/slideLayout" Target="../slideLayouts/slideLayout2.xml"/></Relationships>
</file>

<file path=ppt/slides/_rels/slide20.xml.rels><?xml version="1.0" encoding="UTF-8" standalone="yes"?>
<Relationships xmlns="http://schemas.openxmlformats.org/package/2006/relationships"><Relationship Id="rId3" Type="http://schemas.openxmlformats.org/officeDocument/2006/relationships/image" Target="../media/image32.png"/><Relationship Id="rId2" Type="http://schemas.openxmlformats.org/officeDocument/2006/relationships/image" Target="../media/image31.png"/><Relationship Id="rId1" Type="http://schemas.openxmlformats.org/officeDocument/2006/relationships/slideLayout" Target="../slideLayouts/slideLayout2.xml"/></Relationships>
</file>

<file path=ppt/slides/_rels/slide21.xml.rels><?xml version="1.0" encoding="UTF-8" standalone="yes"?>
<Relationships xmlns="http://schemas.openxmlformats.org/package/2006/relationships"><Relationship Id="rId2" Type="http://schemas.openxmlformats.org/officeDocument/2006/relationships/image" Target="../media/image33.png"/><Relationship Id="rId1" Type="http://schemas.openxmlformats.org/officeDocument/2006/relationships/slideLayout" Target="../slideLayouts/slideLayout2.xml"/></Relationships>
</file>

<file path=ppt/slides/_rels/slide22.xml.rels><?xml version="1.0" encoding="UTF-8" standalone="yes"?>
<Relationships xmlns="http://schemas.openxmlformats.org/package/2006/relationships"><Relationship Id="rId2" Type="http://schemas.openxmlformats.org/officeDocument/2006/relationships/image" Target="../media/image34.png"/><Relationship Id="rId1" Type="http://schemas.openxmlformats.org/officeDocument/2006/relationships/slideLayout" Target="../slideLayouts/slideLayout2.xml"/></Relationships>
</file>

<file path=ppt/slides/_rels/slide23.xml.rels><?xml version="1.0" encoding="UTF-8" standalone="yes"?>
<Relationships xmlns="http://schemas.openxmlformats.org/package/2006/relationships"><Relationship Id="rId2" Type="http://schemas.openxmlformats.org/officeDocument/2006/relationships/image" Target="../media/image35.png"/><Relationship Id="rId1" Type="http://schemas.openxmlformats.org/officeDocument/2006/relationships/slideLayout" Target="../slideLayouts/slideLayout2.xml"/></Relationships>
</file>

<file path=ppt/slides/_rels/slide24.xml.rels><?xml version="1.0" encoding="UTF-8" standalone="yes"?>
<Relationships xmlns="http://schemas.openxmlformats.org/package/2006/relationships"><Relationship Id="rId2" Type="http://schemas.openxmlformats.org/officeDocument/2006/relationships/image" Target="../media/image36.png"/><Relationship Id="rId1" Type="http://schemas.openxmlformats.org/officeDocument/2006/relationships/slideLayout" Target="../slideLayouts/slideLayout2.xml"/></Relationships>
</file>

<file path=ppt/slides/_rels/slide25.xml.rels><?xml version="1.0" encoding="UTF-8" standalone="yes"?>
<Relationships xmlns="http://schemas.openxmlformats.org/package/2006/relationships"><Relationship Id="rId3" Type="http://schemas.openxmlformats.org/officeDocument/2006/relationships/diagramLayout" Target="../diagrams/layout6.xml"/><Relationship Id="rId2" Type="http://schemas.openxmlformats.org/officeDocument/2006/relationships/diagramData" Target="../diagrams/data6.xml"/><Relationship Id="rId1" Type="http://schemas.openxmlformats.org/officeDocument/2006/relationships/slideLayout" Target="../slideLayouts/slideLayout2.xml"/><Relationship Id="rId6" Type="http://schemas.microsoft.com/office/2007/relationships/diagramDrawing" Target="../diagrams/drawing6.xml"/><Relationship Id="rId5" Type="http://schemas.openxmlformats.org/officeDocument/2006/relationships/diagramColors" Target="../diagrams/colors6.xml"/><Relationship Id="rId4" Type="http://schemas.openxmlformats.org/officeDocument/2006/relationships/diagramQuickStyle" Target="../diagrams/quickStyle6.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9" name="Rectangle 8">
            <a:extLst>
              <a:ext uri="{FF2B5EF4-FFF2-40B4-BE49-F238E27FC236}">
                <a16:creationId xmlns:a16="http://schemas.microsoft.com/office/drawing/2014/main" id="{F1174801-1395-44C5-9B00-CCAC45C056E7}"/>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88952" cy="6858000"/>
          </a:xfrm>
          <a:prstGeom prst="rect">
            <a:avLst/>
          </a:prstGeom>
          <a:ln>
            <a:solidFill>
              <a:schemeClr val="bg1">
                <a:lumMod val="9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solidFill>
                <a:schemeClr val="tx1">
                  <a:lumMod val="65000"/>
                  <a:lumOff val="35000"/>
                </a:schemeClr>
              </a:solidFill>
              <a:latin typeface="AvenirNext LT Pro Medium" panose="020B0504020202020204" pitchFamily="34" charset="0"/>
            </a:endParaRPr>
          </a:p>
        </p:txBody>
      </p:sp>
      <p:sp>
        <p:nvSpPr>
          <p:cNvPr id="11" name="Rectangle 10">
            <a:extLst>
              <a:ext uri="{FF2B5EF4-FFF2-40B4-BE49-F238E27FC236}">
                <a16:creationId xmlns:a16="http://schemas.microsoft.com/office/drawing/2014/main" id="{996DFAFB-BCE1-4BEC-82FB-D574234DEF0A}"/>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88952" cy="6858000"/>
          </a:xfrm>
          <a:prstGeom prst="rect">
            <a:avLst/>
          </a:prstGeom>
          <a:solidFill>
            <a:schemeClr val="bg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solidFill>
                <a:schemeClr val="tx1">
                  <a:lumMod val="65000"/>
                  <a:lumOff val="35000"/>
                </a:schemeClr>
              </a:solidFill>
              <a:latin typeface="AvenirNext LT Pro Medium" panose="020B0504020202020204" pitchFamily="34" charset="0"/>
            </a:endParaRPr>
          </a:p>
        </p:txBody>
      </p:sp>
      <p:sp>
        <p:nvSpPr>
          <p:cNvPr id="2" name="Title 1">
            <a:extLst>
              <a:ext uri="{FF2B5EF4-FFF2-40B4-BE49-F238E27FC236}">
                <a16:creationId xmlns:a16="http://schemas.microsoft.com/office/drawing/2014/main" id="{38C9E53E-E92D-DF29-2414-6A2BFE20577F}"/>
              </a:ext>
            </a:extLst>
          </p:cNvPr>
          <p:cNvSpPr>
            <a:spLocks noGrp="1"/>
          </p:cNvSpPr>
          <p:nvPr>
            <p:ph type="ctrTitle"/>
          </p:nvPr>
        </p:nvSpPr>
        <p:spPr>
          <a:xfrm>
            <a:off x="996275" y="4098524"/>
            <a:ext cx="5996628" cy="2226076"/>
          </a:xfrm>
        </p:spPr>
        <p:txBody>
          <a:bodyPr anchor="ctr">
            <a:normAutofit/>
          </a:bodyPr>
          <a:lstStyle/>
          <a:p>
            <a:pPr algn="l"/>
            <a:r>
              <a:rPr lang="en-US" sz="5400"/>
              <a:t>Sharding Simulations</a:t>
            </a:r>
            <a:endParaRPr lang="en-US" sz="5400" dirty="0"/>
          </a:p>
        </p:txBody>
      </p:sp>
      <p:grpSp>
        <p:nvGrpSpPr>
          <p:cNvPr id="13" name="Bottom Right">
            <a:extLst>
              <a:ext uri="{FF2B5EF4-FFF2-40B4-BE49-F238E27FC236}">
                <a16:creationId xmlns:a16="http://schemas.microsoft.com/office/drawing/2014/main" id="{FD57FA8A-6F6A-4738-A4C4-A1CA44170603}"/>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7980400" y="3276601"/>
            <a:ext cx="4211600" cy="3581399"/>
            <a:chOff x="7980400" y="3276601"/>
            <a:chExt cx="4211600" cy="3581399"/>
          </a:xfrm>
        </p:grpSpPr>
        <p:sp>
          <p:nvSpPr>
            <p:cNvPr id="14" name="Freeform: Shape 13">
              <a:extLst>
                <a:ext uri="{FF2B5EF4-FFF2-40B4-BE49-F238E27FC236}">
                  <a16:creationId xmlns:a16="http://schemas.microsoft.com/office/drawing/2014/main" id="{B722FA65-4717-473D-935C-1E9703E21348}"/>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10439256" y="6178637"/>
              <a:ext cx="1482102" cy="679363"/>
            </a:xfrm>
            <a:custGeom>
              <a:avLst/>
              <a:gdLst>
                <a:gd name="connsiteX0" fmla="*/ 741051 w 1482102"/>
                <a:gd name="connsiteY0" fmla="*/ 0 h 679363"/>
                <a:gd name="connsiteX1" fmla="*/ 1473822 w 1482102"/>
                <a:gd name="connsiteY1" fmla="*/ 597226 h 679363"/>
                <a:gd name="connsiteX2" fmla="*/ 1482102 w 1482102"/>
                <a:gd name="connsiteY2" fmla="*/ 679363 h 679363"/>
                <a:gd name="connsiteX3" fmla="*/ 0 w 1482102"/>
                <a:gd name="connsiteY3" fmla="*/ 679363 h 679363"/>
                <a:gd name="connsiteX4" fmla="*/ 8280 w 1482102"/>
                <a:gd name="connsiteY4" fmla="*/ 597226 h 679363"/>
                <a:gd name="connsiteX5" fmla="*/ 741051 w 1482102"/>
                <a:gd name="connsiteY5" fmla="*/ 0 h 67936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1482102" h="679363">
                  <a:moveTo>
                    <a:pt x="741051" y="0"/>
                  </a:moveTo>
                  <a:cubicBezTo>
                    <a:pt x="1102506" y="0"/>
                    <a:pt x="1404077" y="256390"/>
                    <a:pt x="1473822" y="597226"/>
                  </a:cubicBezTo>
                  <a:lnTo>
                    <a:pt x="1482102" y="679363"/>
                  </a:lnTo>
                  <a:lnTo>
                    <a:pt x="0" y="679363"/>
                  </a:lnTo>
                  <a:lnTo>
                    <a:pt x="8280" y="597226"/>
                  </a:lnTo>
                  <a:cubicBezTo>
                    <a:pt x="78025" y="256390"/>
                    <a:pt x="379596" y="0"/>
                    <a:pt x="741051" y="0"/>
                  </a:cubicBezTo>
                  <a:close/>
                </a:path>
              </a:pathLst>
            </a:cu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dirty="0">
                <a:solidFill>
                  <a:schemeClr val="tx1">
                    <a:lumMod val="65000"/>
                    <a:lumOff val="35000"/>
                  </a:schemeClr>
                </a:solidFill>
                <a:latin typeface="AvenirNext LT Pro Medium" panose="020B0504020202020204" pitchFamily="34" charset="0"/>
              </a:endParaRPr>
            </a:p>
          </p:txBody>
        </p:sp>
        <p:grpSp>
          <p:nvGrpSpPr>
            <p:cNvPr id="15" name="Graphic 157">
              <a:extLst>
                <a:ext uri="{FF2B5EF4-FFF2-40B4-BE49-F238E27FC236}">
                  <a16:creationId xmlns:a16="http://schemas.microsoft.com/office/drawing/2014/main" id="{0481A62F-BE87-4513-97B2-027784C6FB4C}"/>
                </a:ext>
                <a:ext uri="{C183D7F6-B498-43B3-948B-1728B52AA6E4}">
                  <adec:decorative xmlns:adec="http://schemas.microsoft.com/office/drawing/2017/decorative" val="1"/>
                </a:ext>
              </a:extLst>
            </p:cNvPr>
            <p:cNvGrpSpPr/>
            <p:nvPr>
              <p:extLst>
                <p:ext uri="{386F3935-93C4-4BCD-93E2-E3B085C9AB24}">
                  <p16:designElem xmlns:p16="http://schemas.microsoft.com/office/powerpoint/2015/main" val="1"/>
                </p:ext>
              </p:extLst>
            </p:nvPr>
          </p:nvGrpSpPr>
          <p:grpSpPr>
            <a:xfrm>
              <a:off x="8662740" y="3276601"/>
              <a:ext cx="3529260" cy="3581398"/>
              <a:chOff x="4114800" y="1423987"/>
              <a:chExt cx="3961542" cy="4007547"/>
            </a:xfrm>
            <a:noFill/>
          </p:grpSpPr>
          <p:sp>
            <p:nvSpPr>
              <p:cNvPr id="17" name="Freeform: Shape 16">
                <a:extLst>
                  <a:ext uri="{FF2B5EF4-FFF2-40B4-BE49-F238E27FC236}">
                    <a16:creationId xmlns:a16="http://schemas.microsoft.com/office/drawing/2014/main" id="{F00486A8-7935-4814-A88E-8AB913569959}"/>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4114800" y="1423987"/>
                <a:ext cx="3946874" cy="3989641"/>
              </a:xfrm>
              <a:custGeom>
                <a:avLst/>
                <a:gdLst>
                  <a:gd name="connsiteX0" fmla="*/ 0 w 3946874"/>
                  <a:gd name="connsiteY0" fmla="*/ 3989641 h 3989641"/>
                  <a:gd name="connsiteX1" fmla="*/ 79439 w 3946874"/>
                  <a:gd name="connsiteY1" fmla="*/ 3891153 h 3989641"/>
                  <a:gd name="connsiteX2" fmla="*/ 297371 w 3946874"/>
                  <a:gd name="connsiteY2" fmla="*/ 3626930 h 3989641"/>
                  <a:gd name="connsiteX3" fmla="*/ 454343 w 3946874"/>
                  <a:gd name="connsiteY3" fmla="*/ 3440335 h 3989641"/>
                  <a:gd name="connsiteX4" fmla="*/ 622363 w 3946874"/>
                  <a:gd name="connsiteY4" fmla="*/ 3290697 h 3989641"/>
                  <a:gd name="connsiteX5" fmla="*/ 927068 w 3946874"/>
                  <a:gd name="connsiteY5" fmla="*/ 3087434 h 3989641"/>
                  <a:gd name="connsiteX6" fmla="*/ 1176338 w 3946874"/>
                  <a:gd name="connsiteY6" fmla="*/ 2915603 h 3989641"/>
                  <a:gd name="connsiteX7" fmla="*/ 1394270 w 3946874"/>
                  <a:gd name="connsiteY7" fmla="*/ 2780729 h 3989641"/>
                  <a:gd name="connsiteX8" fmla="*/ 1601057 w 3946874"/>
                  <a:gd name="connsiteY8" fmla="*/ 2723483 h 3989641"/>
                  <a:gd name="connsiteX9" fmla="*/ 1756220 w 3946874"/>
                  <a:gd name="connsiteY9" fmla="*/ 2743772 h 3989641"/>
                  <a:gd name="connsiteX10" fmla="*/ 1889189 w 3946874"/>
                  <a:gd name="connsiteY10" fmla="*/ 2765965 h 3989641"/>
                  <a:gd name="connsiteX11" fmla="*/ 2007394 w 3946874"/>
                  <a:gd name="connsiteY11" fmla="*/ 2765965 h 3989641"/>
                  <a:gd name="connsiteX12" fmla="*/ 2184654 w 3946874"/>
                  <a:gd name="connsiteY12" fmla="*/ 2671763 h 3989641"/>
                  <a:gd name="connsiteX13" fmla="*/ 2372773 w 3946874"/>
                  <a:gd name="connsiteY13" fmla="*/ 2538984 h 3989641"/>
                  <a:gd name="connsiteX14" fmla="*/ 2439543 w 3946874"/>
                  <a:gd name="connsiteY14" fmla="*/ 2510504 h 3989641"/>
                  <a:gd name="connsiteX15" fmla="*/ 2650617 w 3946874"/>
                  <a:gd name="connsiteY15" fmla="*/ 2434781 h 3989641"/>
                  <a:gd name="connsiteX16" fmla="*/ 2785110 w 3946874"/>
                  <a:gd name="connsiteY16" fmla="*/ 2383060 h 3989641"/>
                  <a:gd name="connsiteX17" fmla="*/ 2897315 w 3946874"/>
                  <a:gd name="connsiteY17" fmla="*/ 2318861 h 3989641"/>
                  <a:gd name="connsiteX18" fmla="*/ 2997994 w 3946874"/>
                  <a:gd name="connsiteY18" fmla="*/ 2226183 h 3989641"/>
                  <a:gd name="connsiteX19" fmla="*/ 3061240 w 3946874"/>
                  <a:gd name="connsiteY19" fmla="*/ 2141506 h 3989641"/>
                  <a:gd name="connsiteX20" fmla="*/ 3152108 w 3946874"/>
                  <a:gd name="connsiteY20" fmla="*/ 2005203 h 3989641"/>
                  <a:gd name="connsiteX21" fmla="*/ 3274124 w 3946874"/>
                  <a:gd name="connsiteY21" fmla="*/ 1871567 h 3989641"/>
                  <a:gd name="connsiteX22" fmla="*/ 3388138 w 3946874"/>
                  <a:gd name="connsiteY22" fmla="*/ 1770888 h 3989641"/>
                  <a:gd name="connsiteX23" fmla="*/ 3466529 w 3946874"/>
                  <a:gd name="connsiteY23" fmla="*/ 1679162 h 3989641"/>
                  <a:gd name="connsiteX24" fmla="*/ 3538633 w 3946874"/>
                  <a:gd name="connsiteY24" fmla="*/ 1551718 h 3989641"/>
                  <a:gd name="connsiteX25" fmla="*/ 3588544 w 3946874"/>
                  <a:gd name="connsiteY25" fmla="*/ 1376172 h 3989641"/>
                  <a:gd name="connsiteX26" fmla="*/ 3597402 w 3946874"/>
                  <a:gd name="connsiteY26" fmla="*/ 1293305 h 3989641"/>
                  <a:gd name="connsiteX27" fmla="*/ 3721227 w 3946874"/>
                  <a:gd name="connsiteY27" fmla="*/ 880491 h 3989641"/>
                  <a:gd name="connsiteX28" fmla="*/ 3761137 w 3946874"/>
                  <a:gd name="connsiteY28" fmla="*/ 463677 h 3989641"/>
                  <a:gd name="connsiteX29" fmla="*/ 3946874 w 3946874"/>
                  <a:gd name="connsiteY29" fmla="*/ 0 h 398964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Lst>
                <a:rect l="l" t="t" r="r" b="b"/>
                <a:pathLst>
                  <a:path w="3946874" h="3989641">
                    <a:moveTo>
                      <a:pt x="0" y="3989641"/>
                    </a:moveTo>
                    <a:cubicBezTo>
                      <a:pt x="19050" y="3957257"/>
                      <a:pt x="50959" y="3916013"/>
                      <a:pt x="79439" y="3891153"/>
                    </a:cubicBezTo>
                    <a:cubicBezTo>
                      <a:pt x="165544" y="3815906"/>
                      <a:pt x="227933" y="3717989"/>
                      <a:pt x="297371" y="3626930"/>
                    </a:cubicBezTo>
                    <a:cubicBezTo>
                      <a:pt x="346615" y="3562255"/>
                      <a:pt x="398050" y="3499009"/>
                      <a:pt x="454343" y="3440335"/>
                    </a:cubicBezTo>
                    <a:cubicBezTo>
                      <a:pt x="506349" y="3386042"/>
                      <a:pt x="562642" y="3336227"/>
                      <a:pt x="622363" y="3290697"/>
                    </a:cubicBezTo>
                    <a:cubicBezTo>
                      <a:pt x="719519" y="3216688"/>
                      <a:pt x="824960" y="3154585"/>
                      <a:pt x="927068" y="3087434"/>
                    </a:cubicBezTo>
                    <a:cubicBezTo>
                      <a:pt x="1011365" y="3031998"/>
                      <a:pt x="1093565" y="2973324"/>
                      <a:pt x="1176338" y="2915603"/>
                    </a:cubicBezTo>
                    <a:cubicBezTo>
                      <a:pt x="1246537" y="2866644"/>
                      <a:pt x="1317308" y="2818066"/>
                      <a:pt x="1394270" y="2780729"/>
                    </a:cubicBezTo>
                    <a:cubicBezTo>
                      <a:pt x="1459421" y="2749106"/>
                      <a:pt x="1528763" y="2724436"/>
                      <a:pt x="1601057" y="2723483"/>
                    </a:cubicBezTo>
                    <a:cubicBezTo>
                      <a:pt x="1653350" y="2722721"/>
                      <a:pt x="1704785" y="2733485"/>
                      <a:pt x="1756220" y="2743772"/>
                    </a:cubicBezTo>
                    <a:cubicBezTo>
                      <a:pt x="1800320" y="2752630"/>
                      <a:pt x="1844612" y="2760250"/>
                      <a:pt x="1889189" y="2765965"/>
                    </a:cubicBezTo>
                    <a:cubicBezTo>
                      <a:pt x="1928622" y="2771013"/>
                      <a:pt x="1968437" y="2773299"/>
                      <a:pt x="2007394" y="2765965"/>
                    </a:cubicBezTo>
                    <a:cubicBezTo>
                      <a:pt x="2073878" y="2753487"/>
                      <a:pt x="2130647" y="2712911"/>
                      <a:pt x="2184654" y="2671763"/>
                    </a:cubicBezTo>
                    <a:cubicBezTo>
                      <a:pt x="2245900" y="2625090"/>
                      <a:pt x="2304002" y="2573465"/>
                      <a:pt x="2372773" y="2538984"/>
                    </a:cubicBezTo>
                    <a:cubicBezTo>
                      <a:pt x="2394395" y="2528126"/>
                      <a:pt x="2416874" y="2518982"/>
                      <a:pt x="2439543" y="2510504"/>
                    </a:cubicBezTo>
                    <a:cubicBezTo>
                      <a:pt x="2509552" y="2484215"/>
                      <a:pt x="2580037" y="2459450"/>
                      <a:pt x="2650617" y="2434781"/>
                    </a:cubicBezTo>
                    <a:cubicBezTo>
                      <a:pt x="2695956" y="2418874"/>
                      <a:pt x="2741295" y="2402872"/>
                      <a:pt x="2785110" y="2383060"/>
                    </a:cubicBezTo>
                    <a:cubicBezTo>
                      <a:pt x="2824448" y="2365248"/>
                      <a:pt x="2862358" y="2344198"/>
                      <a:pt x="2897315" y="2318861"/>
                    </a:cubicBezTo>
                    <a:cubicBezTo>
                      <a:pt x="2934367" y="2292096"/>
                      <a:pt x="2968085" y="2260854"/>
                      <a:pt x="2997994" y="2226183"/>
                    </a:cubicBezTo>
                    <a:cubicBezTo>
                      <a:pt x="3020949" y="2199513"/>
                      <a:pt x="3041714" y="2170938"/>
                      <a:pt x="3061240" y="2141506"/>
                    </a:cubicBezTo>
                    <a:cubicBezTo>
                      <a:pt x="3091529" y="2095976"/>
                      <a:pt x="3119533" y="2049018"/>
                      <a:pt x="3152108" y="2005203"/>
                    </a:cubicBezTo>
                    <a:cubicBezTo>
                      <a:pt x="3188113" y="1956626"/>
                      <a:pt x="3229261" y="1912144"/>
                      <a:pt x="3274124" y="1871567"/>
                    </a:cubicBezTo>
                    <a:cubicBezTo>
                      <a:pt x="3311747" y="1837563"/>
                      <a:pt x="3351848" y="1806321"/>
                      <a:pt x="3388138" y="1770888"/>
                    </a:cubicBezTo>
                    <a:cubicBezTo>
                      <a:pt x="3416999" y="1742694"/>
                      <a:pt x="3443002" y="1711833"/>
                      <a:pt x="3466529" y="1679162"/>
                    </a:cubicBezTo>
                    <a:cubicBezTo>
                      <a:pt x="3495008" y="1639348"/>
                      <a:pt x="3519392" y="1596771"/>
                      <a:pt x="3538633" y="1551718"/>
                    </a:cubicBezTo>
                    <a:cubicBezTo>
                      <a:pt x="3562731" y="1495616"/>
                      <a:pt x="3578924" y="1436465"/>
                      <a:pt x="3588544" y="1376172"/>
                    </a:cubicBezTo>
                    <a:cubicBezTo>
                      <a:pt x="3592925" y="1348740"/>
                      <a:pt x="3595688" y="1321022"/>
                      <a:pt x="3597402" y="1293305"/>
                    </a:cubicBezTo>
                    <a:cubicBezTo>
                      <a:pt x="3605974" y="1155859"/>
                      <a:pt x="3717703" y="1018127"/>
                      <a:pt x="3721227" y="880491"/>
                    </a:cubicBezTo>
                    <a:cubicBezTo>
                      <a:pt x="3724751" y="740855"/>
                      <a:pt x="3743135" y="602171"/>
                      <a:pt x="3761137" y="463677"/>
                    </a:cubicBezTo>
                    <a:cubicBezTo>
                      <a:pt x="3776186" y="347758"/>
                      <a:pt x="3934968" y="116205"/>
                      <a:pt x="3946874" y="0"/>
                    </a:cubicBezTo>
                  </a:path>
                </a:pathLst>
              </a:custGeom>
              <a:noFill/>
              <a:ln w="9525" cap="rnd">
                <a:solidFill>
                  <a:schemeClr val="accent2">
                    <a:alpha val="35000"/>
                  </a:schemeClr>
                </a:solidFill>
                <a:prstDash val="lgDash"/>
                <a:round/>
              </a:ln>
            </p:spPr>
            <p:txBody>
              <a:bodyPr rtlCol="0" anchor="ctr"/>
              <a:lstStyle/>
              <a:p>
                <a:endParaRPr lang="en-US"/>
              </a:p>
            </p:txBody>
          </p:sp>
          <p:sp>
            <p:nvSpPr>
              <p:cNvPr id="18" name="Freeform: Shape 17">
                <a:extLst>
                  <a:ext uri="{FF2B5EF4-FFF2-40B4-BE49-F238E27FC236}">
                    <a16:creationId xmlns:a16="http://schemas.microsoft.com/office/drawing/2014/main" id="{1D5DFA27-8F9C-4DAD-841C-EC15FDFDF90F}"/>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4395978" y="2441733"/>
                <a:ext cx="3665410" cy="2985611"/>
              </a:xfrm>
              <a:custGeom>
                <a:avLst/>
                <a:gdLst>
                  <a:gd name="connsiteX0" fmla="*/ 0 w 3665410"/>
                  <a:gd name="connsiteY0" fmla="*/ 2985611 h 2985611"/>
                  <a:gd name="connsiteX1" fmla="*/ 166211 w 3665410"/>
                  <a:gd name="connsiteY1" fmla="*/ 2699766 h 2985611"/>
                  <a:gd name="connsiteX2" fmla="*/ 397002 w 3665410"/>
                  <a:gd name="connsiteY2" fmla="*/ 2414969 h 2985611"/>
                  <a:gd name="connsiteX3" fmla="*/ 620173 w 3665410"/>
                  <a:gd name="connsiteY3" fmla="*/ 2237899 h 2985611"/>
                  <a:gd name="connsiteX4" fmla="*/ 823341 w 3665410"/>
                  <a:gd name="connsiteY4" fmla="*/ 2085499 h 2985611"/>
                  <a:gd name="connsiteX5" fmla="*/ 1089565 w 3665410"/>
                  <a:gd name="connsiteY5" fmla="*/ 1911477 h 2985611"/>
                  <a:gd name="connsiteX6" fmla="*/ 1145000 w 3665410"/>
                  <a:gd name="connsiteY6" fmla="*/ 1886807 h 2985611"/>
                  <a:gd name="connsiteX7" fmla="*/ 1375791 w 3665410"/>
                  <a:gd name="connsiteY7" fmla="*/ 1842135 h 2985611"/>
                  <a:gd name="connsiteX8" fmla="*/ 1486567 w 3665410"/>
                  <a:gd name="connsiteY8" fmla="*/ 1857566 h 2985611"/>
                  <a:gd name="connsiteX9" fmla="*/ 1568101 w 3665410"/>
                  <a:gd name="connsiteY9" fmla="*/ 1871377 h 2985611"/>
                  <a:gd name="connsiteX10" fmla="*/ 1810607 w 3665410"/>
                  <a:gd name="connsiteY10" fmla="*/ 1871377 h 2985611"/>
                  <a:gd name="connsiteX11" fmla="*/ 1997964 w 3665410"/>
                  <a:gd name="connsiteY11" fmla="*/ 1790605 h 2985611"/>
                  <a:gd name="connsiteX12" fmla="*/ 2109883 w 3665410"/>
                  <a:gd name="connsiteY12" fmla="*/ 1702784 h 2985611"/>
                  <a:gd name="connsiteX13" fmla="*/ 2321433 w 3665410"/>
                  <a:gd name="connsiteY13" fmla="*/ 1552384 h 2985611"/>
                  <a:gd name="connsiteX14" fmla="*/ 2558891 w 3665410"/>
                  <a:gd name="connsiteY14" fmla="*/ 1453420 h 2985611"/>
                  <a:gd name="connsiteX15" fmla="*/ 2709767 w 3665410"/>
                  <a:gd name="connsiteY15" fmla="*/ 1377887 h 2985611"/>
                  <a:gd name="connsiteX16" fmla="*/ 2885408 w 3665410"/>
                  <a:gd name="connsiteY16" fmla="*/ 1237393 h 2985611"/>
                  <a:gd name="connsiteX17" fmla="*/ 3017711 w 3665410"/>
                  <a:gd name="connsiteY17" fmla="*/ 1072229 h 2985611"/>
                  <a:gd name="connsiteX18" fmla="*/ 3150680 w 3665410"/>
                  <a:gd name="connsiteY18" fmla="*/ 921830 h 2985611"/>
                  <a:gd name="connsiteX19" fmla="*/ 3255169 w 3665410"/>
                  <a:gd name="connsiteY19" fmla="*/ 801815 h 2985611"/>
                  <a:gd name="connsiteX20" fmla="*/ 3339275 w 3665410"/>
                  <a:gd name="connsiteY20" fmla="*/ 694182 h 2985611"/>
                  <a:gd name="connsiteX21" fmla="*/ 3409188 w 3665410"/>
                  <a:gd name="connsiteY21" fmla="*/ 546926 h 2985611"/>
                  <a:gd name="connsiteX22" fmla="*/ 3464243 w 3665410"/>
                  <a:gd name="connsiteY22" fmla="*/ 347663 h 2985611"/>
                  <a:gd name="connsiteX23" fmla="*/ 3665411 w 3665410"/>
                  <a:gd name="connsiteY23" fmla="*/ 0 h 298561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Lst>
                <a:rect l="l" t="t" r="r" b="b"/>
                <a:pathLst>
                  <a:path w="3665410" h="2985611">
                    <a:moveTo>
                      <a:pt x="0" y="2985611"/>
                    </a:moveTo>
                    <a:cubicBezTo>
                      <a:pt x="0" y="2985611"/>
                      <a:pt x="86773" y="2802827"/>
                      <a:pt x="166211" y="2699766"/>
                    </a:cubicBezTo>
                    <a:cubicBezTo>
                      <a:pt x="240983" y="2602706"/>
                      <a:pt x="309182" y="2500122"/>
                      <a:pt x="397002" y="2414969"/>
                    </a:cubicBezTo>
                    <a:cubicBezTo>
                      <a:pt x="465296" y="2348865"/>
                      <a:pt x="543592" y="2294477"/>
                      <a:pt x="620173" y="2237899"/>
                    </a:cubicBezTo>
                    <a:cubicBezTo>
                      <a:pt x="688277" y="2187607"/>
                      <a:pt x="755333" y="2135886"/>
                      <a:pt x="823341" y="2085499"/>
                    </a:cubicBezTo>
                    <a:cubicBezTo>
                      <a:pt x="908685" y="2022253"/>
                      <a:pt x="994791" y="1959197"/>
                      <a:pt x="1089565" y="1911477"/>
                    </a:cubicBezTo>
                    <a:cubicBezTo>
                      <a:pt x="1107662" y="1902428"/>
                      <a:pt x="1126141" y="1894141"/>
                      <a:pt x="1145000" y="1886807"/>
                    </a:cubicBezTo>
                    <a:cubicBezTo>
                      <a:pt x="1218819" y="1858232"/>
                      <a:pt x="1296924" y="1838611"/>
                      <a:pt x="1375791" y="1842135"/>
                    </a:cubicBezTo>
                    <a:cubicBezTo>
                      <a:pt x="1413129" y="1843754"/>
                      <a:pt x="1449896" y="1850422"/>
                      <a:pt x="1486567" y="1857566"/>
                    </a:cubicBezTo>
                    <a:cubicBezTo>
                      <a:pt x="1513618" y="1862804"/>
                      <a:pt x="1540859" y="1867376"/>
                      <a:pt x="1568101" y="1871377"/>
                    </a:cubicBezTo>
                    <a:cubicBezTo>
                      <a:pt x="1648778" y="1883188"/>
                      <a:pt x="1730978" y="1887665"/>
                      <a:pt x="1810607" y="1871377"/>
                    </a:cubicBezTo>
                    <a:cubicBezTo>
                      <a:pt x="1877854" y="1857661"/>
                      <a:pt x="1941100" y="1829086"/>
                      <a:pt x="1997964" y="1790605"/>
                    </a:cubicBezTo>
                    <a:cubicBezTo>
                      <a:pt x="2037302" y="1764030"/>
                      <a:pt x="2073497" y="1733264"/>
                      <a:pt x="2109883" y="1702784"/>
                    </a:cubicBezTo>
                    <a:cubicBezTo>
                      <a:pt x="2176367" y="1647063"/>
                      <a:pt x="2244852" y="1593151"/>
                      <a:pt x="2321433" y="1552384"/>
                    </a:cubicBezTo>
                    <a:cubicBezTo>
                      <a:pt x="2397157" y="1512094"/>
                      <a:pt x="2479548" y="1486281"/>
                      <a:pt x="2558891" y="1453420"/>
                    </a:cubicBezTo>
                    <a:cubicBezTo>
                      <a:pt x="2610898" y="1431798"/>
                      <a:pt x="2661571" y="1407033"/>
                      <a:pt x="2709767" y="1377887"/>
                    </a:cubicBezTo>
                    <a:cubicBezTo>
                      <a:pt x="2774252" y="1338929"/>
                      <a:pt x="2834069" y="1292447"/>
                      <a:pt x="2885408" y="1237393"/>
                    </a:cubicBezTo>
                    <a:cubicBezTo>
                      <a:pt x="2933605" y="1185767"/>
                      <a:pt x="2973324" y="1127093"/>
                      <a:pt x="3017711" y="1072229"/>
                    </a:cubicBezTo>
                    <a:cubicBezTo>
                      <a:pt x="3059811" y="1020223"/>
                      <a:pt x="3105912" y="971645"/>
                      <a:pt x="3150680" y="921830"/>
                    </a:cubicBezTo>
                    <a:cubicBezTo>
                      <a:pt x="3186113" y="882396"/>
                      <a:pt x="3220593" y="842010"/>
                      <a:pt x="3255169" y="801815"/>
                    </a:cubicBezTo>
                    <a:cubicBezTo>
                      <a:pt x="3284887" y="767239"/>
                      <a:pt x="3314605" y="732473"/>
                      <a:pt x="3339275" y="694182"/>
                    </a:cubicBezTo>
                    <a:cubicBezTo>
                      <a:pt x="3368707" y="648367"/>
                      <a:pt x="3390138" y="597980"/>
                      <a:pt x="3409188" y="546926"/>
                    </a:cubicBezTo>
                    <a:cubicBezTo>
                      <a:pt x="3433382" y="482156"/>
                      <a:pt x="3453384" y="415861"/>
                      <a:pt x="3464243" y="347663"/>
                    </a:cubicBezTo>
                    <a:cubicBezTo>
                      <a:pt x="3476244" y="272224"/>
                      <a:pt x="3661696" y="76295"/>
                      <a:pt x="3665411" y="0"/>
                    </a:cubicBezTo>
                  </a:path>
                </a:pathLst>
              </a:custGeom>
              <a:noFill/>
              <a:ln w="9525" cap="rnd">
                <a:solidFill>
                  <a:schemeClr val="accent2">
                    <a:alpha val="35000"/>
                  </a:schemeClr>
                </a:solidFill>
                <a:prstDash val="lgDash"/>
                <a:round/>
              </a:ln>
            </p:spPr>
            <p:txBody>
              <a:bodyPr rtlCol="0" anchor="ctr"/>
              <a:lstStyle/>
              <a:p>
                <a:endParaRPr lang="en-US"/>
              </a:p>
            </p:txBody>
          </p:sp>
          <p:sp>
            <p:nvSpPr>
              <p:cNvPr id="19" name="Freeform: Shape 18">
                <a:extLst>
                  <a:ext uri="{FF2B5EF4-FFF2-40B4-BE49-F238E27FC236}">
                    <a16:creationId xmlns:a16="http://schemas.microsoft.com/office/drawing/2014/main" id="{CBD0BA0A-7296-4EF5-8B4C-9644798AB686}"/>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7790402" y="5229700"/>
                <a:ext cx="285940" cy="199072"/>
              </a:xfrm>
              <a:custGeom>
                <a:avLst/>
                <a:gdLst>
                  <a:gd name="connsiteX0" fmla="*/ 0 w 285940"/>
                  <a:gd name="connsiteY0" fmla="*/ 199073 h 199072"/>
                  <a:gd name="connsiteX1" fmla="*/ 285940 w 285940"/>
                  <a:gd name="connsiteY1" fmla="*/ 0 h 199072"/>
                </a:gdLst>
                <a:ahLst/>
                <a:cxnLst>
                  <a:cxn ang="0">
                    <a:pos x="connsiteX0" y="connsiteY0"/>
                  </a:cxn>
                  <a:cxn ang="0">
                    <a:pos x="connsiteX1" y="connsiteY1"/>
                  </a:cxn>
                </a:cxnLst>
                <a:rect l="l" t="t" r="r" b="b"/>
                <a:pathLst>
                  <a:path w="285940" h="199072">
                    <a:moveTo>
                      <a:pt x="0" y="199073"/>
                    </a:moveTo>
                    <a:cubicBezTo>
                      <a:pt x="0" y="199073"/>
                      <a:pt x="242125" y="39243"/>
                      <a:pt x="285940" y="0"/>
                    </a:cubicBezTo>
                  </a:path>
                </a:pathLst>
              </a:custGeom>
              <a:noFill/>
              <a:ln w="9525" cap="rnd">
                <a:solidFill>
                  <a:schemeClr val="accent2">
                    <a:alpha val="35000"/>
                  </a:schemeClr>
                </a:solidFill>
                <a:prstDash val="lgDash"/>
                <a:round/>
              </a:ln>
            </p:spPr>
            <p:txBody>
              <a:bodyPr rtlCol="0" anchor="ctr"/>
              <a:lstStyle/>
              <a:p>
                <a:endParaRPr lang="en-US"/>
              </a:p>
            </p:txBody>
          </p:sp>
          <p:sp>
            <p:nvSpPr>
              <p:cNvPr id="20" name="Freeform: Shape 19">
                <a:extLst>
                  <a:ext uri="{FF2B5EF4-FFF2-40B4-BE49-F238E27FC236}">
                    <a16:creationId xmlns:a16="http://schemas.microsoft.com/office/drawing/2014/main" id="{05F1A67E-7F6A-4D1C-9630-CEA191C72541}"/>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7393114" y="5049773"/>
                <a:ext cx="655796" cy="381190"/>
              </a:xfrm>
              <a:custGeom>
                <a:avLst/>
                <a:gdLst>
                  <a:gd name="connsiteX0" fmla="*/ 0 w 655796"/>
                  <a:gd name="connsiteY0" fmla="*/ 381190 h 381190"/>
                  <a:gd name="connsiteX1" fmla="*/ 655796 w 655796"/>
                  <a:gd name="connsiteY1" fmla="*/ 0 h 381190"/>
                </a:gdLst>
                <a:ahLst/>
                <a:cxnLst>
                  <a:cxn ang="0">
                    <a:pos x="connsiteX0" y="connsiteY0"/>
                  </a:cxn>
                  <a:cxn ang="0">
                    <a:pos x="connsiteX1" y="connsiteY1"/>
                  </a:cxn>
                </a:cxnLst>
                <a:rect l="l" t="t" r="r" b="b"/>
                <a:pathLst>
                  <a:path w="655796" h="381190">
                    <a:moveTo>
                      <a:pt x="0" y="381190"/>
                    </a:moveTo>
                    <a:cubicBezTo>
                      <a:pt x="0" y="381190"/>
                      <a:pt x="461105" y="172117"/>
                      <a:pt x="655796" y="0"/>
                    </a:cubicBezTo>
                  </a:path>
                </a:pathLst>
              </a:custGeom>
              <a:noFill/>
              <a:ln w="9525" cap="rnd">
                <a:solidFill>
                  <a:schemeClr val="accent2">
                    <a:alpha val="35000"/>
                  </a:schemeClr>
                </a:solidFill>
                <a:prstDash val="lgDash"/>
                <a:round/>
              </a:ln>
            </p:spPr>
            <p:txBody>
              <a:bodyPr rtlCol="0" anchor="ctr"/>
              <a:lstStyle/>
              <a:p>
                <a:endParaRPr lang="en-US"/>
              </a:p>
            </p:txBody>
          </p:sp>
          <p:sp>
            <p:nvSpPr>
              <p:cNvPr id="21" name="Freeform: Shape 20">
                <a:extLst>
                  <a:ext uri="{FF2B5EF4-FFF2-40B4-BE49-F238E27FC236}">
                    <a16:creationId xmlns:a16="http://schemas.microsoft.com/office/drawing/2014/main" id="{5E1300E6-8909-46D4-80E7-2122D24D3501}"/>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154072" y="3867816"/>
                <a:ext cx="2907315" cy="1544764"/>
              </a:xfrm>
              <a:custGeom>
                <a:avLst/>
                <a:gdLst>
                  <a:gd name="connsiteX0" fmla="*/ 0 w 2907315"/>
                  <a:gd name="connsiteY0" fmla="*/ 1544764 h 1544764"/>
                  <a:gd name="connsiteX1" fmla="*/ 201644 w 2907315"/>
                  <a:gd name="connsiteY1" fmla="*/ 1352550 h 1544764"/>
                  <a:gd name="connsiteX2" fmla="*/ 423196 w 2907315"/>
                  <a:gd name="connsiteY2" fmla="*/ 1196054 h 1544764"/>
                  <a:gd name="connsiteX3" fmla="*/ 782193 w 2907315"/>
                  <a:gd name="connsiteY3" fmla="*/ 1099947 h 1544764"/>
                  <a:gd name="connsiteX4" fmla="*/ 1052513 w 2907315"/>
                  <a:gd name="connsiteY4" fmla="*/ 1042321 h 1544764"/>
                  <a:gd name="connsiteX5" fmla="*/ 1311783 w 2907315"/>
                  <a:gd name="connsiteY5" fmla="*/ 1056037 h 1544764"/>
                  <a:gd name="connsiteX6" fmla="*/ 1484662 w 2907315"/>
                  <a:gd name="connsiteY6" fmla="*/ 1083469 h 1544764"/>
                  <a:gd name="connsiteX7" fmla="*/ 1788224 w 2907315"/>
                  <a:gd name="connsiteY7" fmla="*/ 1023080 h 1544764"/>
                  <a:gd name="connsiteX8" fmla="*/ 2269045 w 2907315"/>
                  <a:gd name="connsiteY8" fmla="*/ 734758 h 1544764"/>
                  <a:gd name="connsiteX9" fmla="*/ 2534984 w 2907315"/>
                  <a:gd name="connsiteY9" fmla="*/ 572738 h 1544764"/>
                  <a:gd name="connsiteX10" fmla="*/ 2907316 w 2907315"/>
                  <a:gd name="connsiteY10" fmla="*/ 0 h 154476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2907315" h="1544764">
                    <a:moveTo>
                      <a:pt x="0" y="1544764"/>
                    </a:moveTo>
                    <a:cubicBezTo>
                      <a:pt x="0" y="1544764"/>
                      <a:pt x="98012" y="1443990"/>
                      <a:pt x="201644" y="1352550"/>
                    </a:cubicBezTo>
                    <a:cubicBezTo>
                      <a:pt x="271272" y="1291209"/>
                      <a:pt x="343662" y="1234249"/>
                      <a:pt x="423196" y="1196054"/>
                    </a:cubicBezTo>
                    <a:cubicBezTo>
                      <a:pt x="537591" y="1141095"/>
                      <a:pt x="661226" y="1127189"/>
                      <a:pt x="782193" y="1099947"/>
                    </a:cubicBezTo>
                    <a:cubicBezTo>
                      <a:pt x="872300" y="1079659"/>
                      <a:pt x="961358" y="1051370"/>
                      <a:pt x="1052513" y="1042321"/>
                    </a:cubicBezTo>
                    <a:cubicBezTo>
                      <a:pt x="1139000" y="1033653"/>
                      <a:pt x="1225868" y="1040321"/>
                      <a:pt x="1311783" y="1056037"/>
                    </a:cubicBezTo>
                    <a:cubicBezTo>
                      <a:pt x="1369314" y="1066609"/>
                      <a:pt x="1426559" y="1079373"/>
                      <a:pt x="1484662" y="1083469"/>
                    </a:cubicBezTo>
                    <a:cubicBezTo>
                      <a:pt x="1587913" y="1090803"/>
                      <a:pt x="1690402" y="1064800"/>
                      <a:pt x="1788224" y="1023080"/>
                    </a:cubicBezTo>
                    <a:cubicBezTo>
                      <a:pt x="1956721" y="951262"/>
                      <a:pt x="2106549" y="825722"/>
                      <a:pt x="2269045" y="734758"/>
                    </a:cubicBezTo>
                    <a:cubicBezTo>
                      <a:pt x="2359438" y="684181"/>
                      <a:pt x="2452497" y="640556"/>
                      <a:pt x="2534984" y="572738"/>
                    </a:cubicBezTo>
                    <a:cubicBezTo>
                      <a:pt x="2673001" y="459391"/>
                      <a:pt x="2847023" y="191453"/>
                      <a:pt x="2907316" y="0"/>
                    </a:cubicBezTo>
                  </a:path>
                </a:pathLst>
              </a:custGeom>
              <a:noFill/>
              <a:ln w="9525" cap="rnd">
                <a:solidFill>
                  <a:schemeClr val="accent2">
                    <a:alpha val="35000"/>
                  </a:schemeClr>
                </a:solidFill>
                <a:prstDash val="lgDash"/>
                <a:round/>
              </a:ln>
            </p:spPr>
            <p:txBody>
              <a:bodyPr rtlCol="0" anchor="ctr"/>
              <a:lstStyle/>
              <a:p>
                <a:endParaRPr lang="en-US"/>
              </a:p>
            </p:txBody>
          </p:sp>
          <p:sp>
            <p:nvSpPr>
              <p:cNvPr id="22" name="Freeform: Shape 21">
                <a:extLst>
                  <a:ext uri="{FF2B5EF4-FFF2-40B4-BE49-F238E27FC236}">
                    <a16:creationId xmlns:a16="http://schemas.microsoft.com/office/drawing/2014/main" id="{DE4C708C-5388-41A0-984B-3698E2B9EB7E}"/>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4907946" y="3479100"/>
                <a:ext cx="3168300" cy="1952434"/>
              </a:xfrm>
              <a:custGeom>
                <a:avLst/>
                <a:gdLst>
                  <a:gd name="connsiteX0" fmla="*/ 0 w 3168300"/>
                  <a:gd name="connsiteY0" fmla="*/ 1952435 h 1952434"/>
                  <a:gd name="connsiteX1" fmla="*/ 202121 w 3168300"/>
                  <a:gd name="connsiteY1" fmla="*/ 1687068 h 1952434"/>
                  <a:gd name="connsiteX2" fmla="*/ 545116 w 3168300"/>
                  <a:gd name="connsiteY2" fmla="*/ 1450277 h 1952434"/>
                  <a:gd name="connsiteX3" fmla="*/ 906780 w 3168300"/>
                  <a:gd name="connsiteY3" fmla="*/ 1354455 h 1952434"/>
                  <a:gd name="connsiteX4" fmla="*/ 1332262 w 3168300"/>
                  <a:gd name="connsiteY4" fmla="*/ 1285304 h 1952434"/>
                  <a:gd name="connsiteX5" fmla="*/ 1691259 w 3168300"/>
                  <a:gd name="connsiteY5" fmla="*/ 1240060 h 1952434"/>
                  <a:gd name="connsiteX6" fmla="*/ 2010346 w 3168300"/>
                  <a:gd name="connsiteY6" fmla="*/ 1141667 h 1952434"/>
                  <a:gd name="connsiteX7" fmla="*/ 2393252 w 3168300"/>
                  <a:gd name="connsiteY7" fmla="*/ 1027271 h 1952434"/>
                  <a:gd name="connsiteX8" fmla="*/ 2582037 w 3168300"/>
                  <a:gd name="connsiteY8" fmla="*/ 958120 h 1952434"/>
                  <a:gd name="connsiteX9" fmla="*/ 2760155 w 3168300"/>
                  <a:gd name="connsiteY9" fmla="*/ 827723 h 1952434"/>
                  <a:gd name="connsiteX10" fmla="*/ 2914364 w 3168300"/>
                  <a:gd name="connsiteY10" fmla="*/ 567023 h 1952434"/>
                  <a:gd name="connsiteX11" fmla="*/ 3168301 w 3168300"/>
                  <a:gd name="connsiteY11" fmla="*/ 0 h 195243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3168300" h="1952434">
                    <a:moveTo>
                      <a:pt x="0" y="1952435"/>
                    </a:moveTo>
                    <a:cubicBezTo>
                      <a:pt x="0" y="1952435"/>
                      <a:pt x="91059" y="1796415"/>
                      <a:pt x="202121" y="1687068"/>
                    </a:cubicBezTo>
                    <a:cubicBezTo>
                      <a:pt x="301943" y="1588675"/>
                      <a:pt x="416528" y="1505617"/>
                      <a:pt x="545116" y="1450277"/>
                    </a:cubicBezTo>
                    <a:cubicBezTo>
                      <a:pt x="659987" y="1400747"/>
                      <a:pt x="783622" y="1377601"/>
                      <a:pt x="906780" y="1354455"/>
                    </a:cubicBezTo>
                    <a:cubicBezTo>
                      <a:pt x="1048036" y="1327976"/>
                      <a:pt x="1189482" y="1301972"/>
                      <a:pt x="1332262" y="1285304"/>
                    </a:cubicBezTo>
                    <a:cubicBezTo>
                      <a:pt x="1452182" y="1271302"/>
                      <a:pt x="1573340" y="1265873"/>
                      <a:pt x="1691259" y="1240060"/>
                    </a:cubicBezTo>
                    <a:cubicBezTo>
                      <a:pt x="1800035" y="1216247"/>
                      <a:pt x="1904619" y="1176718"/>
                      <a:pt x="2010346" y="1141667"/>
                    </a:cubicBezTo>
                    <a:cubicBezTo>
                      <a:pt x="2136743" y="1099661"/>
                      <a:pt x="2265902" y="1066229"/>
                      <a:pt x="2393252" y="1027271"/>
                    </a:cubicBezTo>
                    <a:cubicBezTo>
                      <a:pt x="2457450" y="1007650"/>
                      <a:pt x="2521744" y="987552"/>
                      <a:pt x="2582037" y="958120"/>
                    </a:cubicBezTo>
                    <a:cubicBezTo>
                      <a:pt x="2648807" y="925449"/>
                      <a:pt x="2710815" y="883349"/>
                      <a:pt x="2760155" y="827723"/>
                    </a:cubicBezTo>
                    <a:cubicBezTo>
                      <a:pt x="2827496" y="751904"/>
                      <a:pt x="2867978" y="657511"/>
                      <a:pt x="2914364" y="567023"/>
                    </a:cubicBezTo>
                    <a:cubicBezTo>
                      <a:pt x="2972753" y="453200"/>
                      <a:pt x="3119152" y="118015"/>
                      <a:pt x="3168301" y="0"/>
                    </a:cubicBezTo>
                  </a:path>
                </a:pathLst>
              </a:custGeom>
              <a:noFill/>
              <a:ln w="9525" cap="rnd">
                <a:solidFill>
                  <a:schemeClr val="accent2">
                    <a:alpha val="35000"/>
                  </a:schemeClr>
                </a:solidFill>
                <a:prstDash val="lgDash"/>
                <a:round/>
              </a:ln>
            </p:spPr>
            <p:txBody>
              <a:bodyPr rtlCol="0" anchor="ctr"/>
              <a:lstStyle/>
              <a:p>
                <a:endParaRPr lang="en-US"/>
              </a:p>
            </p:txBody>
          </p:sp>
          <p:sp>
            <p:nvSpPr>
              <p:cNvPr id="23" name="Freeform: Shape 22">
                <a:extLst>
                  <a:ext uri="{FF2B5EF4-FFF2-40B4-BE49-F238E27FC236}">
                    <a16:creationId xmlns:a16="http://schemas.microsoft.com/office/drawing/2014/main" id="{95D7DAE6-94E0-4A1D-92A3-7D751872B7E2}"/>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4704778" y="2976752"/>
                <a:ext cx="3356800" cy="2452020"/>
              </a:xfrm>
              <a:custGeom>
                <a:avLst/>
                <a:gdLst>
                  <a:gd name="connsiteX0" fmla="*/ 0 w 3356800"/>
                  <a:gd name="connsiteY0" fmla="*/ 2452021 h 2452020"/>
                  <a:gd name="connsiteX1" fmla="*/ 130874 w 3356800"/>
                  <a:gd name="connsiteY1" fmla="*/ 2247710 h 2452020"/>
                  <a:gd name="connsiteX2" fmla="*/ 437197 w 3356800"/>
                  <a:gd name="connsiteY2" fmla="*/ 1941195 h 2452020"/>
                  <a:gd name="connsiteX3" fmla="*/ 737140 w 3356800"/>
                  <a:gd name="connsiteY3" fmla="*/ 1736884 h 2452020"/>
                  <a:gd name="connsiteX4" fmla="*/ 1031843 w 3356800"/>
                  <a:gd name="connsiteY4" fmla="*/ 1685068 h 2452020"/>
                  <a:gd name="connsiteX5" fmla="*/ 1287304 w 3356800"/>
                  <a:gd name="connsiteY5" fmla="*/ 1655826 h 2452020"/>
                  <a:gd name="connsiteX6" fmla="*/ 1471994 w 3356800"/>
                  <a:gd name="connsiteY6" fmla="*/ 1634300 h 2452020"/>
                  <a:gd name="connsiteX7" fmla="*/ 1898237 w 3356800"/>
                  <a:gd name="connsiteY7" fmla="*/ 1512665 h 2452020"/>
                  <a:gd name="connsiteX8" fmla="*/ 2229136 w 3356800"/>
                  <a:gd name="connsiteY8" fmla="*/ 1355598 h 2452020"/>
                  <a:gd name="connsiteX9" fmla="*/ 2512314 w 3356800"/>
                  <a:gd name="connsiteY9" fmla="*/ 1238631 h 2452020"/>
                  <a:gd name="connsiteX10" fmla="*/ 2758535 w 3356800"/>
                  <a:gd name="connsiteY10" fmla="*/ 1096994 h 2452020"/>
                  <a:gd name="connsiteX11" fmla="*/ 2935510 w 3356800"/>
                  <a:gd name="connsiteY11" fmla="*/ 919925 h 2452020"/>
                  <a:gd name="connsiteX12" fmla="*/ 3081719 w 3356800"/>
                  <a:gd name="connsiteY12" fmla="*/ 687419 h 2452020"/>
                  <a:gd name="connsiteX13" fmla="*/ 3356800 w 3356800"/>
                  <a:gd name="connsiteY13" fmla="*/ 0 h 245202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Lst>
                <a:rect l="l" t="t" r="r" b="b"/>
                <a:pathLst>
                  <a:path w="3356800" h="2452020">
                    <a:moveTo>
                      <a:pt x="0" y="2452021"/>
                    </a:moveTo>
                    <a:cubicBezTo>
                      <a:pt x="0" y="2452021"/>
                      <a:pt x="57150" y="2344198"/>
                      <a:pt x="130874" y="2247710"/>
                    </a:cubicBezTo>
                    <a:cubicBezTo>
                      <a:pt x="218694" y="2132648"/>
                      <a:pt x="328136" y="2036635"/>
                      <a:pt x="437197" y="1941195"/>
                    </a:cubicBezTo>
                    <a:cubicBezTo>
                      <a:pt x="529304" y="1860709"/>
                      <a:pt x="623030" y="1779556"/>
                      <a:pt x="737140" y="1736884"/>
                    </a:cubicBezTo>
                    <a:cubicBezTo>
                      <a:pt x="830866" y="1701736"/>
                      <a:pt x="932021" y="1695450"/>
                      <a:pt x="1031843" y="1685068"/>
                    </a:cubicBezTo>
                    <a:cubicBezTo>
                      <a:pt x="1117092" y="1676210"/>
                      <a:pt x="1202055" y="1665160"/>
                      <a:pt x="1287304" y="1655826"/>
                    </a:cubicBezTo>
                    <a:cubicBezTo>
                      <a:pt x="1348931" y="1649063"/>
                      <a:pt x="1410653" y="1643539"/>
                      <a:pt x="1471994" y="1634300"/>
                    </a:cubicBezTo>
                    <a:cubicBezTo>
                      <a:pt x="1618679" y="1612011"/>
                      <a:pt x="1761935" y="1571149"/>
                      <a:pt x="1898237" y="1512665"/>
                    </a:cubicBezTo>
                    <a:cubicBezTo>
                      <a:pt x="2010442" y="1464564"/>
                      <a:pt x="2117503" y="1405128"/>
                      <a:pt x="2229136" y="1355598"/>
                    </a:cubicBezTo>
                    <a:cubicBezTo>
                      <a:pt x="2322481" y="1314164"/>
                      <a:pt x="2418969" y="1280160"/>
                      <a:pt x="2512314" y="1238631"/>
                    </a:cubicBezTo>
                    <a:cubicBezTo>
                      <a:pt x="2599087" y="1199960"/>
                      <a:pt x="2683193" y="1154811"/>
                      <a:pt x="2758535" y="1096994"/>
                    </a:cubicBezTo>
                    <a:cubicBezTo>
                      <a:pt x="2825020" y="1046035"/>
                      <a:pt x="2883789" y="985837"/>
                      <a:pt x="2935510" y="919925"/>
                    </a:cubicBezTo>
                    <a:cubicBezTo>
                      <a:pt x="2992184" y="847725"/>
                      <a:pt x="3039904" y="769144"/>
                      <a:pt x="3081719" y="687419"/>
                    </a:cubicBezTo>
                    <a:cubicBezTo>
                      <a:pt x="3138297" y="576739"/>
                      <a:pt x="3314129" y="116776"/>
                      <a:pt x="3356800" y="0"/>
                    </a:cubicBezTo>
                  </a:path>
                </a:pathLst>
              </a:custGeom>
              <a:noFill/>
              <a:ln w="9525" cap="rnd">
                <a:solidFill>
                  <a:schemeClr val="accent2">
                    <a:alpha val="35000"/>
                  </a:schemeClr>
                </a:solidFill>
                <a:prstDash val="lgDash"/>
                <a:round/>
              </a:ln>
            </p:spPr>
            <p:txBody>
              <a:bodyPr rtlCol="0" anchor="ctr"/>
              <a:lstStyle/>
              <a:p>
                <a:endParaRPr lang="en-US"/>
              </a:p>
            </p:txBody>
          </p:sp>
        </p:grpSp>
        <p:sp>
          <p:nvSpPr>
            <p:cNvPr id="16" name="Freeform: Shape 15">
              <a:extLst>
                <a:ext uri="{FF2B5EF4-FFF2-40B4-BE49-F238E27FC236}">
                  <a16:creationId xmlns:a16="http://schemas.microsoft.com/office/drawing/2014/main" id="{8F513D8C-ECEE-40F4-99D3-6C744A1E941A}"/>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7980400" y="5197178"/>
              <a:ext cx="4211600" cy="1660822"/>
            </a:xfrm>
            <a:custGeom>
              <a:avLst/>
              <a:gdLst>
                <a:gd name="connsiteX0" fmla="*/ 4211600 w 4211600"/>
                <a:gd name="connsiteY0" fmla="*/ 0 h 1660822"/>
                <a:gd name="connsiteX1" fmla="*/ 4211600 w 4211600"/>
                <a:gd name="connsiteY1" fmla="*/ 58430 h 1660822"/>
                <a:gd name="connsiteX2" fmla="*/ 4136524 w 4211600"/>
                <a:gd name="connsiteY2" fmla="*/ 208808 h 1660822"/>
                <a:gd name="connsiteX3" fmla="*/ 3973354 w 4211600"/>
                <a:gd name="connsiteY3" fmla="*/ 437313 h 1660822"/>
                <a:gd name="connsiteX4" fmla="*/ 3884746 w 4211600"/>
                <a:gd name="connsiteY4" fmla="*/ 553613 h 1660822"/>
                <a:gd name="connsiteX5" fmla="*/ 3849435 w 4211600"/>
                <a:gd name="connsiteY5" fmla="*/ 603143 h 1660822"/>
                <a:gd name="connsiteX6" fmla="*/ 3661849 w 4211600"/>
                <a:gd name="connsiteY6" fmla="*/ 819075 h 1660822"/>
                <a:gd name="connsiteX7" fmla="*/ 3402589 w 4211600"/>
                <a:gd name="connsiteY7" fmla="*/ 952996 h 1660822"/>
                <a:gd name="connsiteX8" fmla="*/ 3130202 w 4211600"/>
                <a:gd name="connsiteY8" fmla="*/ 1023386 h 1660822"/>
                <a:gd name="connsiteX9" fmla="*/ 2914657 w 4211600"/>
                <a:gd name="connsiteY9" fmla="*/ 1068058 h 1660822"/>
                <a:gd name="connsiteX10" fmla="*/ 2582149 w 4211600"/>
                <a:gd name="connsiteY10" fmla="*/ 1138924 h 1660822"/>
                <a:gd name="connsiteX11" fmla="*/ 2483958 w 4211600"/>
                <a:gd name="connsiteY11" fmla="*/ 1162356 h 1660822"/>
                <a:gd name="connsiteX12" fmla="*/ 2123750 w 4211600"/>
                <a:gd name="connsiteY12" fmla="*/ 1238651 h 1660822"/>
                <a:gd name="connsiteX13" fmla="*/ 1761444 w 4211600"/>
                <a:gd name="connsiteY13" fmla="*/ 1273417 h 1660822"/>
                <a:gd name="connsiteX14" fmla="*/ 1608382 w 4211600"/>
                <a:gd name="connsiteY14" fmla="*/ 1284466 h 1660822"/>
                <a:gd name="connsiteX15" fmla="*/ 999942 w 4211600"/>
                <a:gd name="connsiteY15" fmla="*/ 1354284 h 1660822"/>
                <a:gd name="connsiteX16" fmla="*/ 484705 w 4211600"/>
                <a:gd name="connsiteY16" fmla="*/ 1450487 h 1660822"/>
                <a:gd name="connsiteX17" fmla="*/ 113310 w 4211600"/>
                <a:gd name="connsiteY17" fmla="*/ 1613700 h 1660822"/>
                <a:gd name="connsiteX18" fmla="*/ 39668 w 4211600"/>
                <a:gd name="connsiteY18" fmla="*/ 1660822 h 1660822"/>
                <a:gd name="connsiteX19" fmla="*/ 0 w 4211600"/>
                <a:gd name="connsiteY19" fmla="*/ 1660822 h 1660822"/>
                <a:gd name="connsiteX20" fmla="*/ 96701 w 4211600"/>
                <a:gd name="connsiteY20" fmla="*/ 1598934 h 1660822"/>
                <a:gd name="connsiteX21" fmla="*/ 474335 w 4211600"/>
                <a:gd name="connsiteY21" fmla="*/ 1433056 h 1660822"/>
                <a:gd name="connsiteX22" fmla="*/ 994299 w 4211600"/>
                <a:gd name="connsiteY22" fmla="*/ 1335806 h 1660822"/>
                <a:gd name="connsiteX23" fmla="*/ 1605231 w 4211600"/>
                <a:gd name="connsiteY23" fmla="*/ 1265702 h 1660822"/>
                <a:gd name="connsiteX24" fmla="*/ 1758819 w 4211600"/>
                <a:gd name="connsiteY24" fmla="*/ 1254558 h 1660822"/>
                <a:gd name="connsiteX25" fmla="*/ 2118106 w 4211600"/>
                <a:gd name="connsiteY25" fmla="*/ 1220077 h 1660822"/>
                <a:gd name="connsiteX26" fmla="*/ 2475557 w 4211600"/>
                <a:gd name="connsiteY26" fmla="*/ 1144353 h 1660822"/>
                <a:gd name="connsiteX27" fmla="*/ 2573878 w 4211600"/>
                <a:gd name="connsiteY27" fmla="*/ 1120827 h 1660822"/>
                <a:gd name="connsiteX28" fmla="*/ 2907437 w 4211600"/>
                <a:gd name="connsiteY28" fmla="*/ 1049675 h 1660822"/>
                <a:gd name="connsiteX29" fmla="*/ 3122589 w 4211600"/>
                <a:gd name="connsiteY29" fmla="*/ 1005098 h 1660822"/>
                <a:gd name="connsiteX30" fmla="*/ 3391169 w 4211600"/>
                <a:gd name="connsiteY30" fmla="*/ 935756 h 1660822"/>
                <a:gd name="connsiteX31" fmla="*/ 3642290 w 4211600"/>
                <a:gd name="connsiteY31" fmla="*/ 806216 h 1660822"/>
                <a:gd name="connsiteX32" fmla="*/ 3825937 w 4211600"/>
                <a:gd name="connsiteY32" fmla="*/ 594475 h 1660822"/>
                <a:gd name="connsiteX33" fmla="*/ 3861381 w 4211600"/>
                <a:gd name="connsiteY33" fmla="*/ 544755 h 1660822"/>
                <a:gd name="connsiteX34" fmla="*/ 3950381 w 4211600"/>
                <a:gd name="connsiteY34" fmla="*/ 427978 h 1660822"/>
                <a:gd name="connsiteX35" fmla="*/ 4112370 w 4211600"/>
                <a:gd name="connsiteY35" fmla="*/ 201378 h 1660822"/>
                <a:gd name="connsiteX36" fmla="*/ 4195989 w 4211600"/>
                <a:gd name="connsiteY36" fmla="*/ 33834 h 166082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Lst>
              <a:rect l="l" t="t" r="r" b="b"/>
              <a:pathLst>
                <a:path w="4211600" h="1660822">
                  <a:moveTo>
                    <a:pt x="4211600" y="0"/>
                  </a:moveTo>
                  <a:lnTo>
                    <a:pt x="4211600" y="58430"/>
                  </a:lnTo>
                  <a:lnTo>
                    <a:pt x="4136524" y="208808"/>
                  </a:lnTo>
                  <a:cubicBezTo>
                    <a:pt x="4089791" y="287770"/>
                    <a:pt x="4030588" y="363780"/>
                    <a:pt x="3973354" y="437313"/>
                  </a:cubicBezTo>
                  <a:cubicBezTo>
                    <a:pt x="3943819" y="475222"/>
                    <a:pt x="3913231" y="514465"/>
                    <a:pt x="3884746" y="553613"/>
                  </a:cubicBezTo>
                  <a:cubicBezTo>
                    <a:pt x="3872801" y="569996"/>
                    <a:pt x="3861119" y="586569"/>
                    <a:pt x="3849435" y="603143"/>
                  </a:cubicBezTo>
                  <a:cubicBezTo>
                    <a:pt x="3796665" y="678009"/>
                    <a:pt x="3742187" y="755352"/>
                    <a:pt x="3661849" y="819075"/>
                  </a:cubicBezTo>
                  <a:cubicBezTo>
                    <a:pt x="3596214" y="871176"/>
                    <a:pt x="3509050" y="916230"/>
                    <a:pt x="3402589" y="952996"/>
                  </a:cubicBezTo>
                  <a:cubicBezTo>
                    <a:pt x="3312406" y="984048"/>
                    <a:pt x="3215660" y="1005003"/>
                    <a:pt x="3130202" y="1023386"/>
                  </a:cubicBezTo>
                  <a:cubicBezTo>
                    <a:pt x="3058529" y="1038816"/>
                    <a:pt x="2985412" y="1053675"/>
                    <a:pt x="2914657" y="1068058"/>
                  </a:cubicBezTo>
                  <a:cubicBezTo>
                    <a:pt x="2805176" y="1090251"/>
                    <a:pt x="2692021" y="1113207"/>
                    <a:pt x="2582149" y="1138924"/>
                  </a:cubicBezTo>
                  <a:cubicBezTo>
                    <a:pt x="2549330" y="1146639"/>
                    <a:pt x="2516644" y="1154450"/>
                    <a:pt x="2483958" y="1162356"/>
                  </a:cubicBezTo>
                  <a:cubicBezTo>
                    <a:pt x="2367257" y="1190550"/>
                    <a:pt x="2246621" y="1219601"/>
                    <a:pt x="2123750" y="1238651"/>
                  </a:cubicBezTo>
                  <a:cubicBezTo>
                    <a:pt x="2004294" y="1257129"/>
                    <a:pt x="1880769" y="1265416"/>
                    <a:pt x="1761444" y="1273417"/>
                  </a:cubicBezTo>
                  <a:cubicBezTo>
                    <a:pt x="1711167" y="1276751"/>
                    <a:pt x="1659184" y="1280275"/>
                    <a:pt x="1608382" y="1284466"/>
                  </a:cubicBezTo>
                  <a:cubicBezTo>
                    <a:pt x="1408589" y="1300944"/>
                    <a:pt x="1214570" y="1325805"/>
                    <a:pt x="999942" y="1354284"/>
                  </a:cubicBezTo>
                  <a:cubicBezTo>
                    <a:pt x="826403" y="1377240"/>
                    <a:pt x="647744" y="1400957"/>
                    <a:pt x="484705" y="1450487"/>
                  </a:cubicBezTo>
                  <a:cubicBezTo>
                    <a:pt x="355831" y="1489635"/>
                    <a:pt x="231387" y="1544374"/>
                    <a:pt x="113310" y="1613700"/>
                  </a:cubicBezTo>
                  <a:lnTo>
                    <a:pt x="39668" y="1660822"/>
                  </a:lnTo>
                  <a:lnTo>
                    <a:pt x="0" y="1660822"/>
                  </a:lnTo>
                  <a:lnTo>
                    <a:pt x="96701" y="1598934"/>
                  </a:lnTo>
                  <a:cubicBezTo>
                    <a:pt x="216635" y="1528533"/>
                    <a:pt x="343196" y="1472919"/>
                    <a:pt x="474335" y="1433056"/>
                  </a:cubicBezTo>
                  <a:cubicBezTo>
                    <a:pt x="639999" y="1382669"/>
                    <a:pt x="820102" y="1358856"/>
                    <a:pt x="994299" y="1335806"/>
                  </a:cubicBezTo>
                  <a:cubicBezTo>
                    <a:pt x="1210239" y="1307231"/>
                    <a:pt x="1404650" y="1282275"/>
                    <a:pt x="1605231" y="1265702"/>
                  </a:cubicBezTo>
                  <a:cubicBezTo>
                    <a:pt x="1656428" y="1261511"/>
                    <a:pt x="1708411" y="1257987"/>
                    <a:pt x="1758819" y="1254558"/>
                  </a:cubicBezTo>
                  <a:cubicBezTo>
                    <a:pt x="1877487" y="1246557"/>
                    <a:pt x="2000094" y="1238365"/>
                    <a:pt x="2118106" y="1220077"/>
                  </a:cubicBezTo>
                  <a:cubicBezTo>
                    <a:pt x="2239531" y="1201313"/>
                    <a:pt x="2359513" y="1172357"/>
                    <a:pt x="2475557" y="1144353"/>
                  </a:cubicBezTo>
                  <a:cubicBezTo>
                    <a:pt x="2508243" y="1136448"/>
                    <a:pt x="2541060" y="1128542"/>
                    <a:pt x="2573878" y="1120827"/>
                  </a:cubicBezTo>
                  <a:cubicBezTo>
                    <a:pt x="2684276" y="1094919"/>
                    <a:pt x="2797694" y="1071963"/>
                    <a:pt x="2907437" y="1049675"/>
                  </a:cubicBezTo>
                  <a:cubicBezTo>
                    <a:pt x="2978061" y="1035387"/>
                    <a:pt x="3051178" y="1020528"/>
                    <a:pt x="3122589" y="1005098"/>
                  </a:cubicBezTo>
                  <a:cubicBezTo>
                    <a:pt x="3206997" y="986810"/>
                    <a:pt x="3302823" y="966141"/>
                    <a:pt x="3391169" y="935756"/>
                  </a:cubicBezTo>
                  <a:cubicBezTo>
                    <a:pt x="3494479" y="900132"/>
                    <a:pt x="3578886" y="856508"/>
                    <a:pt x="3642290" y="806216"/>
                  </a:cubicBezTo>
                  <a:cubicBezTo>
                    <a:pt x="3720133" y="744303"/>
                    <a:pt x="3773953" y="668103"/>
                    <a:pt x="3825937" y="594475"/>
                  </a:cubicBezTo>
                  <a:cubicBezTo>
                    <a:pt x="3837621" y="577902"/>
                    <a:pt x="3849435" y="561233"/>
                    <a:pt x="3861381" y="544755"/>
                  </a:cubicBezTo>
                  <a:cubicBezTo>
                    <a:pt x="3889997" y="505416"/>
                    <a:pt x="3920715" y="465983"/>
                    <a:pt x="3950381" y="427978"/>
                  </a:cubicBezTo>
                  <a:cubicBezTo>
                    <a:pt x="4007353" y="354921"/>
                    <a:pt x="4066163" y="279388"/>
                    <a:pt x="4112370" y="201378"/>
                  </a:cubicBezTo>
                  <a:cubicBezTo>
                    <a:pt x="4144662" y="146800"/>
                    <a:pt x="4170785" y="89364"/>
                    <a:pt x="4195989" y="33834"/>
                  </a:cubicBezTo>
                  <a:close/>
                </a:path>
              </a:pathLst>
            </a:cu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a:p>
          </p:txBody>
        </p:sp>
      </p:grpSp>
      <p:sp>
        <p:nvSpPr>
          <p:cNvPr id="3" name="Subtitle 2">
            <a:extLst>
              <a:ext uri="{FF2B5EF4-FFF2-40B4-BE49-F238E27FC236}">
                <a16:creationId xmlns:a16="http://schemas.microsoft.com/office/drawing/2014/main" id="{CE8D0867-6FC8-1074-DA87-48E32EB50402}"/>
              </a:ext>
            </a:extLst>
          </p:cNvPr>
          <p:cNvSpPr>
            <a:spLocks noGrp="1"/>
          </p:cNvSpPr>
          <p:nvPr>
            <p:ph type="subTitle" idx="1"/>
          </p:nvPr>
        </p:nvSpPr>
        <p:spPr>
          <a:xfrm>
            <a:off x="7185430" y="4085112"/>
            <a:ext cx="3997745" cy="2228758"/>
          </a:xfrm>
        </p:spPr>
        <p:txBody>
          <a:bodyPr anchor="ctr">
            <a:normAutofit/>
          </a:bodyPr>
          <a:lstStyle/>
          <a:p>
            <a:pPr algn="l"/>
            <a:r>
              <a:rPr lang="en-US" sz="2200" dirty="0"/>
              <a:t>- By Om Amit Gandhi</a:t>
            </a:r>
          </a:p>
        </p:txBody>
      </p:sp>
      <p:pic>
        <p:nvPicPr>
          <p:cNvPr id="4" name="Picture 3" descr="A rainbow colored splatter&#10;&#10;AI-generated content may be incorrect.">
            <a:extLst>
              <a:ext uri="{FF2B5EF4-FFF2-40B4-BE49-F238E27FC236}">
                <a16:creationId xmlns:a16="http://schemas.microsoft.com/office/drawing/2014/main" id="{6CB50B5E-7B47-1682-917D-8EA2FFD65D5D}"/>
              </a:ext>
            </a:extLst>
          </p:cNvPr>
          <p:cNvPicPr>
            <a:picLocks noChangeAspect="1"/>
          </p:cNvPicPr>
          <p:nvPr/>
        </p:nvPicPr>
        <p:blipFill>
          <a:blip r:embed="rId2"/>
          <a:srcRect t="21620" r="-2" b="17645"/>
          <a:stretch>
            <a:fillRect/>
          </a:stretch>
        </p:blipFill>
        <p:spPr>
          <a:xfrm>
            <a:off x="619841" y="10"/>
            <a:ext cx="11084189" cy="3854020"/>
          </a:xfrm>
          <a:custGeom>
            <a:avLst/>
            <a:gdLst/>
            <a:ahLst/>
            <a:cxnLst/>
            <a:rect l="l" t="t" r="r" b="b"/>
            <a:pathLst>
              <a:path w="11084189" h="3854030">
                <a:moveTo>
                  <a:pt x="0" y="0"/>
                </a:moveTo>
                <a:lnTo>
                  <a:pt x="11084189" y="0"/>
                </a:lnTo>
                <a:lnTo>
                  <a:pt x="11061525" y="105743"/>
                </a:lnTo>
                <a:cubicBezTo>
                  <a:pt x="10536186" y="2244886"/>
                  <a:pt x="8264668" y="3854030"/>
                  <a:pt x="5542094" y="3854030"/>
                </a:cubicBezTo>
                <a:cubicBezTo>
                  <a:pt x="2819520" y="3854030"/>
                  <a:pt x="548002" y="2244886"/>
                  <a:pt x="22663" y="105743"/>
                </a:cubicBezTo>
                <a:close/>
              </a:path>
            </a:pathLst>
          </a:custGeom>
        </p:spPr>
      </p:pic>
      <p:grpSp>
        <p:nvGrpSpPr>
          <p:cNvPr id="25" name="Top Left">
            <a:extLst>
              <a:ext uri="{FF2B5EF4-FFF2-40B4-BE49-F238E27FC236}">
                <a16:creationId xmlns:a16="http://schemas.microsoft.com/office/drawing/2014/main" id="{FA83938A-824D-4A58-A16F-424E254986BD}"/>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10849" y="15178"/>
            <a:ext cx="2198951" cy="3331254"/>
            <a:chOff x="10849" y="15178"/>
            <a:chExt cx="2198951" cy="3331254"/>
          </a:xfrm>
        </p:grpSpPr>
        <p:sp>
          <p:nvSpPr>
            <p:cNvPr id="26" name="Freeform: Shape 25">
              <a:extLst>
                <a:ext uri="{FF2B5EF4-FFF2-40B4-BE49-F238E27FC236}">
                  <a16:creationId xmlns:a16="http://schemas.microsoft.com/office/drawing/2014/main" id="{8B7029D1-A024-479E-8B61-B6C59454B1EA}"/>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19394" y="15241"/>
              <a:ext cx="2190406" cy="3331191"/>
            </a:xfrm>
            <a:custGeom>
              <a:avLst/>
              <a:gdLst>
                <a:gd name="connsiteX0" fmla="*/ 0 w 3296088"/>
                <a:gd name="connsiteY0" fmla="*/ 5012722 h 5012722"/>
                <a:gd name="connsiteX1" fmla="*/ 244031 w 3296088"/>
                <a:gd name="connsiteY1" fmla="*/ 4820222 h 5012722"/>
                <a:gd name="connsiteX2" fmla="*/ 729234 w 3296088"/>
                <a:gd name="connsiteY2" fmla="*/ 4360641 h 5012722"/>
                <a:gd name="connsiteX3" fmla="*/ 881444 w 3296088"/>
                <a:gd name="connsiteY3" fmla="*/ 4173950 h 5012722"/>
                <a:gd name="connsiteX4" fmla="*/ 1151287 w 3296088"/>
                <a:gd name="connsiteY4" fmla="*/ 3972877 h 5012722"/>
                <a:gd name="connsiteX5" fmla="*/ 1498664 w 3296088"/>
                <a:gd name="connsiteY5" fmla="*/ 3786188 h 5012722"/>
                <a:gd name="connsiteX6" fmla="*/ 1716881 w 3296088"/>
                <a:gd name="connsiteY6" fmla="*/ 3674174 h 5012722"/>
                <a:gd name="connsiteX7" fmla="*/ 1913573 w 3296088"/>
                <a:gd name="connsiteY7" fmla="*/ 3477387 h 5012722"/>
                <a:gd name="connsiteX8" fmla="*/ 2167700 w 3296088"/>
                <a:gd name="connsiteY8" fmla="*/ 3042190 h 5012722"/>
                <a:gd name="connsiteX9" fmla="*/ 2273903 w 3296088"/>
                <a:gd name="connsiteY9" fmla="*/ 2775014 h 5012722"/>
                <a:gd name="connsiteX10" fmla="*/ 2463356 w 3296088"/>
                <a:gd name="connsiteY10" fmla="*/ 2335530 h 5012722"/>
                <a:gd name="connsiteX11" fmla="*/ 2741866 w 3296088"/>
                <a:gd name="connsiteY11" fmla="*/ 1982248 h 5012722"/>
                <a:gd name="connsiteX12" fmla="*/ 2985897 w 3296088"/>
                <a:gd name="connsiteY12" fmla="*/ 1634681 h 5012722"/>
                <a:gd name="connsiteX13" fmla="*/ 3212687 w 3296088"/>
                <a:gd name="connsiteY13" fmla="*/ 1226820 h 5012722"/>
                <a:gd name="connsiteX14" fmla="*/ 3281553 w 3296088"/>
                <a:gd name="connsiteY14" fmla="*/ 959644 h 5012722"/>
                <a:gd name="connsiteX15" fmla="*/ 3295936 w 3296088"/>
                <a:gd name="connsiteY15" fmla="*/ 701135 h 5012722"/>
                <a:gd name="connsiteX16" fmla="*/ 3267266 w 3296088"/>
                <a:gd name="connsiteY16" fmla="*/ 436817 h 5012722"/>
                <a:gd name="connsiteX17" fmla="*/ 3105341 w 3296088"/>
                <a:gd name="connsiteY17" fmla="*/ 0 h 501272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Lst>
              <a:rect l="l" t="t" r="r" b="b"/>
              <a:pathLst>
                <a:path w="3296088" h="5012722">
                  <a:moveTo>
                    <a:pt x="0" y="5012722"/>
                  </a:moveTo>
                  <a:cubicBezTo>
                    <a:pt x="81820" y="4949095"/>
                    <a:pt x="163544" y="4885468"/>
                    <a:pt x="244031" y="4820222"/>
                  </a:cubicBezTo>
                  <a:cubicBezTo>
                    <a:pt x="417671" y="4679633"/>
                    <a:pt x="589883" y="4535139"/>
                    <a:pt x="729234" y="4360641"/>
                  </a:cubicBezTo>
                  <a:cubicBezTo>
                    <a:pt x="779431" y="4297776"/>
                    <a:pt x="825818" y="4231958"/>
                    <a:pt x="881444" y="4173950"/>
                  </a:cubicBezTo>
                  <a:cubicBezTo>
                    <a:pt x="959358" y="4092607"/>
                    <a:pt x="1054799" y="4031075"/>
                    <a:pt x="1151287" y="3972877"/>
                  </a:cubicBezTo>
                  <a:cubicBezTo>
                    <a:pt x="1263968" y="3904964"/>
                    <a:pt x="1379315" y="3841337"/>
                    <a:pt x="1498664" y="3786188"/>
                  </a:cubicBezTo>
                  <a:cubicBezTo>
                    <a:pt x="1573149" y="3751802"/>
                    <a:pt x="1649159" y="3720179"/>
                    <a:pt x="1716881" y="3674174"/>
                  </a:cubicBezTo>
                  <a:cubicBezTo>
                    <a:pt x="1794034" y="3621691"/>
                    <a:pt x="1856708" y="3551492"/>
                    <a:pt x="1913573" y="3477387"/>
                  </a:cubicBezTo>
                  <a:cubicBezTo>
                    <a:pt x="2016157" y="3343751"/>
                    <a:pt x="2099024" y="3196114"/>
                    <a:pt x="2167700" y="3042190"/>
                  </a:cubicBezTo>
                  <a:cubicBezTo>
                    <a:pt x="2206752" y="2954655"/>
                    <a:pt x="2241233" y="2865215"/>
                    <a:pt x="2273903" y="2775014"/>
                  </a:cubicBezTo>
                  <a:cubicBezTo>
                    <a:pt x="2328482" y="2624423"/>
                    <a:pt x="2379440" y="2471642"/>
                    <a:pt x="2463356" y="2335530"/>
                  </a:cubicBezTo>
                  <a:cubicBezTo>
                    <a:pt x="2542127" y="2207705"/>
                    <a:pt x="2647855" y="2099501"/>
                    <a:pt x="2741866" y="1982248"/>
                  </a:cubicBezTo>
                  <a:cubicBezTo>
                    <a:pt x="2830449" y="1871758"/>
                    <a:pt x="2908554" y="1753362"/>
                    <a:pt x="2985897" y="1634681"/>
                  </a:cubicBezTo>
                  <a:cubicBezTo>
                    <a:pt x="3071146" y="1503902"/>
                    <a:pt x="3156395" y="1372172"/>
                    <a:pt x="3212687" y="1226820"/>
                  </a:cubicBezTo>
                  <a:cubicBezTo>
                    <a:pt x="3246025" y="1140809"/>
                    <a:pt x="3268790" y="1051084"/>
                    <a:pt x="3281553" y="959644"/>
                  </a:cubicBezTo>
                  <a:cubicBezTo>
                    <a:pt x="3293555" y="874014"/>
                    <a:pt x="3296888" y="787527"/>
                    <a:pt x="3295936" y="701135"/>
                  </a:cubicBezTo>
                  <a:cubicBezTo>
                    <a:pt x="3294888" y="612172"/>
                    <a:pt x="3289268" y="523018"/>
                    <a:pt x="3267266" y="436817"/>
                  </a:cubicBezTo>
                  <a:cubicBezTo>
                    <a:pt x="3227832" y="282416"/>
                    <a:pt x="3105341" y="0"/>
                    <a:pt x="3105341" y="0"/>
                  </a:cubicBezTo>
                </a:path>
              </a:pathLst>
            </a:custGeom>
            <a:noFill/>
            <a:ln w="9525" cap="rnd">
              <a:solidFill>
                <a:schemeClr val="accent2">
                  <a:alpha val="50000"/>
                </a:schemeClr>
              </a:solidFill>
              <a:prstDash val="lgDash"/>
              <a:round/>
            </a:ln>
          </p:spPr>
          <p:txBody>
            <a:bodyPr rtlCol="0" anchor="ctr"/>
            <a:lstStyle/>
            <a:p>
              <a:endParaRPr lang="en-US"/>
            </a:p>
          </p:txBody>
        </p:sp>
        <p:sp>
          <p:nvSpPr>
            <p:cNvPr id="27" name="Freeform: Shape 26">
              <a:extLst>
                <a:ext uri="{FF2B5EF4-FFF2-40B4-BE49-F238E27FC236}">
                  <a16:creationId xmlns:a16="http://schemas.microsoft.com/office/drawing/2014/main" id="{5D14A3F6-E603-4A77-BE8B-52A8CC119F73}"/>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10849" y="15178"/>
              <a:ext cx="1978674" cy="3074959"/>
            </a:xfrm>
            <a:custGeom>
              <a:avLst/>
              <a:gdLst>
                <a:gd name="connsiteX0" fmla="*/ 0 w 2977477"/>
                <a:gd name="connsiteY0" fmla="*/ 4627150 h 4627149"/>
                <a:gd name="connsiteX1" fmla="*/ 275082 w 2977477"/>
                <a:gd name="connsiteY1" fmla="*/ 4341590 h 4627149"/>
                <a:gd name="connsiteX2" fmla="*/ 502825 w 2977477"/>
                <a:gd name="connsiteY2" fmla="*/ 4054126 h 4627149"/>
                <a:gd name="connsiteX3" fmla="*/ 666179 w 2977477"/>
                <a:gd name="connsiteY3" fmla="*/ 3890677 h 4627149"/>
                <a:gd name="connsiteX4" fmla="*/ 864203 w 2977477"/>
                <a:gd name="connsiteY4" fmla="*/ 3675983 h 4627149"/>
                <a:gd name="connsiteX5" fmla="*/ 982599 w 2977477"/>
                <a:gd name="connsiteY5" fmla="*/ 3557492 h 4627149"/>
                <a:gd name="connsiteX6" fmla="*/ 1188244 w 2977477"/>
                <a:gd name="connsiteY6" fmla="*/ 3329654 h 4627149"/>
                <a:gd name="connsiteX7" fmla="*/ 1344740 w 2977477"/>
                <a:gd name="connsiteY7" fmla="*/ 3146774 h 4627149"/>
                <a:gd name="connsiteX8" fmla="*/ 1470755 w 2977477"/>
                <a:gd name="connsiteY8" fmla="*/ 2984659 h 4627149"/>
                <a:gd name="connsiteX9" fmla="*/ 1657636 w 2977477"/>
                <a:gd name="connsiteY9" fmla="*/ 2670239 h 4627149"/>
                <a:gd name="connsiteX10" fmla="*/ 1762887 w 2977477"/>
                <a:gd name="connsiteY10" fmla="*/ 2473547 h 4627149"/>
                <a:gd name="connsiteX11" fmla="*/ 1866710 w 2977477"/>
                <a:gd name="connsiteY11" fmla="*/ 2290667 h 4627149"/>
                <a:gd name="connsiteX12" fmla="*/ 2106263 w 2977477"/>
                <a:gd name="connsiteY12" fmla="*/ 2030254 h 4627149"/>
                <a:gd name="connsiteX13" fmla="*/ 2277237 w 2977477"/>
                <a:gd name="connsiteY13" fmla="*/ 1859185 h 4627149"/>
                <a:gd name="connsiteX14" fmla="*/ 2499455 w 2977477"/>
                <a:gd name="connsiteY14" fmla="*/ 1656207 h 4627149"/>
                <a:gd name="connsiteX15" fmla="*/ 2707100 w 2977477"/>
                <a:gd name="connsiteY15" fmla="*/ 1390269 h 4627149"/>
                <a:gd name="connsiteX16" fmla="*/ 2812352 w 2977477"/>
                <a:gd name="connsiteY16" fmla="*/ 1230916 h 4627149"/>
                <a:gd name="connsiteX17" fmla="*/ 2898172 w 2977477"/>
                <a:gd name="connsiteY17" fmla="*/ 1036987 h 4627149"/>
                <a:gd name="connsiteX18" fmla="*/ 2963228 w 2977477"/>
                <a:gd name="connsiteY18" fmla="*/ 850011 h 4627149"/>
                <a:gd name="connsiteX19" fmla="*/ 2977325 w 2977477"/>
                <a:gd name="connsiteY19" fmla="*/ 745427 h 4627149"/>
                <a:gd name="connsiteX20" fmla="*/ 2929509 w 2977477"/>
                <a:gd name="connsiteY20" fmla="*/ 480155 h 4627149"/>
                <a:gd name="connsiteX21" fmla="*/ 2563082 w 2977477"/>
                <a:gd name="connsiteY21" fmla="*/ 0 h 462714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Lst>
              <a:rect l="l" t="t" r="r" b="b"/>
              <a:pathLst>
                <a:path w="2977477" h="4627149">
                  <a:moveTo>
                    <a:pt x="0" y="4627150"/>
                  </a:moveTo>
                  <a:cubicBezTo>
                    <a:pt x="79820" y="4552283"/>
                    <a:pt x="203835" y="4424648"/>
                    <a:pt x="275082" y="4341590"/>
                  </a:cubicBezTo>
                  <a:cubicBezTo>
                    <a:pt x="354711" y="4248722"/>
                    <a:pt x="421005" y="4145090"/>
                    <a:pt x="502825" y="4054126"/>
                  </a:cubicBezTo>
                  <a:cubicBezTo>
                    <a:pt x="554355" y="3996881"/>
                    <a:pt x="612362" y="3945827"/>
                    <a:pt x="666179" y="3890677"/>
                  </a:cubicBezTo>
                  <a:cubicBezTo>
                    <a:pt x="734187" y="3821049"/>
                    <a:pt x="796671" y="3746183"/>
                    <a:pt x="864203" y="3675983"/>
                  </a:cubicBezTo>
                  <a:cubicBezTo>
                    <a:pt x="902875" y="3635788"/>
                    <a:pt x="943642" y="3597593"/>
                    <a:pt x="982599" y="3557492"/>
                  </a:cubicBezTo>
                  <a:cubicBezTo>
                    <a:pt x="1053941" y="3484150"/>
                    <a:pt x="1121378" y="3407093"/>
                    <a:pt x="1188244" y="3329654"/>
                  </a:cubicBezTo>
                  <a:cubicBezTo>
                    <a:pt x="1240631" y="3268885"/>
                    <a:pt x="1293495" y="3208496"/>
                    <a:pt x="1344740" y="3146774"/>
                  </a:cubicBezTo>
                  <a:cubicBezTo>
                    <a:pt x="1388459" y="3094101"/>
                    <a:pt x="1431512" y="3040761"/>
                    <a:pt x="1470755" y="2984659"/>
                  </a:cubicBezTo>
                  <a:cubicBezTo>
                    <a:pt x="1540764" y="2884646"/>
                    <a:pt x="1598771" y="2777109"/>
                    <a:pt x="1657636" y="2670239"/>
                  </a:cubicBezTo>
                  <a:cubicBezTo>
                    <a:pt x="1693545" y="2605088"/>
                    <a:pt x="1728502" y="2539460"/>
                    <a:pt x="1762887" y="2473547"/>
                  </a:cubicBezTo>
                  <a:cubicBezTo>
                    <a:pt x="1795367" y="2411349"/>
                    <a:pt x="1826419" y="2348103"/>
                    <a:pt x="1866710" y="2290667"/>
                  </a:cubicBezTo>
                  <a:cubicBezTo>
                    <a:pt x="1934623" y="2193893"/>
                    <a:pt x="2022729" y="2114169"/>
                    <a:pt x="2106263" y="2030254"/>
                  </a:cubicBezTo>
                  <a:cubicBezTo>
                    <a:pt x="2163128" y="1973104"/>
                    <a:pt x="2218182" y="1914049"/>
                    <a:pt x="2277237" y="1859185"/>
                  </a:cubicBezTo>
                  <a:cubicBezTo>
                    <a:pt x="2350770" y="1790891"/>
                    <a:pt x="2430304" y="1728978"/>
                    <a:pt x="2499455" y="1656207"/>
                  </a:cubicBezTo>
                  <a:cubicBezTo>
                    <a:pt x="2576989" y="1574578"/>
                    <a:pt x="2641568" y="1481900"/>
                    <a:pt x="2707100" y="1390269"/>
                  </a:cubicBezTo>
                  <a:cubicBezTo>
                    <a:pt x="2744153" y="1338453"/>
                    <a:pt x="2781586" y="1286732"/>
                    <a:pt x="2812352" y="1230916"/>
                  </a:cubicBezTo>
                  <a:cubicBezTo>
                    <a:pt x="2846546" y="1168908"/>
                    <a:pt x="2872550" y="1102900"/>
                    <a:pt x="2898172" y="1036987"/>
                  </a:cubicBezTo>
                  <a:cubicBezTo>
                    <a:pt x="2922175" y="975455"/>
                    <a:pt x="2948273" y="914305"/>
                    <a:pt x="2963228" y="850011"/>
                  </a:cubicBezTo>
                  <a:cubicBezTo>
                    <a:pt x="2971229" y="815626"/>
                    <a:pt x="2976563" y="780764"/>
                    <a:pt x="2977325" y="745427"/>
                  </a:cubicBezTo>
                  <a:cubicBezTo>
                    <a:pt x="2979230" y="654844"/>
                    <a:pt x="2963323" y="564261"/>
                    <a:pt x="2929509" y="480155"/>
                  </a:cubicBezTo>
                  <a:cubicBezTo>
                    <a:pt x="2851309" y="285655"/>
                    <a:pt x="2563082" y="0"/>
                    <a:pt x="2563082" y="0"/>
                  </a:cubicBezTo>
                </a:path>
              </a:pathLst>
            </a:custGeom>
            <a:noFill/>
            <a:ln w="9525" cap="rnd">
              <a:solidFill>
                <a:schemeClr val="accent2">
                  <a:alpha val="50000"/>
                </a:schemeClr>
              </a:solidFill>
              <a:prstDash val="lgDash"/>
              <a:round/>
            </a:ln>
          </p:spPr>
          <p:txBody>
            <a:bodyPr rtlCol="0" anchor="ctr"/>
            <a:lstStyle/>
            <a:p>
              <a:endParaRPr lang="en-US"/>
            </a:p>
          </p:txBody>
        </p:sp>
        <p:sp>
          <p:nvSpPr>
            <p:cNvPr id="28" name="Freeform: Shape 27">
              <a:extLst>
                <a:ext uri="{FF2B5EF4-FFF2-40B4-BE49-F238E27FC236}">
                  <a16:creationId xmlns:a16="http://schemas.microsoft.com/office/drawing/2014/main" id="{E3BABB92-B7C9-439B-A407-C26CAC92F0DD}"/>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25092" y="15178"/>
              <a:ext cx="1566146" cy="2737264"/>
            </a:xfrm>
            <a:custGeom>
              <a:avLst/>
              <a:gdLst>
                <a:gd name="connsiteX0" fmla="*/ 1707071 w 2356712"/>
                <a:gd name="connsiteY0" fmla="*/ 0 h 4118991"/>
                <a:gd name="connsiteX1" fmla="*/ 1824514 w 2356712"/>
                <a:gd name="connsiteY1" fmla="*/ 244697 h 4118991"/>
                <a:gd name="connsiteX2" fmla="*/ 1908715 w 2356712"/>
                <a:gd name="connsiteY2" fmla="*/ 328994 h 4118991"/>
                <a:gd name="connsiteX3" fmla="*/ 2226469 w 2356712"/>
                <a:gd name="connsiteY3" fmla="*/ 603695 h 4118991"/>
                <a:gd name="connsiteX4" fmla="*/ 2355628 w 2356712"/>
                <a:gd name="connsiteY4" fmla="*/ 900494 h 4118991"/>
                <a:gd name="connsiteX5" fmla="*/ 2281428 w 2356712"/>
                <a:gd name="connsiteY5" fmla="*/ 1206913 h 4118991"/>
                <a:gd name="connsiteX6" fmla="*/ 2092452 w 2356712"/>
                <a:gd name="connsiteY6" fmla="*/ 1460659 h 4118991"/>
                <a:gd name="connsiteX7" fmla="*/ 1834039 w 2356712"/>
                <a:gd name="connsiteY7" fmla="*/ 1625822 h 4118991"/>
                <a:gd name="connsiteX8" fmla="*/ 1558862 w 2356712"/>
                <a:gd name="connsiteY8" fmla="*/ 1743075 h 4118991"/>
                <a:gd name="connsiteX9" fmla="*/ 1386554 w 2356712"/>
                <a:gd name="connsiteY9" fmla="*/ 1869948 h 4118991"/>
                <a:gd name="connsiteX10" fmla="*/ 1271683 w 2356712"/>
                <a:gd name="connsiteY10" fmla="*/ 2073402 h 4118991"/>
                <a:gd name="connsiteX11" fmla="*/ 1178338 w 2356712"/>
                <a:gd name="connsiteY11" fmla="*/ 2355914 h 4118991"/>
                <a:gd name="connsiteX12" fmla="*/ 1113758 w 2356712"/>
                <a:gd name="connsiteY12" fmla="*/ 2578513 h 4118991"/>
                <a:gd name="connsiteX13" fmla="*/ 1034796 w 2356712"/>
                <a:gd name="connsiteY13" fmla="*/ 2834640 h 4118991"/>
                <a:gd name="connsiteX14" fmla="*/ 905637 w 2356712"/>
                <a:gd name="connsiteY14" fmla="*/ 3081242 h 4118991"/>
                <a:gd name="connsiteX15" fmla="*/ 793147 w 2356712"/>
                <a:gd name="connsiteY15" fmla="*/ 3258407 h 4118991"/>
                <a:gd name="connsiteX16" fmla="*/ 546735 w 2356712"/>
                <a:gd name="connsiteY16" fmla="*/ 3571970 h 4118991"/>
                <a:gd name="connsiteX17" fmla="*/ 346996 w 2356712"/>
                <a:gd name="connsiteY17" fmla="*/ 3771900 h 4118991"/>
                <a:gd name="connsiteX18" fmla="*/ 174689 w 2356712"/>
                <a:gd name="connsiteY18" fmla="*/ 3944207 h 4118991"/>
                <a:gd name="connsiteX19" fmla="*/ 0 w 2356712"/>
                <a:gd name="connsiteY19" fmla="*/ 4118991 h 411899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Lst>
              <a:rect l="l" t="t" r="r" b="b"/>
              <a:pathLst>
                <a:path w="2356712" h="4118991">
                  <a:moveTo>
                    <a:pt x="1707071" y="0"/>
                  </a:moveTo>
                  <a:cubicBezTo>
                    <a:pt x="1715357" y="22098"/>
                    <a:pt x="1812608" y="224409"/>
                    <a:pt x="1824514" y="244697"/>
                  </a:cubicBezTo>
                  <a:cubicBezTo>
                    <a:pt x="1844802" y="279273"/>
                    <a:pt x="1876996" y="304324"/>
                    <a:pt x="1908715" y="328994"/>
                  </a:cubicBezTo>
                  <a:cubicBezTo>
                    <a:pt x="2019967" y="415195"/>
                    <a:pt x="2137886" y="494633"/>
                    <a:pt x="2226469" y="603695"/>
                  </a:cubicBezTo>
                  <a:cubicBezTo>
                    <a:pt x="2296287" y="689610"/>
                    <a:pt x="2347817" y="790480"/>
                    <a:pt x="2355628" y="900494"/>
                  </a:cubicBezTo>
                  <a:cubicBezTo>
                    <a:pt x="2363248" y="1007078"/>
                    <a:pt x="2329910" y="1111187"/>
                    <a:pt x="2281428" y="1206913"/>
                  </a:cubicBezTo>
                  <a:cubicBezTo>
                    <a:pt x="2233422" y="1301877"/>
                    <a:pt x="2170938" y="1388936"/>
                    <a:pt x="2092452" y="1460659"/>
                  </a:cubicBezTo>
                  <a:cubicBezTo>
                    <a:pt x="2016538" y="1530001"/>
                    <a:pt x="1927765" y="1583436"/>
                    <a:pt x="1834039" y="1625822"/>
                  </a:cubicBezTo>
                  <a:cubicBezTo>
                    <a:pt x="1743075" y="1666970"/>
                    <a:pt x="1647730" y="1697736"/>
                    <a:pt x="1558862" y="1743075"/>
                  </a:cubicBezTo>
                  <a:cubicBezTo>
                    <a:pt x="1494758" y="1775841"/>
                    <a:pt x="1434275" y="1816132"/>
                    <a:pt x="1386554" y="1869948"/>
                  </a:cubicBezTo>
                  <a:cubicBezTo>
                    <a:pt x="1334548" y="1928622"/>
                    <a:pt x="1300544" y="2000345"/>
                    <a:pt x="1271683" y="2073402"/>
                  </a:cubicBezTo>
                  <a:cubicBezTo>
                    <a:pt x="1235202" y="2165699"/>
                    <a:pt x="1206722" y="2260759"/>
                    <a:pt x="1178338" y="2355914"/>
                  </a:cubicBezTo>
                  <a:cubicBezTo>
                    <a:pt x="1156240" y="2429923"/>
                    <a:pt x="1134237" y="2504028"/>
                    <a:pt x="1113758" y="2578513"/>
                  </a:cubicBezTo>
                  <a:cubicBezTo>
                    <a:pt x="1090041" y="2664714"/>
                    <a:pt x="1068134" y="2751678"/>
                    <a:pt x="1034796" y="2834640"/>
                  </a:cubicBezTo>
                  <a:cubicBezTo>
                    <a:pt x="1000125" y="2920841"/>
                    <a:pt x="953643" y="3001613"/>
                    <a:pt x="905637" y="3081242"/>
                  </a:cubicBezTo>
                  <a:cubicBezTo>
                    <a:pt x="869442" y="3141155"/>
                    <a:pt x="832295" y="3200400"/>
                    <a:pt x="793147" y="3258407"/>
                  </a:cubicBezTo>
                  <a:cubicBezTo>
                    <a:pt x="718661" y="3368802"/>
                    <a:pt x="637223" y="3474434"/>
                    <a:pt x="546735" y="3571970"/>
                  </a:cubicBezTo>
                  <a:cubicBezTo>
                    <a:pt x="482632" y="3641027"/>
                    <a:pt x="414147" y="3705797"/>
                    <a:pt x="346996" y="3771900"/>
                  </a:cubicBezTo>
                  <a:cubicBezTo>
                    <a:pt x="288989" y="3828764"/>
                    <a:pt x="232029" y="3886676"/>
                    <a:pt x="174689" y="3944207"/>
                  </a:cubicBezTo>
                  <a:cubicBezTo>
                    <a:pt x="116586" y="4002596"/>
                    <a:pt x="58293" y="4060698"/>
                    <a:pt x="0" y="4118991"/>
                  </a:cubicBezTo>
                </a:path>
              </a:pathLst>
            </a:custGeom>
            <a:noFill/>
            <a:ln w="9525" cap="rnd">
              <a:solidFill>
                <a:schemeClr val="accent2">
                  <a:alpha val="50000"/>
                </a:schemeClr>
              </a:solidFill>
              <a:prstDash val="lgDash"/>
              <a:round/>
            </a:ln>
          </p:spPr>
          <p:txBody>
            <a:bodyPr rtlCol="0" anchor="ctr"/>
            <a:lstStyle/>
            <a:p>
              <a:endParaRPr lang="en-US"/>
            </a:p>
          </p:txBody>
        </p:sp>
        <p:sp>
          <p:nvSpPr>
            <p:cNvPr id="29" name="Freeform: Shape 28">
              <a:extLst>
                <a:ext uri="{FF2B5EF4-FFF2-40B4-BE49-F238E27FC236}">
                  <a16:creationId xmlns:a16="http://schemas.microsoft.com/office/drawing/2014/main" id="{B3806CE1-04AF-4087-986A-DBEB74501511}"/>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10849" y="15178"/>
              <a:ext cx="1368431" cy="2644975"/>
            </a:xfrm>
            <a:custGeom>
              <a:avLst/>
              <a:gdLst>
                <a:gd name="connsiteX0" fmla="*/ 0 w 2059193"/>
                <a:gd name="connsiteY0" fmla="*/ 3980116 h 3980116"/>
                <a:gd name="connsiteX1" fmla="*/ 471583 w 2059193"/>
                <a:gd name="connsiteY1" fmla="*/ 3515678 h 3980116"/>
                <a:gd name="connsiteX2" fmla="*/ 758666 w 2059193"/>
                <a:gd name="connsiteY2" fmla="*/ 3163824 h 3980116"/>
                <a:gd name="connsiteX3" fmla="*/ 940499 w 2059193"/>
                <a:gd name="connsiteY3" fmla="*/ 2780824 h 3980116"/>
                <a:gd name="connsiteX4" fmla="*/ 1055370 w 2059193"/>
                <a:gd name="connsiteY4" fmla="*/ 2242185 h 3980116"/>
                <a:gd name="connsiteX5" fmla="*/ 1136714 w 2059193"/>
                <a:gd name="connsiteY5" fmla="*/ 1878330 h 3980116"/>
                <a:gd name="connsiteX6" fmla="*/ 1246727 w 2059193"/>
                <a:gd name="connsiteY6" fmla="*/ 1562386 h 3980116"/>
                <a:gd name="connsiteX7" fmla="*/ 1378363 w 2059193"/>
                <a:gd name="connsiteY7" fmla="*/ 1430750 h 3980116"/>
                <a:gd name="connsiteX8" fmla="*/ 1691831 w 2059193"/>
                <a:gd name="connsiteY8" fmla="*/ 1394841 h 3980116"/>
                <a:gd name="connsiteX9" fmla="*/ 1914335 w 2059193"/>
                <a:gd name="connsiteY9" fmla="*/ 1323023 h 3980116"/>
                <a:gd name="connsiteX10" fmla="*/ 2055495 w 2059193"/>
                <a:gd name="connsiteY10" fmla="*/ 1098042 h 3980116"/>
                <a:gd name="connsiteX11" fmla="*/ 2033969 w 2059193"/>
                <a:gd name="connsiteY11" fmla="*/ 930497 h 3980116"/>
                <a:gd name="connsiteX12" fmla="*/ 1885664 w 2059193"/>
                <a:gd name="connsiteY12" fmla="*/ 760571 h 3980116"/>
                <a:gd name="connsiteX13" fmla="*/ 1636871 w 2059193"/>
                <a:gd name="connsiteY13" fmla="*/ 612172 h 3980116"/>
                <a:gd name="connsiteX14" fmla="*/ 1335405 w 2059193"/>
                <a:gd name="connsiteY14" fmla="*/ 459010 h 3980116"/>
                <a:gd name="connsiteX15" fmla="*/ 1234916 w 2059193"/>
                <a:gd name="connsiteY15" fmla="*/ 269939 h 3980116"/>
                <a:gd name="connsiteX16" fmla="*/ 1386935 w 2059193"/>
                <a:gd name="connsiteY16" fmla="*/ 0 h 398011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Lst>
              <a:rect l="l" t="t" r="r" b="b"/>
              <a:pathLst>
                <a:path w="2059193" h="3980116">
                  <a:moveTo>
                    <a:pt x="0" y="3980116"/>
                  </a:moveTo>
                  <a:cubicBezTo>
                    <a:pt x="91345" y="3889534"/>
                    <a:pt x="382715" y="3608737"/>
                    <a:pt x="471583" y="3515678"/>
                  </a:cubicBezTo>
                  <a:cubicBezTo>
                    <a:pt x="576358" y="3405949"/>
                    <a:pt x="675989" y="3290983"/>
                    <a:pt x="758666" y="3163824"/>
                  </a:cubicBezTo>
                  <a:cubicBezTo>
                    <a:pt x="836105" y="3044857"/>
                    <a:pt x="897445" y="2916079"/>
                    <a:pt x="940499" y="2780824"/>
                  </a:cubicBezTo>
                  <a:cubicBezTo>
                    <a:pt x="996315" y="2605754"/>
                    <a:pt x="1020985" y="2422874"/>
                    <a:pt x="1055370" y="2242185"/>
                  </a:cubicBezTo>
                  <a:cubicBezTo>
                    <a:pt x="1078611" y="2120075"/>
                    <a:pt x="1107472" y="1999107"/>
                    <a:pt x="1136714" y="1878330"/>
                  </a:cubicBezTo>
                  <a:cubicBezTo>
                    <a:pt x="1163098" y="1769174"/>
                    <a:pt x="1189482" y="1658588"/>
                    <a:pt x="1246727" y="1562386"/>
                  </a:cubicBezTo>
                  <a:cubicBezTo>
                    <a:pt x="1279208" y="1507808"/>
                    <a:pt x="1321689" y="1459039"/>
                    <a:pt x="1378363" y="1430750"/>
                  </a:cubicBezTo>
                  <a:cubicBezTo>
                    <a:pt x="1473327" y="1383221"/>
                    <a:pt x="1584865" y="1402652"/>
                    <a:pt x="1691831" y="1394841"/>
                  </a:cubicBezTo>
                  <a:cubicBezTo>
                    <a:pt x="1771079" y="1389031"/>
                    <a:pt x="1849279" y="1368266"/>
                    <a:pt x="1914335" y="1323023"/>
                  </a:cubicBezTo>
                  <a:cubicBezTo>
                    <a:pt x="1989963" y="1270445"/>
                    <a:pt x="2041493" y="1189101"/>
                    <a:pt x="2055495" y="1098042"/>
                  </a:cubicBezTo>
                  <a:cubicBezTo>
                    <a:pt x="2064258" y="1041178"/>
                    <a:pt x="2057591" y="982980"/>
                    <a:pt x="2033969" y="930497"/>
                  </a:cubicBezTo>
                  <a:cubicBezTo>
                    <a:pt x="2002727" y="861060"/>
                    <a:pt x="1945958" y="807625"/>
                    <a:pt x="1885664" y="760571"/>
                  </a:cubicBezTo>
                  <a:cubicBezTo>
                    <a:pt x="1809179" y="700945"/>
                    <a:pt x="1725549" y="651415"/>
                    <a:pt x="1636871" y="612172"/>
                  </a:cubicBezTo>
                  <a:cubicBezTo>
                    <a:pt x="1532763" y="566071"/>
                    <a:pt x="1421606" y="532543"/>
                    <a:pt x="1335405" y="459010"/>
                  </a:cubicBezTo>
                  <a:cubicBezTo>
                    <a:pt x="1277969" y="409956"/>
                    <a:pt x="1232059" y="344615"/>
                    <a:pt x="1234916" y="269939"/>
                  </a:cubicBezTo>
                  <a:cubicBezTo>
                    <a:pt x="1237012" y="211741"/>
                    <a:pt x="1386935" y="0"/>
                    <a:pt x="1386935" y="0"/>
                  </a:cubicBezTo>
                </a:path>
              </a:pathLst>
            </a:custGeom>
            <a:noFill/>
            <a:ln w="9525" cap="rnd">
              <a:solidFill>
                <a:schemeClr val="accent2">
                  <a:alpha val="50000"/>
                </a:schemeClr>
              </a:solidFill>
              <a:prstDash val="lgDash"/>
              <a:round/>
            </a:ln>
          </p:spPr>
          <p:txBody>
            <a:bodyPr rtlCol="0" anchor="ctr"/>
            <a:lstStyle/>
            <a:p>
              <a:endParaRPr lang="en-US"/>
            </a:p>
          </p:txBody>
        </p:sp>
        <p:sp>
          <p:nvSpPr>
            <p:cNvPr id="30" name="Freeform: Shape 29">
              <a:extLst>
                <a:ext uri="{FF2B5EF4-FFF2-40B4-BE49-F238E27FC236}">
                  <a16:creationId xmlns:a16="http://schemas.microsoft.com/office/drawing/2014/main" id="{373482B9-3ACD-4DBF-BF7A-865B7BBD10BF}"/>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18825" y="543780"/>
              <a:ext cx="494287" cy="1905590"/>
            </a:xfrm>
            <a:custGeom>
              <a:avLst/>
              <a:gdLst>
                <a:gd name="connsiteX0" fmla="*/ 11144 w 743796"/>
                <a:gd name="connsiteY0" fmla="*/ 0 h 2867501"/>
                <a:gd name="connsiteX1" fmla="*/ 353663 w 743796"/>
                <a:gd name="connsiteY1" fmla="*/ 55245 h 2867501"/>
                <a:gd name="connsiteX2" fmla="*/ 571405 w 743796"/>
                <a:gd name="connsiteY2" fmla="*/ 179737 h 2867501"/>
                <a:gd name="connsiteX3" fmla="*/ 688658 w 743796"/>
                <a:gd name="connsiteY3" fmla="*/ 368808 h 2867501"/>
                <a:gd name="connsiteX4" fmla="*/ 731711 w 743796"/>
                <a:gd name="connsiteY4" fmla="*/ 612934 h 2867501"/>
                <a:gd name="connsiteX5" fmla="*/ 725233 w 743796"/>
                <a:gd name="connsiteY5" fmla="*/ 995648 h 2867501"/>
                <a:gd name="connsiteX6" fmla="*/ 742855 w 743796"/>
                <a:gd name="connsiteY6" fmla="*/ 1499330 h 2867501"/>
                <a:gd name="connsiteX7" fmla="*/ 707898 w 743796"/>
                <a:gd name="connsiteY7" fmla="*/ 1793081 h 2867501"/>
                <a:gd name="connsiteX8" fmla="*/ 633222 w 743796"/>
                <a:gd name="connsiteY8" fmla="*/ 2073592 h 2867501"/>
                <a:gd name="connsiteX9" fmla="*/ 404527 w 743796"/>
                <a:gd name="connsiteY9" fmla="*/ 2472404 h 2867501"/>
                <a:gd name="connsiteX10" fmla="*/ 0 w 743796"/>
                <a:gd name="connsiteY10" fmla="*/ 2867501 h 286750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743796" h="2867501">
                  <a:moveTo>
                    <a:pt x="11144" y="0"/>
                  </a:moveTo>
                  <a:cubicBezTo>
                    <a:pt x="101060" y="2953"/>
                    <a:pt x="268796" y="25146"/>
                    <a:pt x="353663" y="55245"/>
                  </a:cubicBezTo>
                  <a:cubicBezTo>
                    <a:pt x="433483" y="83534"/>
                    <a:pt x="510635" y="120967"/>
                    <a:pt x="571405" y="179737"/>
                  </a:cubicBezTo>
                  <a:cubicBezTo>
                    <a:pt x="625412" y="231934"/>
                    <a:pt x="663607" y="297942"/>
                    <a:pt x="688658" y="368808"/>
                  </a:cubicBezTo>
                  <a:cubicBezTo>
                    <a:pt x="716375" y="447103"/>
                    <a:pt x="727996" y="529876"/>
                    <a:pt x="731711" y="612934"/>
                  </a:cubicBezTo>
                  <a:cubicBezTo>
                    <a:pt x="737426" y="740474"/>
                    <a:pt x="724948" y="867918"/>
                    <a:pt x="725233" y="995648"/>
                  </a:cubicBezTo>
                  <a:cubicBezTo>
                    <a:pt x="725710" y="1163765"/>
                    <a:pt x="748665" y="1331309"/>
                    <a:pt x="742855" y="1499330"/>
                  </a:cubicBezTo>
                  <a:cubicBezTo>
                    <a:pt x="739426" y="1598009"/>
                    <a:pt x="725996" y="1696022"/>
                    <a:pt x="707898" y="1793081"/>
                  </a:cubicBezTo>
                  <a:cubicBezTo>
                    <a:pt x="690086" y="1888426"/>
                    <a:pt x="666845" y="1982724"/>
                    <a:pt x="633222" y="2073592"/>
                  </a:cubicBezTo>
                  <a:cubicBezTo>
                    <a:pt x="579692" y="2218182"/>
                    <a:pt x="499682" y="2351056"/>
                    <a:pt x="404527" y="2472404"/>
                  </a:cubicBezTo>
                  <a:cubicBezTo>
                    <a:pt x="266033" y="2648902"/>
                    <a:pt x="179642" y="2732818"/>
                    <a:pt x="0" y="2867501"/>
                  </a:cubicBezTo>
                </a:path>
              </a:pathLst>
            </a:custGeom>
            <a:noFill/>
            <a:ln w="9525" cap="rnd">
              <a:solidFill>
                <a:schemeClr val="accent2">
                  <a:alpha val="50000"/>
                </a:schemeClr>
              </a:solidFill>
              <a:prstDash val="lgDash"/>
              <a:round/>
            </a:ln>
          </p:spPr>
          <p:txBody>
            <a:bodyPr rtlCol="0" anchor="ctr"/>
            <a:lstStyle/>
            <a:p>
              <a:endParaRPr lang="en-US"/>
            </a:p>
          </p:txBody>
        </p:sp>
        <p:sp>
          <p:nvSpPr>
            <p:cNvPr id="31" name="Freeform: Shape 30">
              <a:extLst>
                <a:ext uri="{FF2B5EF4-FFF2-40B4-BE49-F238E27FC236}">
                  <a16:creationId xmlns:a16="http://schemas.microsoft.com/office/drawing/2014/main" id="{FBF72E41-C373-4050-A899-B9FDE5113D38}"/>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10849" y="672286"/>
              <a:ext cx="396930" cy="1690303"/>
            </a:xfrm>
            <a:custGeom>
              <a:avLst/>
              <a:gdLst>
                <a:gd name="connsiteX0" fmla="*/ 16478 w 597294"/>
                <a:gd name="connsiteY0" fmla="*/ 2079 h 2543540"/>
                <a:gd name="connsiteX1" fmla="*/ 299847 w 597294"/>
                <a:gd name="connsiteY1" fmla="*/ 53991 h 2543540"/>
                <a:gd name="connsiteX2" fmla="*/ 503206 w 597294"/>
                <a:gd name="connsiteY2" fmla="*/ 291354 h 2543540"/>
                <a:gd name="connsiteX3" fmla="*/ 525113 w 597294"/>
                <a:gd name="connsiteY3" fmla="*/ 724265 h 2543540"/>
                <a:gd name="connsiteX4" fmla="*/ 578930 w 597294"/>
                <a:gd name="connsiteY4" fmla="*/ 1117267 h 2543540"/>
                <a:gd name="connsiteX5" fmla="*/ 592931 w 597294"/>
                <a:gd name="connsiteY5" fmla="*/ 1476359 h 2543540"/>
                <a:gd name="connsiteX6" fmla="*/ 503206 w 597294"/>
                <a:gd name="connsiteY6" fmla="*/ 1859359 h 2543540"/>
                <a:gd name="connsiteX7" fmla="*/ 291846 w 597294"/>
                <a:gd name="connsiteY7" fmla="*/ 2250361 h 2543540"/>
                <a:gd name="connsiteX8" fmla="*/ 0 w 597294"/>
                <a:gd name="connsiteY8" fmla="*/ 2543540 h 254354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597294" h="2543540">
                  <a:moveTo>
                    <a:pt x="16478" y="2079"/>
                  </a:moveTo>
                  <a:cubicBezTo>
                    <a:pt x="101441" y="-6684"/>
                    <a:pt x="224885" y="12557"/>
                    <a:pt x="299847" y="53991"/>
                  </a:cubicBezTo>
                  <a:cubicBezTo>
                    <a:pt x="394240" y="106092"/>
                    <a:pt x="468440" y="189341"/>
                    <a:pt x="503206" y="291354"/>
                  </a:cubicBezTo>
                  <a:cubicBezTo>
                    <a:pt x="550069" y="429085"/>
                    <a:pt x="520827" y="577770"/>
                    <a:pt x="525113" y="724265"/>
                  </a:cubicBezTo>
                  <a:cubicBezTo>
                    <a:pt x="529019" y="856472"/>
                    <a:pt x="561118" y="986012"/>
                    <a:pt x="578930" y="1117267"/>
                  </a:cubicBezTo>
                  <a:cubicBezTo>
                    <a:pt x="595122" y="1236234"/>
                    <a:pt x="602742" y="1356630"/>
                    <a:pt x="592931" y="1476359"/>
                  </a:cubicBezTo>
                  <a:cubicBezTo>
                    <a:pt x="582073" y="1607709"/>
                    <a:pt x="549783" y="1736011"/>
                    <a:pt x="503206" y="1859359"/>
                  </a:cubicBezTo>
                  <a:cubicBezTo>
                    <a:pt x="450628" y="1998710"/>
                    <a:pt x="383857" y="2133298"/>
                    <a:pt x="291846" y="2250361"/>
                  </a:cubicBezTo>
                  <a:cubicBezTo>
                    <a:pt x="231553" y="2327132"/>
                    <a:pt x="73819" y="2479532"/>
                    <a:pt x="0" y="2543540"/>
                  </a:cubicBezTo>
                </a:path>
              </a:pathLst>
            </a:custGeom>
            <a:noFill/>
            <a:ln w="9525" cap="rnd">
              <a:solidFill>
                <a:schemeClr val="accent2">
                  <a:alpha val="50000"/>
                </a:schemeClr>
              </a:solidFill>
              <a:prstDash val="lgDash"/>
              <a:round/>
            </a:ln>
          </p:spPr>
          <p:txBody>
            <a:bodyPr rtlCol="0" anchor="ctr"/>
            <a:lstStyle/>
            <a:p>
              <a:endParaRPr lang="en-US"/>
            </a:p>
          </p:txBody>
        </p:sp>
        <p:sp>
          <p:nvSpPr>
            <p:cNvPr id="32" name="Freeform: Shape 31">
              <a:extLst>
                <a:ext uri="{FF2B5EF4-FFF2-40B4-BE49-F238E27FC236}">
                  <a16:creationId xmlns:a16="http://schemas.microsoft.com/office/drawing/2014/main" id="{4B521439-93BF-4D49-9EB4-9FA798186575}"/>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23002" y="881264"/>
              <a:ext cx="258791" cy="1336561"/>
            </a:xfrm>
            <a:custGeom>
              <a:avLst/>
              <a:gdLst>
                <a:gd name="connsiteX0" fmla="*/ 0 w 389425"/>
                <a:gd name="connsiteY0" fmla="*/ 33 h 2011236"/>
                <a:gd name="connsiteX1" fmla="*/ 171260 w 389425"/>
                <a:gd name="connsiteY1" fmla="*/ 60326 h 2011236"/>
                <a:gd name="connsiteX2" fmla="*/ 211455 w 389425"/>
                <a:gd name="connsiteY2" fmla="*/ 221204 h 2011236"/>
                <a:gd name="connsiteX3" fmla="*/ 243078 w 389425"/>
                <a:gd name="connsiteY3" fmla="*/ 448089 h 2011236"/>
                <a:gd name="connsiteX4" fmla="*/ 346424 w 389425"/>
                <a:gd name="connsiteY4" fmla="*/ 789941 h 2011236"/>
                <a:gd name="connsiteX5" fmla="*/ 372237 w 389425"/>
                <a:gd name="connsiteY5" fmla="*/ 942151 h 2011236"/>
                <a:gd name="connsiteX6" fmla="*/ 386620 w 389425"/>
                <a:gd name="connsiteY6" fmla="*/ 1272478 h 2011236"/>
                <a:gd name="connsiteX7" fmla="*/ 280416 w 389425"/>
                <a:gd name="connsiteY7" fmla="*/ 1660241 h 2011236"/>
                <a:gd name="connsiteX8" fmla="*/ 151257 w 389425"/>
                <a:gd name="connsiteY8" fmla="*/ 1844073 h 2011236"/>
                <a:gd name="connsiteX9" fmla="*/ 1905 w 389425"/>
                <a:gd name="connsiteY9" fmla="*/ 2011237 h 201123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389425" h="2011236">
                  <a:moveTo>
                    <a:pt x="0" y="33"/>
                  </a:moveTo>
                  <a:cubicBezTo>
                    <a:pt x="57912" y="-824"/>
                    <a:pt x="136112" y="14892"/>
                    <a:pt x="171260" y="60326"/>
                  </a:cubicBezTo>
                  <a:cubicBezTo>
                    <a:pt x="205645" y="104903"/>
                    <a:pt x="207740" y="164244"/>
                    <a:pt x="211455" y="221204"/>
                  </a:cubicBezTo>
                  <a:cubicBezTo>
                    <a:pt x="216408" y="297594"/>
                    <a:pt x="225838" y="373604"/>
                    <a:pt x="243078" y="448089"/>
                  </a:cubicBezTo>
                  <a:cubicBezTo>
                    <a:pt x="269939" y="564199"/>
                    <a:pt x="319183" y="673927"/>
                    <a:pt x="346424" y="789941"/>
                  </a:cubicBezTo>
                  <a:cubicBezTo>
                    <a:pt x="358235" y="840043"/>
                    <a:pt x="365951" y="891097"/>
                    <a:pt x="372237" y="942151"/>
                  </a:cubicBezTo>
                  <a:cubicBezTo>
                    <a:pt x="385858" y="1051784"/>
                    <a:pt x="394049" y="1162274"/>
                    <a:pt x="386620" y="1272478"/>
                  </a:cubicBezTo>
                  <a:cubicBezTo>
                    <a:pt x="377476" y="1407828"/>
                    <a:pt x="344996" y="1541178"/>
                    <a:pt x="280416" y="1660241"/>
                  </a:cubicBezTo>
                  <a:cubicBezTo>
                    <a:pt x="244602" y="1726249"/>
                    <a:pt x="199358" y="1786352"/>
                    <a:pt x="151257" y="1844073"/>
                  </a:cubicBezTo>
                  <a:cubicBezTo>
                    <a:pt x="79534" y="1930084"/>
                    <a:pt x="89345" y="1941419"/>
                    <a:pt x="1905" y="2011237"/>
                  </a:cubicBezTo>
                </a:path>
              </a:pathLst>
            </a:custGeom>
            <a:noFill/>
            <a:ln w="9525" cap="rnd">
              <a:solidFill>
                <a:schemeClr val="accent2">
                  <a:alpha val="50000"/>
                </a:schemeClr>
              </a:solidFill>
              <a:prstDash val="lgDash"/>
              <a:round/>
            </a:ln>
          </p:spPr>
          <p:txBody>
            <a:bodyPr rtlCol="0" anchor="ctr"/>
            <a:lstStyle/>
            <a:p>
              <a:endParaRPr lang="en-US" dirty="0"/>
            </a:p>
          </p:txBody>
        </p:sp>
      </p:grpSp>
      <p:grpSp>
        <p:nvGrpSpPr>
          <p:cNvPr id="34" name="Cross">
            <a:extLst>
              <a:ext uri="{FF2B5EF4-FFF2-40B4-BE49-F238E27FC236}">
                <a16:creationId xmlns:a16="http://schemas.microsoft.com/office/drawing/2014/main" id="{8593C7C3-23A8-4377-B2A6-0AA4120CF044}"/>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762000" y="553414"/>
            <a:ext cx="118872" cy="118872"/>
            <a:chOff x="1175347" y="3733800"/>
            <a:chExt cx="118872" cy="118872"/>
          </a:xfrm>
        </p:grpSpPr>
        <p:cxnSp>
          <p:nvCxnSpPr>
            <p:cNvPr id="35" name="Straight Connector 34">
              <a:extLst>
                <a:ext uri="{FF2B5EF4-FFF2-40B4-BE49-F238E27FC236}">
                  <a16:creationId xmlns:a16="http://schemas.microsoft.com/office/drawing/2014/main" id="{9DF09466-D21B-48B6-B71E-2E3DC7068019}"/>
                </a:ext>
                <a:ext uri="{C183D7F6-B498-43B3-948B-1728B52AA6E4}">
                  <adec:decorative xmlns:adec="http://schemas.microsoft.com/office/drawing/2017/decorative" val="1"/>
                </a:ext>
              </a:extLst>
            </p:cNvPr>
            <p:cNvCxnSpPr>
              <a:cxnSpLocks/>
            </p:cNvCxnSpPr>
            <p:nvPr>
              <p:extLst>
                <p:ext uri="{386F3935-93C4-4BCD-93E2-E3B085C9AB24}">
                  <p16:designElem xmlns:p16="http://schemas.microsoft.com/office/powerpoint/2015/main" val="1"/>
                </p:ext>
              </p:extLst>
            </p:nvPr>
          </p:nvCxnSpPr>
          <p:spPr>
            <a:xfrm>
              <a:off x="1234783" y="3733800"/>
              <a:ext cx="0" cy="118872"/>
            </a:xfrm>
            <a:prstGeom prst="line">
              <a:avLst/>
            </a:prstGeom>
            <a:ln w="12700">
              <a:solidFill>
                <a:schemeClr val="accent5"/>
              </a:solidFill>
            </a:ln>
          </p:spPr>
          <p:style>
            <a:lnRef idx="1">
              <a:schemeClr val="accent2"/>
            </a:lnRef>
            <a:fillRef idx="0">
              <a:schemeClr val="accent2"/>
            </a:fillRef>
            <a:effectRef idx="0">
              <a:schemeClr val="accent2"/>
            </a:effectRef>
            <a:fontRef idx="minor">
              <a:schemeClr val="tx1"/>
            </a:fontRef>
          </p:style>
        </p:cxnSp>
        <p:cxnSp>
          <p:nvCxnSpPr>
            <p:cNvPr id="36" name="Straight Connector 35">
              <a:extLst>
                <a:ext uri="{FF2B5EF4-FFF2-40B4-BE49-F238E27FC236}">
                  <a16:creationId xmlns:a16="http://schemas.microsoft.com/office/drawing/2014/main" id="{5E19A168-D974-4872-8F82-BDB7121D1A2E}"/>
                </a:ext>
                <a:ext uri="{C183D7F6-B498-43B3-948B-1728B52AA6E4}">
                  <adec:decorative xmlns:adec="http://schemas.microsoft.com/office/drawing/2017/decorative" val="1"/>
                </a:ext>
              </a:extLst>
            </p:cNvPr>
            <p:cNvCxnSpPr>
              <a:cxnSpLocks/>
            </p:cNvCxnSpPr>
            <p:nvPr>
              <p:extLst>
                <p:ext uri="{386F3935-93C4-4BCD-93E2-E3B085C9AB24}">
                  <p16:designElem xmlns:p16="http://schemas.microsoft.com/office/powerpoint/2015/main" val="1"/>
                </p:ext>
              </p:extLst>
            </p:nvPr>
          </p:nvCxnSpPr>
          <p:spPr>
            <a:xfrm>
              <a:off x="1175347" y="3793236"/>
              <a:ext cx="118872" cy="0"/>
            </a:xfrm>
            <a:prstGeom prst="line">
              <a:avLst/>
            </a:prstGeom>
            <a:ln w="12700">
              <a:solidFill>
                <a:schemeClr val="accent5"/>
              </a:solidFill>
            </a:ln>
          </p:spPr>
          <p:style>
            <a:lnRef idx="1">
              <a:schemeClr val="accent2"/>
            </a:lnRef>
            <a:fillRef idx="0">
              <a:schemeClr val="accent2"/>
            </a:fillRef>
            <a:effectRef idx="0">
              <a:schemeClr val="accent2"/>
            </a:effectRef>
            <a:fontRef idx="minor">
              <a:schemeClr val="tx1"/>
            </a:fontRef>
          </p:style>
        </p:cxnSp>
      </p:grpSp>
      <p:grpSp>
        <p:nvGrpSpPr>
          <p:cNvPr id="38" name="Cross">
            <a:extLst>
              <a:ext uri="{FF2B5EF4-FFF2-40B4-BE49-F238E27FC236}">
                <a16:creationId xmlns:a16="http://schemas.microsoft.com/office/drawing/2014/main" id="{B531CCBB-545A-412B-89AF-AEB3068A7324}"/>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914400" y="705814"/>
            <a:ext cx="118872" cy="118872"/>
            <a:chOff x="1175347" y="3733800"/>
            <a:chExt cx="118872" cy="118872"/>
          </a:xfrm>
        </p:grpSpPr>
        <p:cxnSp>
          <p:nvCxnSpPr>
            <p:cNvPr id="39" name="Straight Connector 38">
              <a:extLst>
                <a:ext uri="{FF2B5EF4-FFF2-40B4-BE49-F238E27FC236}">
                  <a16:creationId xmlns:a16="http://schemas.microsoft.com/office/drawing/2014/main" id="{D48FD4C8-4A36-4CB1-9391-65AA566FF6F6}"/>
                </a:ext>
                <a:ext uri="{C183D7F6-B498-43B3-948B-1728B52AA6E4}">
                  <adec:decorative xmlns:adec="http://schemas.microsoft.com/office/drawing/2017/decorative" val="1"/>
                </a:ext>
              </a:extLst>
            </p:cNvPr>
            <p:cNvCxnSpPr>
              <a:cxnSpLocks/>
            </p:cNvCxnSpPr>
            <p:nvPr>
              <p:extLst>
                <p:ext uri="{386F3935-93C4-4BCD-93E2-E3B085C9AB24}">
                  <p16:designElem xmlns:p16="http://schemas.microsoft.com/office/powerpoint/2015/main" val="1"/>
                </p:ext>
              </p:extLst>
            </p:nvPr>
          </p:nvCxnSpPr>
          <p:spPr>
            <a:xfrm>
              <a:off x="1234783" y="3733800"/>
              <a:ext cx="0" cy="118872"/>
            </a:xfrm>
            <a:prstGeom prst="line">
              <a:avLst/>
            </a:prstGeom>
            <a:ln w="12700">
              <a:solidFill>
                <a:schemeClr val="accent5"/>
              </a:solidFill>
            </a:ln>
          </p:spPr>
          <p:style>
            <a:lnRef idx="1">
              <a:schemeClr val="accent2"/>
            </a:lnRef>
            <a:fillRef idx="0">
              <a:schemeClr val="accent2"/>
            </a:fillRef>
            <a:effectRef idx="0">
              <a:schemeClr val="accent2"/>
            </a:effectRef>
            <a:fontRef idx="minor">
              <a:schemeClr val="tx1"/>
            </a:fontRef>
          </p:style>
        </p:cxnSp>
        <p:cxnSp>
          <p:nvCxnSpPr>
            <p:cNvPr id="40" name="Straight Connector 39">
              <a:extLst>
                <a:ext uri="{FF2B5EF4-FFF2-40B4-BE49-F238E27FC236}">
                  <a16:creationId xmlns:a16="http://schemas.microsoft.com/office/drawing/2014/main" id="{75FC3684-0929-46EE-A97F-3BEE86C8F4BD}"/>
                </a:ext>
                <a:ext uri="{C183D7F6-B498-43B3-948B-1728B52AA6E4}">
                  <adec:decorative xmlns:adec="http://schemas.microsoft.com/office/drawing/2017/decorative" val="1"/>
                </a:ext>
              </a:extLst>
            </p:cNvPr>
            <p:cNvCxnSpPr>
              <a:cxnSpLocks/>
            </p:cNvCxnSpPr>
            <p:nvPr>
              <p:extLst>
                <p:ext uri="{386F3935-93C4-4BCD-93E2-E3B085C9AB24}">
                  <p16:designElem xmlns:p16="http://schemas.microsoft.com/office/powerpoint/2015/main" val="1"/>
                </p:ext>
              </p:extLst>
            </p:nvPr>
          </p:nvCxnSpPr>
          <p:spPr>
            <a:xfrm>
              <a:off x="1175347" y="3793236"/>
              <a:ext cx="118872" cy="0"/>
            </a:xfrm>
            <a:prstGeom prst="line">
              <a:avLst/>
            </a:prstGeom>
            <a:ln w="12700">
              <a:solidFill>
                <a:schemeClr val="accent5"/>
              </a:solidFill>
            </a:ln>
          </p:spPr>
          <p:style>
            <a:lnRef idx="1">
              <a:schemeClr val="accent2"/>
            </a:lnRef>
            <a:fillRef idx="0">
              <a:schemeClr val="accent2"/>
            </a:fillRef>
            <a:effectRef idx="0">
              <a:schemeClr val="accent2"/>
            </a:effectRef>
            <a:fontRef idx="minor">
              <a:schemeClr val="tx1"/>
            </a:fontRef>
          </p:style>
        </p:cxnSp>
      </p:grpSp>
    </p:spTree>
    <p:extLst>
      <p:ext uri="{BB962C8B-B14F-4D97-AF65-F5344CB8AC3E}">
        <p14:creationId xmlns:p14="http://schemas.microsoft.com/office/powerpoint/2010/main" val="3931690179"/>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37" name="Rectangle 36">
            <a:extLst>
              <a:ext uri="{FF2B5EF4-FFF2-40B4-BE49-F238E27FC236}">
                <a16:creationId xmlns:a16="http://schemas.microsoft.com/office/drawing/2014/main" id="{8651CFA9-6065-4243-AC48-858E359780B1}"/>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88952" cy="6858000"/>
          </a:xfrm>
          <a:prstGeom prst="rect">
            <a:avLst/>
          </a:prstGeom>
          <a:ln>
            <a:solidFill>
              <a:schemeClr val="bg1">
                <a:lumMod val="9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solidFill>
                <a:schemeClr val="tx1">
                  <a:lumMod val="65000"/>
                  <a:lumOff val="35000"/>
                </a:schemeClr>
              </a:solidFill>
              <a:latin typeface="AvenirNext LT Pro Medium" panose="020B0504020202020204" pitchFamily="34" charset="0"/>
            </a:endParaRPr>
          </a:p>
        </p:txBody>
      </p:sp>
      <p:sp>
        <p:nvSpPr>
          <p:cNvPr id="39" name="Rectangle 38">
            <a:extLst>
              <a:ext uri="{FF2B5EF4-FFF2-40B4-BE49-F238E27FC236}">
                <a16:creationId xmlns:a16="http://schemas.microsoft.com/office/drawing/2014/main" id="{37962AE0-6A1C-4B76-9D52-10E5E6D7D3BB}"/>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88952" cy="6858000"/>
          </a:xfrm>
          <a:prstGeom prst="rect">
            <a:avLst/>
          </a:prstGeom>
          <a:solidFill>
            <a:schemeClr val="bg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solidFill>
                <a:schemeClr val="tx1">
                  <a:lumMod val="65000"/>
                  <a:lumOff val="35000"/>
                </a:schemeClr>
              </a:solidFill>
              <a:latin typeface="AvenirNext LT Pro Medium" panose="020B0504020202020204" pitchFamily="34" charset="0"/>
            </a:endParaRPr>
          </a:p>
        </p:txBody>
      </p:sp>
      <p:grpSp>
        <p:nvGrpSpPr>
          <p:cNvPr id="41" name="Top left">
            <a:extLst>
              <a:ext uri="{FF2B5EF4-FFF2-40B4-BE49-F238E27FC236}">
                <a16:creationId xmlns:a16="http://schemas.microsoft.com/office/drawing/2014/main" id="{ED60728C-88AF-4686-B927-4D16FCA61202}"/>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5425" y="-1543"/>
            <a:ext cx="2198951" cy="3349518"/>
            <a:chOff x="10849" y="-3086"/>
            <a:chExt cx="2198951" cy="3349518"/>
          </a:xfrm>
        </p:grpSpPr>
        <p:sp>
          <p:nvSpPr>
            <p:cNvPr id="42" name="Freeform: Shape 41">
              <a:extLst>
                <a:ext uri="{FF2B5EF4-FFF2-40B4-BE49-F238E27FC236}">
                  <a16:creationId xmlns:a16="http://schemas.microsoft.com/office/drawing/2014/main" id="{278DB09B-A33D-4576-A2A6-C559A7B1D97A}"/>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rot="10800000">
              <a:off x="692844" y="-3086"/>
              <a:ext cx="1326111" cy="597603"/>
            </a:xfrm>
            <a:custGeom>
              <a:avLst/>
              <a:gdLst>
                <a:gd name="connsiteX0" fmla="*/ 741051 w 1482102"/>
                <a:gd name="connsiteY0" fmla="*/ 0 h 679363"/>
                <a:gd name="connsiteX1" fmla="*/ 1473822 w 1482102"/>
                <a:gd name="connsiteY1" fmla="*/ 597226 h 679363"/>
                <a:gd name="connsiteX2" fmla="*/ 1482102 w 1482102"/>
                <a:gd name="connsiteY2" fmla="*/ 679363 h 679363"/>
                <a:gd name="connsiteX3" fmla="*/ 0 w 1482102"/>
                <a:gd name="connsiteY3" fmla="*/ 679363 h 679363"/>
                <a:gd name="connsiteX4" fmla="*/ 8280 w 1482102"/>
                <a:gd name="connsiteY4" fmla="*/ 597226 h 679363"/>
                <a:gd name="connsiteX5" fmla="*/ 741051 w 1482102"/>
                <a:gd name="connsiteY5" fmla="*/ 0 h 67936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1482102" h="679363">
                  <a:moveTo>
                    <a:pt x="741051" y="0"/>
                  </a:moveTo>
                  <a:cubicBezTo>
                    <a:pt x="1102506" y="0"/>
                    <a:pt x="1404077" y="256390"/>
                    <a:pt x="1473822" y="597226"/>
                  </a:cubicBezTo>
                  <a:lnTo>
                    <a:pt x="1482102" y="679363"/>
                  </a:lnTo>
                  <a:lnTo>
                    <a:pt x="0" y="679363"/>
                  </a:lnTo>
                  <a:lnTo>
                    <a:pt x="8280" y="597226"/>
                  </a:lnTo>
                  <a:cubicBezTo>
                    <a:pt x="78025" y="256390"/>
                    <a:pt x="379596" y="0"/>
                    <a:pt x="741051" y="0"/>
                  </a:cubicBezTo>
                  <a:close/>
                </a:path>
              </a:pathLst>
            </a:cu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defPPr>
                <a:defRPr lang="en-US"/>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algn="ctr"/>
              <a:endParaRPr lang="en-US" dirty="0">
                <a:solidFill>
                  <a:schemeClr val="tx1">
                    <a:lumMod val="65000"/>
                    <a:lumOff val="35000"/>
                  </a:schemeClr>
                </a:solidFill>
                <a:latin typeface="AvenirNext LT Pro Medium" panose="020B0504020202020204" pitchFamily="34" charset="0"/>
              </a:endParaRPr>
            </a:p>
          </p:txBody>
        </p:sp>
        <p:sp>
          <p:nvSpPr>
            <p:cNvPr id="43" name="Freeform: Shape 42">
              <a:extLst>
                <a:ext uri="{FF2B5EF4-FFF2-40B4-BE49-F238E27FC236}">
                  <a16:creationId xmlns:a16="http://schemas.microsoft.com/office/drawing/2014/main" id="{0C41767E-98F0-4274-AE4C-C14CDB1150C9}"/>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19394" y="15241"/>
              <a:ext cx="2190406" cy="3331191"/>
            </a:xfrm>
            <a:custGeom>
              <a:avLst/>
              <a:gdLst>
                <a:gd name="connsiteX0" fmla="*/ 0 w 3296088"/>
                <a:gd name="connsiteY0" fmla="*/ 5012722 h 5012722"/>
                <a:gd name="connsiteX1" fmla="*/ 244031 w 3296088"/>
                <a:gd name="connsiteY1" fmla="*/ 4820222 h 5012722"/>
                <a:gd name="connsiteX2" fmla="*/ 729234 w 3296088"/>
                <a:gd name="connsiteY2" fmla="*/ 4360641 h 5012722"/>
                <a:gd name="connsiteX3" fmla="*/ 881444 w 3296088"/>
                <a:gd name="connsiteY3" fmla="*/ 4173950 h 5012722"/>
                <a:gd name="connsiteX4" fmla="*/ 1151287 w 3296088"/>
                <a:gd name="connsiteY4" fmla="*/ 3972877 h 5012722"/>
                <a:gd name="connsiteX5" fmla="*/ 1498664 w 3296088"/>
                <a:gd name="connsiteY5" fmla="*/ 3786188 h 5012722"/>
                <a:gd name="connsiteX6" fmla="*/ 1716881 w 3296088"/>
                <a:gd name="connsiteY6" fmla="*/ 3674174 h 5012722"/>
                <a:gd name="connsiteX7" fmla="*/ 1913573 w 3296088"/>
                <a:gd name="connsiteY7" fmla="*/ 3477387 h 5012722"/>
                <a:gd name="connsiteX8" fmla="*/ 2167700 w 3296088"/>
                <a:gd name="connsiteY8" fmla="*/ 3042190 h 5012722"/>
                <a:gd name="connsiteX9" fmla="*/ 2273903 w 3296088"/>
                <a:gd name="connsiteY9" fmla="*/ 2775014 h 5012722"/>
                <a:gd name="connsiteX10" fmla="*/ 2463356 w 3296088"/>
                <a:gd name="connsiteY10" fmla="*/ 2335530 h 5012722"/>
                <a:gd name="connsiteX11" fmla="*/ 2741866 w 3296088"/>
                <a:gd name="connsiteY11" fmla="*/ 1982248 h 5012722"/>
                <a:gd name="connsiteX12" fmla="*/ 2985897 w 3296088"/>
                <a:gd name="connsiteY12" fmla="*/ 1634681 h 5012722"/>
                <a:gd name="connsiteX13" fmla="*/ 3212687 w 3296088"/>
                <a:gd name="connsiteY13" fmla="*/ 1226820 h 5012722"/>
                <a:gd name="connsiteX14" fmla="*/ 3281553 w 3296088"/>
                <a:gd name="connsiteY14" fmla="*/ 959644 h 5012722"/>
                <a:gd name="connsiteX15" fmla="*/ 3295936 w 3296088"/>
                <a:gd name="connsiteY15" fmla="*/ 701135 h 5012722"/>
                <a:gd name="connsiteX16" fmla="*/ 3267266 w 3296088"/>
                <a:gd name="connsiteY16" fmla="*/ 436817 h 5012722"/>
                <a:gd name="connsiteX17" fmla="*/ 3105341 w 3296088"/>
                <a:gd name="connsiteY17" fmla="*/ 0 h 501272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Lst>
              <a:rect l="l" t="t" r="r" b="b"/>
              <a:pathLst>
                <a:path w="3296088" h="5012722">
                  <a:moveTo>
                    <a:pt x="0" y="5012722"/>
                  </a:moveTo>
                  <a:cubicBezTo>
                    <a:pt x="81820" y="4949095"/>
                    <a:pt x="163544" y="4885468"/>
                    <a:pt x="244031" y="4820222"/>
                  </a:cubicBezTo>
                  <a:cubicBezTo>
                    <a:pt x="417671" y="4679633"/>
                    <a:pt x="589883" y="4535139"/>
                    <a:pt x="729234" y="4360641"/>
                  </a:cubicBezTo>
                  <a:cubicBezTo>
                    <a:pt x="779431" y="4297776"/>
                    <a:pt x="825818" y="4231958"/>
                    <a:pt x="881444" y="4173950"/>
                  </a:cubicBezTo>
                  <a:cubicBezTo>
                    <a:pt x="959358" y="4092607"/>
                    <a:pt x="1054799" y="4031075"/>
                    <a:pt x="1151287" y="3972877"/>
                  </a:cubicBezTo>
                  <a:cubicBezTo>
                    <a:pt x="1263968" y="3904964"/>
                    <a:pt x="1379315" y="3841337"/>
                    <a:pt x="1498664" y="3786188"/>
                  </a:cubicBezTo>
                  <a:cubicBezTo>
                    <a:pt x="1573149" y="3751802"/>
                    <a:pt x="1649159" y="3720179"/>
                    <a:pt x="1716881" y="3674174"/>
                  </a:cubicBezTo>
                  <a:cubicBezTo>
                    <a:pt x="1794034" y="3621691"/>
                    <a:pt x="1856708" y="3551492"/>
                    <a:pt x="1913573" y="3477387"/>
                  </a:cubicBezTo>
                  <a:cubicBezTo>
                    <a:pt x="2016157" y="3343751"/>
                    <a:pt x="2099024" y="3196114"/>
                    <a:pt x="2167700" y="3042190"/>
                  </a:cubicBezTo>
                  <a:cubicBezTo>
                    <a:pt x="2206752" y="2954655"/>
                    <a:pt x="2241233" y="2865215"/>
                    <a:pt x="2273903" y="2775014"/>
                  </a:cubicBezTo>
                  <a:cubicBezTo>
                    <a:pt x="2328482" y="2624423"/>
                    <a:pt x="2379440" y="2471642"/>
                    <a:pt x="2463356" y="2335530"/>
                  </a:cubicBezTo>
                  <a:cubicBezTo>
                    <a:pt x="2542127" y="2207705"/>
                    <a:pt x="2647855" y="2099501"/>
                    <a:pt x="2741866" y="1982248"/>
                  </a:cubicBezTo>
                  <a:cubicBezTo>
                    <a:pt x="2830449" y="1871758"/>
                    <a:pt x="2908554" y="1753362"/>
                    <a:pt x="2985897" y="1634681"/>
                  </a:cubicBezTo>
                  <a:cubicBezTo>
                    <a:pt x="3071146" y="1503902"/>
                    <a:pt x="3156395" y="1372172"/>
                    <a:pt x="3212687" y="1226820"/>
                  </a:cubicBezTo>
                  <a:cubicBezTo>
                    <a:pt x="3246025" y="1140809"/>
                    <a:pt x="3268790" y="1051084"/>
                    <a:pt x="3281553" y="959644"/>
                  </a:cubicBezTo>
                  <a:cubicBezTo>
                    <a:pt x="3293555" y="874014"/>
                    <a:pt x="3296888" y="787527"/>
                    <a:pt x="3295936" y="701135"/>
                  </a:cubicBezTo>
                  <a:cubicBezTo>
                    <a:pt x="3294888" y="612172"/>
                    <a:pt x="3289268" y="523018"/>
                    <a:pt x="3267266" y="436817"/>
                  </a:cubicBezTo>
                  <a:cubicBezTo>
                    <a:pt x="3227832" y="282416"/>
                    <a:pt x="3105341" y="0"/>
                    <a:pt x="3105341" y="0"/>
                  </a:cubicBezTo>
                </a:path>
              </a:pathLst>
            </a:custGeom>
            <a:noFill/>
            <a:ln w="9525" cap="rnd">
              <a:solidFill>
                <a:schemeClr val="accent2">
                  <a:alpha val="50000"/>
                </a:schemeClr>
              </a:solidFill>
              <a:prstDash val="lgDash"/>
              <a:round/>
            </a:ln>
          </p:spPr>
          <p:txBody>
            <a:bodyPr rtlCol="0" anchor="ct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endParaRPr lang="en-US"/>
            </a:p>
          </p:txBody>
        </p:sp>
        <p:sp>
          <p:nvSpPr>
            <p:cNvPr id="44" name="Freeform: Shape 43">
              <a:extLst>
                <a:ext uri="{FF2B5EF4-FFF2-40B4-BE49-F238E27FC236}">
                  <a16:creationId xmlns:a16="http://schemas.microsoft.com/office/drawing/2014/main" id="{49E7BFFC-D14C-4D7A-8192-6A701768E7D4}"/>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10849" y="15178"/>
              <a:ext cx="1978674" cy="3074959"/>
            </a:xfrm>
            <a:custGeom>
              <a:avLst/>
              <a:gdLst>
                <a:gd name="connsiteX0" fmla="*/ 0 w 2977477"/>
                <a:gd name="connsiteY0" fmla="*/ 4627150 h 4627149"/>
                <a:gd name="connsiteX1" fmla="*/ 275082 w 2977477"/>
                <a:gd name="connsiteY1" fmla="*/ 4341590 h 4627149"/>
                <a:gd name="connsiteX2" fmla="*/ 502825 w 2977477"/>
                <a:gd name="connsiteY2" fmla="*/ 4054126 h 4627149"/>
                <a:gd name="connsiteX3" fmla="*/ 666179 w 2977477"/>
                <a:gd name="connsiteY3" fmla="*/ 3890677 h 4627149"/>
                <a:gd name="connsiteX4" fmla="*/ 864203 w 2977477"/>
                <a:gd name="connsiteY4" fmla="*/ 3675983 h 4627149"/>
                <a:gd name="connsiteX5" fmla="*/ 982599 w 2977477"/>
                <a:gd name="connsiteY5" fmla="*/ 3557492 h 4627149"/>
                <a:gd name="connsiteX6" fmla="*/ 1188244 w 2977477"/>
                <a:gd name="connsiteY6" fmla="*/ 3329654 h 4627149"/>
                <a:gd name="connsiteX7" fmla="*/ 1344740 w 2977477"/>
                <a:gd name="connsiteY7" fmla="*/ 3146774 h 4627149"/>
                <a:gd name="connsiteX8" fmla="*/ 1470755 w 2977477"/>
                <a:gd name="connsiteY8" fmla="*/ 2984659 h 4627149"/>
                <a:gd name="connsiteX9" fmla="*/ 1657636 w 2977477"/>
                <a:gd name="connsiteY9" fmla="*/ 2670239 h 4627149"/>
                <a:gd name="connsiteX10" fmla="*/ 1762887 w 2977477"/>
                <a:gd name="connsiteY10" fmla="*/ 2473547 h 4627149"/>
                <a:gd name="connsiteX11" fmla="*/ 1866710 w 2977477"/>
                <a:gd name="connsiteY11" fmla="*/ 2290667 h 4627149"/>
                <a:gd name="connsiteX12" fmla="*/ 2106263 w 2977477"/>
                <a:gd name="connsiteY12" fmla="*/ 2030254 h 4627149"/>
                <a:gd name="connsiteX13" fmla="*/ 2277237 w 2977477"/>
                <a:gd name="connsiteY13" fmla="*/ 1859185 h 4627149"/>
                <a:gd name="connsiteX14" fmla="*/ 2499455 w 2977477"/>
                <a:gd name="connsiteY14" fmla="*/ 1656207 h 4627149"/>
                <a:gd name="connsiteX15" fmla="*/ 2707100 w 2977477"/>
                <a:gd name="connsiteY15" fmla="*/ 1390269 h 4627149"/>
                <a:gd name="connsiteX16" fmla="*/ 2812352 w 2977477"/>
                <a:gd name="connsiteY16" fmla="*/ 1230916 h 4627149"/>
                <a:gd name="connsiteX17" fmla="*/ 2898172 w 2977477"/>
                <a:gd name="connsiteY17" fmla="*/ 1036987 h 4627149"/>
                <a:gd name="connsiteX18" fmla="*/ 2963228 w 2977477"/>
                <a:gd name="connsiteY18" fmla="*/ 850011 h 4627149"/>
                <a:gd name="connsiteX19" fmla="*/ 2977325 w 2977477"/>
                <a:gd name="connsiteY19" fmla="*/ 745427 h 4627149"/>
                <a:gd name="connsiteX20" fmla="*/ 2929509 w 2977477"/>
                <a:gd name="connsiteY20" fmla="*/ 480155 h 4627149"/>
                <a:gd name="connsiteX21" fmla="*/ 2563082 w 2977477"/>
                <a:gd name="connsiteY21" fmla="*/ 0 h 462714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Lst>
              <a:rect l="l" t="t" r="r" b="b"/>
              <a:pathLst>
                <a:path w="2977477" h="4627149">
                  <a:moveTo>
                    <a:pt x="0" y="4627150"/>
                  </a:moveTo>
                  <a:cubicBezTo>
                    <a:pt x="79820" y="4552283"/>
                    <a:pt x="203835" y="4424648"/>
                    <a:pt x="275082" y="4341590"/>
                  </a:cubicBezTo>
                  <a:cubicBezTo>
                    <a:pt x="354711" y="4248722"/>
                    <a:pt x="421005" y="4145090"/>
                    <a:pt x="502825" y="4054126"/>
                  </a:cubicBezTo>
                  <a:cubicBezTo>
                    <a:pt x="554355" y="3996881"/>
                    <a:pt x="612362" y="3945827"/>
                    <a:pt x="666179" y="3890677"/>
                  </a:cubicBezTo>
                  <a:cubicBezTo>
                    <a:pt x="734187" y="3821049"/>
                    <a:pt x="796671" y="3746183"/>
                    <a:pt x="864203" y="3675983"/>
                  </a:cubicBezTo>
                  <a:cubicBezTo>
                    <a:pt x="902875" y="3635788"/>
                    <a:pt x="943642" y="3597593"/>
                    <a:pt x="982599" y="3557492"/>
                  </a:cubicBezTo>
                  <a:cubicBezTo>
                    <a:pt x="1053941" y="3484150"/>
                    <a:pt x="1121378" y="3407093"/>
                    <a:pt x="1188244" y="3329654"/>
                  </a:cubicBezTo>
                  <a:cubicBezTo>
                    <a:pt x="1240631" y="3268885"/>
                    <a:pt x="1293495" y="3208496"/>
                    <a:pt x="1344740" y="3146774"/>
                  </a:cubicBezTo>
                  <a:cubicBezTo>
                    <a:pt x="1388459" y="3094101"/>
                    <a:pt x="1431512" y="3040761"/>
                    <a:pt x="1470755" y="2984659"/>
                  </a:cubicBezTo>
                  <a:cubicBezTo>
                    <a:pt x="1540764" y="2884646"/>
                    <a:pt x="1598771" y="2777109"/>
                    <a:pt x="1657636" y="2670239"/>
                  </a:cubicBezTo>
                  <a:cubicBezTo>
                    <a:pt x="1693545" y="2605088"/>
                    <a:pt x="1728502" y="2539460"/>
                    <a:pt x="1762887" y="2473547"/>
                  </a:cubicBezTo>
                  <a:cubicBezTo>
                    <a:pt x="1795367" y="2411349"/>
                    <a:pt x="1826419" y="2348103"/>
                    <a:pt x="1866710" y="2290667"/>
                  </a:cubicBezTo>
                  <a:cubicBezTo>
                    <a:pt x="1934623" y="2193893"/>
                    <a:pt x="2022729" y="2114169"/>
                    <a:pt x="2106263" y="2030254"/>
                  </a:cubicBezTo>
                  <a:cubicBezTo>
                    <a:pt x="2163128" y="1973104"/>
                    <a:pt x="2218182" y="1914049"/>
                    <a:pt x="2277237" y="1859185"/>
                  </a:cubicBezTo>
                  <a:cubicBezTo>
                    <a:pt x="2350770" y="1790891"/>
                    <a:pt x="2430304" y="1728978"/>
                    <a:pt x="2499455" y="1656207"/>
                  </a:cubicBezTo>
                  <a:cubicBezTo>
                    <a:pt x="2576989" y="1574578"/>
                    <a:pt x="2641568" y="1481900"/>
                    <a:pt x="2707100" y="1390269"/>
                  </a:cubicBezTo>
                  <a:cubicBezTo>
                    <a:pt x="2744153" y="1338453"/>
                    <a:pt x="2781586" y="1286732"/>
                    <a:pt x="2812352" y="1230916"/>
                  </a:cubicBezTo>
                  <a:cubicBezTo>
                    <a:pt x="2846546" y="1168908"/>
                    <a:pt x="2872550" y="1102900"/>
                    <a:pt x="2898172" y="1036987"/>
                  </a:cubicBezTo>
                  <a:cubicBezTo>
                    <a:pt x="2922175" y="975455"/>
                    <a:pt x="2948273" y="914305"/>
                    <a:pt x="2963228" y="850011"/>
                  </a:cubicBezTo>
                  <a:cubicBezTo>
                    <a:pt x="2971229" y="815626"/>
                    <a:pt x="2976563" y="780764"/>
                    <a:pt x="2977325" y="745427"/>
                  </a:cubicBezTo>
                  <a:cubicBezTo>
                    <a:pt x="2979230" y="654844"/>
                    <a:pt x="2963323" y="564261"/>
                    <a:pt x="2929509" y="480155"/>
                  </a:cubicBezTo>
                  <a:cubicBezTo>
                    <a:pt x="2851309" y="285655"/>
                    <a:pt x="2563082" y="0"/>
                    <a:pt x="2563082" y="0"/>
                  </a:cubicBezTo>
                </a:path>
              </a:pathLst>
            </a:custGeom>
            <a:noFill/>
            <a:ln w="9525" cap="rnd">
              <a:solidFill>
                <a:schemeClr val="accent2">
                  <a:alpha val="50000"/>
                </a:schemeClr>
              </a:solidFill>
              <a:prstDash val="lgDash"/>
              <a:round/>
            </a:ln>
          </p:spPr>
          <p:txBody>
            <a:bodyPr rtlCol="0" anchor="ct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endParaRPr lang="en-US"/>
            </a:p>
          </p:txBody>
        </p:sp>
        <p:sp>
          <p:nvSpPr>
            <p:cNvPr id="45" name="Freeform: Shape 44">
              <a:extLst>
                <a:ext uri="{FF2B5EF4-FFF2-40B4-BE49-F238E27FC236}">
                  <a16:creationId xmlns:a16="http://schemas.microsoft.com/office/drawing/2014/main" id="{C301DF1A-E4DA-478A-BBC7-6F41D3C47BE4}"/>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25092" y="15178"/>
              <a:ext cx="1566146" cy="2737264"/>
            </a:xfrm>
            <a:custGeom>
              <a:avLst/>
              <a:gdLst>
                <a:gd name="connsiteX0" fmla="*/ 1707071 w 2356712"/>
                <a:gd name="connsiteY0" fmla="*/ 0 h 4118991"/>
                <a:gd name="connsiteX1" fmla="*/ 1824514 w 2356712"/>
                <a:gd name="connsiteY1" fmla="*/ 244697 h 4118991"/>
                <a:gd name="connsiteX2" fmla="*/ 1908715 w 2356712"/>
                <a:gd name="connsiteY2" fmla="*/ 328994 h 4118991"/>
                <a:gd name="connsiteX3" fmla="*/ 2226469 w 2356712"/>
                <a:gd name="connsiteY3" fmla="*/ 603695 h 4118991"/>
                <a:gd name="connsiteX4" fmla="*/ 2355628 w 2356712"/>
                <a:gd name="connsiteY4" fmla="*/ 900494 h 4118991"/>
                <a:gd name="connsiteX5" fmla="*/ 2281428 w 2356712"/>
                <a:gd name="connsiteY5" fmla="*/ 1206913 h 4118991"/>
                <a:gd name="connsiteX6" fmla="*/ 2092452 w 2356712"/>
                <a:gd name="connsiteY6" fmla="*/ 1460659 h 4118991"/>
                <a:gd name="connsiteX7" fmla="*/ 1834039 w 2356712"/>
                <a:gd name="connsiteY7" fmla="*/ 1625822 h 4118991"/>
                <a:gd name="connsiteX8" fmla="*/ 1558862 w 2356712"/>
                <a:gd name="connsiteY8" fmla="*/ 1743075 h 4118991"/>
                <a:gd name="connsiteX9" fmla="*/ 1386554 w 2356712"/>
                <a:gd name="connsiteY9" fmla="*/ 1869948 h 4118991"/>
                <a:gd name="connsiteX10" fmla="*/ 1271683 w 2356712"/>
                <a:gd name="connsiteY10" fmla="*/ 2073402 h 4118991"/>
                <a:gd name="connsiteX11" fmla="*/ 1178338 w 2356712"/>
                <a:gd name="connsiteY11" fmla="*/ 2355914 h 4118991"/>
                <a:gd name="connsiteX12" fmla="*/ 1113758 w 2356712"/>
                <a:gd name="connsiteY12" fmla="*/ 2578513 h 4118991"/>
                <a:gd name="connsiteX13" fmla="*/ 1034796 w 2356712"/>
                <a:gd name="connsiteY13" fmla="*/ 2834640 h 4118991"/>
                <a:gd name="connsiteX14" fmla="*/ 905637 w 2356712"/>
                <a:gd name="connsiteY14" fmla="*/ 3081242 h 4118991"/>
                <a:gd name="connsiteX15" fmla="*/ 793147 w 2356712"/>
                <a:gd name="connsiteY15" fmla="*/ 3258407 h 4118991"/>
                <a:gd name="connsiteX16" fmla="*/ 546735 w 2356712"/>
                <a:gd name="connsiteY16" fmla="*/ 3571970 h 4118991"/>
                <a:gd name="connsiteX17" fmla="*/ 346996 w 2356712"/>
                <a:gd name="connsiteY17" fmla="*/ 3771900 h 4118991"/>
                <a:gd name="connsiteX18" fmla="*/ 174689 w 2356712"/>
                <a:gd name="connsiteY18" fmla="*/ 3944207 h 4118991"/>
                <a:gd name="connsiteX19" fmla="*/ 0 w 2356712"/>
                <a:gd name="connsiteY19" fmla="*/ 4118991 h 411899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Lst>
              <a:rect l="l" t="t" r="r" b="b"/>
              <a:pathLst>
                <a:path w="2356712" h="4118991">
                  <a:moveTo>
                    <a:pt x="1707071" y="0"/>
                  </a:moveTo>
                  <a:cubicBezTo>
                    <a:pt x="1715357" y="22098"/>
                    <a:pt x="1812608" y="224409"/>
                    <a:pt x="1824514" y="244697"/>
                  </a:cubicBezTo>
                  <a:cubicBezTo>
                    <a:pt x="1844802" y="279273"/>
                    <a:pt x="1876996" y="304324"/>
                    <a:pt x="1908715" y="328994"/>
                  </a:cubicBezTo>
                  <a:cubicBezTo>
                    <a:pt x="2019967" y="415195"/>
                    <a:pt x="2137886" y="494633"/>
                    <a:pt x="2226469" y="603695"/>
                  </a:cubicBezTo>
                  <a:cubicBezTo>
                    <a:pt x="2296287" y="689610"/>
                    <a:pt x="2347817" y="790480"/>
                    <a:pt x="2355628" y="900494"/>
                  </a:cubicBezTo>
                  <a:cubicBezTo>
                    <a:pt x="2363248" y="1007078"/>
                    <a:pt x="2329910" y="1111187"/>
                    <a:pt x="2281428" y="1206913"/>
                  </a:cubicBezTo>
                  <a:cubicBezTo>
                    <a:pt x="2233422" y="1301877"/>
                    <a:pt x="2170938" y="1388936"/>
                    <a:pt x="2092452" y="1460659"/>
                  </a:cubicBezTo>
                  <a:cubicBezTo>
                    <a:pt x="2016538" y="1530001"/>
                    <a:pt x="1927765" y="1583436"/>
                    <a:pt x="1834039" y="1625822"/>
                  </a:cubicBezTo>
                  <a:cubicBezTo>
                    <a:pt x="1743075" y="1666970"/>
                    <a:pt x="1647730" y="1697736"/>
                    <a:pt x="1558862" y="1743075"/>
                  </a:cubicBezTo>
                  <a:cubicBezTo>
                    <a:pt x="1494758" y="1775841"/>
                    <a:pt x="1434275" y="1816132"/>
                    <a:pt x="1386554" y="1869948"/>
                  </a:cubicBezTo>
                  <a:cubicBezTo>
                    <a:pt x="1334548" y="1928622"/>
                    <a:pt x="1300544" y="2000345"/>
                    <a:pt x="1271683" y="2073402"/>
                  </a:cubicBezTo>
                  <a:cubicBezTo>
                    <a:pt x="1235202" y="2165699"/>
                    <a:pt x="1206722" y="2260759"/>
                    <a:pt x="1178338" y="2355914"/>
                  </a:cubicBezTo>
                  <a:cubicBezTo>
                    <a:pt x="1156240" y="2429923"/>
                    <a:pt x="1134237" y="2504028"/>
                    <a:pt x="1113758" y="2578513"/>
                  </a:cubicBezTo>
                  <a:cubicBezTo>
                    <a:pt x="1090041" y="2664714"/>
                    <a:pt x="1068134" y="2751678"/>
                    <a:pt x="1034796" y="2834640"/>
                  </a:cubicBezTo>
                  <a:cubicBezTo>
                    <a:pt x="1000125" y="2920841"/>
                    <a:pt x="953643" y="3001613"/>
                    <a:pt x="905637" y="3081242"/>
                  </a:cubicBezTo>
                  <a:cubicBezTo>
                    <a:pt x="869442" y="3141155"/>
                    <a:pt x="832295" y="3200400"/>
                    <a:pt x="793147" y="3258407"/>
                  </a:cubicBezTo>
                  <a:cubicBezTo>
                    <a:pt x="718661" y="3368802"/>
                    <a:pt x="637223" y="3474434"/>
                    <a:pt x="546735" y="3571970"/>
                  </a:cubicBezTo>
                  <a:cubicBezTo>
                    <a:pt x="482632" y="3641027"/>
                    <a:pt x="414147" y="3705797"/>
                    <a:pt x="346996" y="3771900"/>
                  </a:cubicBezTo>
                  <a:cubicBezTo>
                    <a:pt x="288989" y="3828764"/>
                    <a:pt x="232029" y="3886676"/>
                    <a:pt x="174689" y="3944207"/>
                  </a:cubicBezTo>
                  <a:cubicBezTo>
                    <a:pt x="116586" y="4002596"/>
                    <a:pt x="58293" y="4060698"/>
                    <a:pt x="0" y="4118991"/>
                  </a:cubicBezTo>
                </a:path>
              </a:pathLst>
            </a:custGeom>
            <a:noFill/>
            <a:ln w="9525" cap="rnd">
              <a:solidFill>
                <a:schemeClr val="accent2">
                  <a:alpha val="50000"/>
                </a:schemeClr>
              </a:solidFill>
              <a:prstDash val="lgDash"/>
              <a:round/>
            </a:ln>
          </p:spPr>
          <p:txBody>
            <a:bodyPr rtlCol="0" anchor="ct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endParaRPr lang="en-US"/>
            </a:p>
          </p:txBody>
        </p:sp>
        <p:sp>
          <p:nvSpPr>
            <p:cNvPr id="46" name="Freeform: Shape 45">
              <a:extLst>
                <a:ext uri="{FF2B5EF4-FFF2-40B4-BE49-F238E27FC236}">
                  <a16:creationId xmlns:a16="http://schemas.microsoft.com/office/drawing/2014/main" id="{0DC4D1C9-C056-4627-9A58-184A528AE148}"/>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10849" y="15178"/>
              <a:ext cx="1368431" cy="2644975"/>
            </a:xfrm>
            <a:custGeom>
              <a:avLst/>
              <a:gdLst>
                <a:gd name="connsiteX0" fmla="*/ 0 w 2059193"/>
                <a:gd name="connsiteY0" fmla="*/ 3980116 h 3980116"/>
                <a:gd name="connsiteX1" fmla="*/ 471583 w 2059193"/>
                <a:gd name="connsiteY1" fmla="*/ 3515678 h 3980116"/>
                <a:gd name="connsiteX2" fmla="*/ 758666 w 2059193"/>
                <a:gd name="connsiteY2" fmla="*/ 3163824 h 3980116"/>
                <a:gd name="connsiteX3" fmla="*/ 940499 w 2059193"/>
                <a:gd name="connsiteY3" fmla="*/ 2780824 h 3980116"/>
                <a:gd name="connsiteX4" fmla="*/ 1055370 w 2059193"/>
                <a:gd name="connsiteY4" fmla="*/ 2242185 h 3980116"/>
                <a:gd name="connsiteX5" fmla="*/ 1136714 w 2059193"/>
                <a:gd name="connsiteY5" fmla="*/ 1878330 h 3980116"/>
                <a:gd name="connsiteX6" fmla="*/ 1246727 w 2059193"/>
                <a:gd name="connsiteY6" fmla="*/ 1562386 h 3980116"/>
                <a:gd name="connsiteX7" fmla="*/ 1378363 w 2059193"/>
                <a:gd name="connsiteY7" fmla="*/ 1430750 h 3980116"/>
                <a:gd name="connsiteX8" fmla="*/ 1691831 w 2059193"/>
                <a:gd name="connsiteY8" fmla="*/ 1394841 h 3980116"/>
                <a:gd name="connsiteX9" fmla="*/ 1914335 w 2059193"/>
                <a:gd name="connsiteY9" fmla="*/ 1323023 h 3980116"/>
                <a:gd name="connsiteX10" fmla="*/ 2055495 w 2059193"/>
                <a:gd name="connsiteY10" fmla="*/ 1098042 h 3980116"/>
                <a:gd name="connsiteX11" fmla="*/ 2033969 w 2059193"/>
                <a:gd name="connsiteY11" fmla="*/ 930497 h 3980116"/>
                <a:gd name="connsiteX12" fmla="*/ 1885664 w 2059193"/>
                <a:gd name="connsiteY12" fmla="*/ 760571 h 3980116"/>
                <a:gd name="connsiteX13" fmla="*/ 1636871 w 2059193"/>
                <a:gd name="connsiteY13" fmla="*/ 612172 h 3980116"/>
                <a:gd name="connsiteX14" fmla="*/ 1335405 w 2059193"/>
                <a:gd name="connsiteY14" fmla="*/ 459010 h 3980116"/>
                <a:gd name="connsiteX15" fmla="*/ 1234916 w 2059193"/>
                <a:gd name="connsiteY15" fmla="*/ 269939 h 3980116"/>
                <a:gd name="connsiteX16" fmla="*/ 1386935 w 2059193"/>
                <a:gd name="connsiteY16" fmla="*/ 0 h 398011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Lst>
              <a:rect l="l" t="t" r="r" b="b"/>
              <a:pathLst>
                <a:path w="2059193" h="3980116">
                  <a:moveTo>
                    <a:pt x="0" y="3980116"/>
                  </a:moveTo>
                  <a:cubicBezTo>
                    <a:pt x="91345" y="3889534"/>
                    <a:pt x="382715" y="3608737"/>
                    <a:pt x="471583" y="3515678"/>
                  </a:cubicBezTo>
                  <a:cubicBezTo>
                    <a:pt x="576358" y="3405949"/>
                    <a:pt x="675989" y="3290983"/>
                    <a:pt x="758666" y="3163824"/>
                  </a:cubicBezTo>
                  <a:cubicBezTo>
                    <a:pt x="836105" y="3044857"/>
                    <a:pt x="897445" y="2916079"/>
                    <a:pt x="940499" y="2780824"/>
                  </a:cubicBezTo>
                  <a:cubicBezTo>
                    <a:pt x="996315" y="2605754"/>
                    <a:pt x="1020985" y="2422874"/>
                    <a:pt x="1055370" y="2242185"/>
                  </a:cubicBezTo>
                  <a:cubicBezTo>
                    <a:pt x="1078611" y="2120075"/>
                    <a:pt x="1107472" y="1999107"/>
                    <a:pt x="1136714" y="1878330"/>
                  </a:cubicBezTo>
                  <a:cubicBezTo>
                    <a:pt x="1163098" y="1769174"/>
                    <a:pt x="1189482" y="1658588"/>
                    <a:pt x="1246727" y="1562386"/>
                  </a:cubicBezTo>
                  <a:cubicBezTo>
                    <a:pt x="1279208" y="1507808"/>
                    <a:pt x="1321689" y="1459039"/>
                    <a:pt x="1378363" y="1430750"/>
                  </a:cubicBezTo>
                  <a:cubicBezTo>
                    <a:pt x="1473327" y="1383221"/>
                    <a:pt x="1584865" y="1402652"/>
                    <a:pt x="1691831" y="1394841"/>
                  </a:cubicBezTo>
                  <a:cubicBezTo>
                    <a:pt x="1771079" y="1389031"/>
                    <a:pt x="1849279" y="1368266"/>
                    <a:pt x="1914335" y="1323023"/>
                  </a:cubicBezTo>
                  <a:cubicBezTo>
                    <a:pt x="1989963" y="1270445"/>
                    <a:pt x="2041493" y="1189101"/>
                    <a:pt x="2055495" y="1098042"/>
                  </a:cubicBezTo>
                  <a:cubicBezTo>
                    <a:pt x="2064258" y="1041178"/>
                    <a:pt x="2057591" y="982980"/>
                    <a:pt x="2033969" y="930497"/>
                  </a:cubicBezTo>
                  <a:cubicBezTo>
                    <a:pt x="2002727" y="861060"/>
                    <a:pt x="1945958" y="807625"/>
                    <a:pt x="1885664" y="760571"/>
                  </a:cubicBezTo>
                  <a:cubicBezTo>
                    <a:pt x="1809179" y="700945"/>
                    <a:pt x="1725549" y="651415"/>
                    <a:pt x="1636871" y="612172"/>
                  </a:cubicBezTo>
                  <a:cubicBezTo>
                    <a:pt x="1532763" y="566071"/>
                    <a:pt x="1421606" y="532543"/>
                    <a:pt x="1335405" y="459010"/>
                  </a:cubicBezTo>
                  <a:cubicBezTo>
                    <a:pt x="1277969" y="409956"/>
                    <a:pt x="1232059" y="344615"/>
                    <a:pt x="1234916" y="269939"/>
                  </a:cubicBezTo>
                  <a:cubicBezTo>
                    <a:pt x="1237012" y="211741"/>
                    <a:pt x="1386935" y="0"/>
                    <a:pt x="1386935" y="0"/>
                  </a:cubicBezTo>
                </a:path>
              </a:pathLst>
            </a:custGeom>
            <a:noFill/>
            <a:ln w="9525" cap="rnd">
              <a:solidFill>
                <a:schemeClr val="accent2">
                  <a:alpha val="50000"/>
                </a:schemeClr>
              </a:solidFill>
              <a:prstDash val="lgDash"/>
              <a:round/>
            </a:ln>
          </p:spPr>
          <p:txBody>
            <a:bodyPr rtlCol="0" anchor="ct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endParaRPr lang="en-US"/>
            </a:p>
          </p:txBody>
        </p:sp>
        <p:sp>
          <p:nvSpPr>
            <p:cNvPr id="47" name="Freeform: Shape 46">
              <a:extLst>
                <a:ext uri="{FF2B5EF4-FFF2-40B4-BE49-F238E27FC236}">
                  <a16:creationId xmlns:a16="http://schemas.microsoft.com/office/drawing/2014/main" id="{6B3DE44D-D6F5-4688-A2C8-DB38BF3AE34F}"/>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18825" y="543780"/>
              <a:ext cx="494287" cy="1905590"/>
            </a:xfrm>
            <a:custGeom>
              <a:avLst/>
              <a:gdLst>
                <a:gd name="connsiteX0" fmla="*/ 11144 w 743796"/>
                <a:gd name="connsiteY0" fmla="*/ 0 h 2867501"/>
                <a:gd name="connsiteX1" fmla="*/ 353663 w 743796"/>
                <a:gd name="connsiteY1" fmla="*/ 55245 h 2867501"/>
                <a:gd name="connsiteX2" fmla="*/ 571405 w 743796"/>
                <a:gd name="connsiteY2" fmla="*/ 179737 h 2867501"/>
                <a:gd name="connsiteX3" fmla="*/ 688658 w 743796"/>
                <a:gd name="connsiteY3" fmla="*/ 368808 h 2867501"/>
                <a:gd name="connsiteX4" fmla="*/ 731711 w 743796"/>
                <a:gd name="connsiteY4" fmla="*/ 612934 h 2867501"/>
                <a:gd name="connsiteX5" fmla="*/ 725233 w 743796"/>
                <a:gd name="connsiteY5" fmla="*/ 995648 h 2867501"/>
                <a:gd name="connsiteX6" fmla="*/ 742855 w 743796"/>
                <a:gd name="connsiteY6" fmla="*/ 1499330 h 2867501"/>
                <a:gd name="connsiteX7" fmla="*/ 707898 w 743796"/>
                <a:gd name="connsiteY7" fmla="*/ 1793081 h 2867501"/>
                <a:gd name="connsiteX8" fmla="*/ 633222 w 743796"/>
                <a:gd name="connsiteY8" fmla="*/ 2073592 h 2867501"/>
                <a:gd name="connsiteX9" fmla="*/ 404527 w 743796"/>
                <a:gd name="connsiteY9" fmla="*/ 2472404 h 2867501"/>
                <a:gd name="connsiteX10" fmla="*/ 0 w 743796"/>
                <a:gd name="connsiteY10" fmla="*/ 2867501 h 286750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743796" h="2867501">
                  <a:moveTo>
                    <a:pt x="11144" y="0"/>
                  </a:moveTo>
                  <a:cubicBezTo>
                    <a:pt x="101060" y="2953"/>
                    <a:pt x="268796" y="25146"/>
                    <a:pt x="353663" y="55245"/>
                  </a:cubicBezTo>
                  <a:cubicBezTo>
                    <a:pt x="433483" y="83534"/>
                    <a:pt x="510635" y="120967"/>
                    <a:pt x="571405" y="179737"/>
                  </a:cubicBezTo>
                  <a:cubicBezTo>
                    <a:pt x="625412" y="231934"/>
                    <a:pt x="663607" y="297942"/>
                    <a:pt x="688658" y="368808"/>
                  </a:cubicBezTo>
                  <a:cubicBezTo>
                    <a:pt x="716375" y="447103"/>
                    <a:pt x="727996" y="529876"/>
                    <a:pt x="731711" y="612934"/>
                  </a:cubicBezTo>
                  <a:cubicBezTo>
                    <a:pt x="737426" y="740474"/>
                    <a:pt x="724948" y="867918"/>
                    <a:pt x="725233" y="995648"/>
                  </a:cubicBezTo>
                  <a:cubicBezTo>
                    <a:pt x="725710" y="1163765"/>
                    <a:pt x="748665" y="1331309"/>
                    <a:pt x="742855" y="1499330"/>
                  </a:cubicBezTo>
                  <a:cubicBezTo>
                    <a:pt x="739426" y="1598009"/>
                    <a:pt x="725996" y="1696022"/>
                    <a:pt x="707898" y="1793081"/>
                  </a:cubicBezTo>
                  <a:cubicBezTo>
                    <a:pt x="690086" y="1888426"/>
                    <a:pt x="666845" y="1982724"/>
                    <a:pt x="633222" y="2073592"/>
                  </a:cubicBezTo>
                  <a:cubicBezTo>
                    <a:pt x="579692" y="2218182"/>
                    <a:pt x="499682" y="2351056"/>
                    <a:pt x="404527" y="2472404"/>
                  </a:cubicBezTo>
                  <a:cubicBezTo>
                    <a:pt x="266033" y="2648902"/>
                    <a:pt x="179642" y="2732818"/>
                    <a:pt x="0" y="2867501"/>
                  </a:cubicBezTo>
                </a:path>
              </a:pathLst>
            </a:custGeom>
            <a:noFill/>
            <a:ln w="9525" cap="rnd">
              <a:solidFill>
                <a:schemeClr val="accent2">
                  <a:alpha val="50000"/>
                </a:schemeClr>
              </a:solidFill>
              <a:prstDash val="lgDash"/>
              <a:round/>
            </a:ln>
          </p:spPr>
          <p:txBody>
            <a:bodyPr rtlCol="0" anchor="ct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endParaRPr lang="en-US"/>
            </a:p>
          </p:txBody>
        </p:sp>
        <p:sp>
          <p:nvSpPr>
            <p:cNvPr id="48" name="Freeform: Shape 47">
              <a:extLst>
                <a:ext uri="{FF2B5EF4-FFF2-40B4-BE49-F238E27FC236}">
                  <a16:creationId xmlns:a16="http://schemas.microsoft.com/office/drawing/2014/main" id="{2914BE39-F24F-476F-A0FE-C1284E3C9300}"/>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10849" y="672286"/>
              <a:ext cx="396930" cy="1690303"/>
            </a:xfrm>
            <a:custGeom>
              <a:avLst/>
              <a:gdLst>
                <a:gd name="connsiteX0" fmla="*/ 16478 w 597294"/>
                <a:gd name="connsiteY0" fmla="*/ 2079 h 2543540"/>
                <a:gd name="connsiteX1" fmla="*/ 299847 w 597294"/>
                <a:gd name="connsiteY1" fmla="*/ 53991 h 2543540"/>
                <a:gd name="connsiteX2" fmla="*/ 503206 w 597294"/>
                <a:gd name="connsiteY2" fmla="*/ 291354 h 2543540"/>
                <a:gd name="connsiteX3" fmla="*/ 525113 w 597294"/>
                <a:gd name="connsiteY3" fmla="*/ 724265 h 2543540"/>
                <a:gd name="connsiteX4" fmla="*/ 578930 w 597294"/>
                <a:gd name="connsiteY4" fmla="*/ 1117267 h 2543540"/>
                <a:gd name="connsiteX5" fmla="*/ 592931 w 597294"/>
                <a:gd name="connsiteY5" fmla="*/ 1476359 h 2543540"/>
                <a:gd name="connsiteX6" fmla="*/ 503206 w 597294"/>
                <a:gd name="connsiteY6" fmla="*/ 1859359 h 2543540"/>
                <a:gd name="connsiteX7" fmla="*/ 291846 w 597294"/>
                <a:gd name="connsiteY7" fmla="*/ 2250361 h 2543540"/>
                <a:gd name="connsiteX8" fmla="*/ 0 w 597294"/>
                <a:gd name="connsiteY8" fmla="*/ 2543540 h 254354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597294" h="2543540">
                  <a:moveTo>
                    <a:pt x="16478" y="2079"/>
                  </a:moveTo>
                  <a:cubicBezTo>
                    <a:pt x="101441" y="-6684"/>
                    <a:pt x="224885" y="12557"/>
                    <a:pt x="299847" y="53991"/>
                  </a:cubicBezTo>
                  <a:cubicBezTo>
                    <a:pt x="394240" y="106092"/>
                    <a:pt x="468440" y="189341"/>
                    <a:pt x="503206" y="291354"/>
                  </a:cubicBezTo>
                  <a:cubicBezTo>
                    <a:pt x="550069" y="429085"/>
                    <a:pt x="520827" y="577770"/>
                    <a:pt x="525113" y="724265"/>
                  </a:cubicBezTo>
                  <a:cubicBezTo>
                    <a:pt x="529019" y="856472"/>
                    <a:pt x="561118" y="986012"/>
                    <a:pt x="578930" y="1117267"/>
                  </a:cubicBezTo>
                  <a:cubicBezTo>
                    <a:pt x="595122" y="1236234"/>
                    <a:pt x="602742" y="1356630"/>
                    <a:pt x="592931" y="1476359"/>
                  </a:cubicBezTo>
                  <a:cubicBezTo>
                    <a:pt x="582073" y="1607709"/>
                    <a:pt x="549783" y="1736011"/>
                    <a:pt x="503206" y="1859359"/>
                  </a:cubicBezTo>
                  <a:cubicBezTo>
                    <a:pt x="450628" y="1998710"/>
                    <a:pt x="383857" y="2133298"/>
                    <a:pt x="291846" y="2250361"/>
                  </a:cubicBezTo>
                  <a:cubicBezTo>
                    <a:pt x="231553" y="2327132"/>
                    <a:pt x="73819" y="2479532"/>
                    <a:pt x="0" y="2543540"/>
                  </a:cubicBezTo>
                </a:path>
              </a:pathLst>
            </a:custGeom>
            <a:noFill/>
            <a:ln w="9525" cap="rnd">
              <a:solidFill>
                <a:schemeClr val="accent2">
                  <a:alpha val="50000"/>
                </a:schemeClr>
              </a:solidFill>
              <a:prstDash val="lgDash"/>
              <a:round/>
            </a:ln>
          </p:spPr>
          <p:txBody>
            <a:bodyPr rtlCol="0" anchor="ct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endParaRPr lang="en-US"/>
            </a:p>
          </p:txBody>
        </p:sp>
        <p:sp>
          <p:nvSpPr>
            <p:cNvPr id="49" name="Freeform: Shape 48">
              <a:extLst>
                <a:ext uri="{FF2B5EF4-FFF2-40B4-BE49-F238E27FC236}">
                  <a16:creationId xmlns:a16="http://schemas.microsoft.com/office/drawing/2014/main" id="{150C50DD-114B-4C37-9DEA-C411981AF743}"/>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23002" y="881264"/>
              <a:ext cx="258791" cy="1336561"/>
            </a:xfrm>
            <a:custGeom>
              <a:avLst/>
              <a:gdLst>
                <a:gd name="connsiteX0" fmla="*/ 0 w 389425"/>
                <a:gd name="connsiteY0" fmla="*/ 33 h 2011236"/>
                <a:gd name="connsiteX1" fmla="*/ 171260 w 389425"/>
                <a:gd name="connsiteY1" fmla="*/ 60326 h 2011236"/>
                <a:gd name="connsiteX2" fmla="*/ 211455 w 389425"/>
                <a:gd name="connsiteY2" fmla="*/ 221204 h 2011236"/>
                <a:gd name="connsiteX3" fmla="*/ 243078 w 389425"/>
                <a:gd name="connsiteY3" fmla="*/ 448089 h 2011236"/>
                <a:gd name="connsiteX4" fmla="*/ 346424 w 389425"/>
                <a:gd name="connsiteY4" fmla="*/ 789941 h 2011236"/>
                <a:gd name="connsiteX5" fmla="*/ 372237 w 389425"/>
                <a:gd name="connsiteY5" fmla="*/ 942151 h 2011236"/>
                <a:gd name="connsiteX6" fmla="*/ 386620 w 389425"/>
                <a:gd name="connsiteY6" fmla="*/ 1272478 h 2011236"/>
                <a:gd name="connsiteX7" fmla="*/ 280416 w 389425"/>
                <a:gd name="connsiteY7" fmla="*/ 1660241 h 2011236"/>
                <a:gd name="connsiteX8" fmla="*/ 151257 w 389425"/>
                <a:gd name="connsiteY8" fmla="*/ 1844073 h 2011236"/>
                <a:gd name="connsiteX9" fmla="*/ 1905 w 389425"/>
                <a:gd name="connsiteY9" fmla="*/ 2011237 h 201123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389425" h="2011236">
                  <a:moveTo>
                    <a:pt x="0" y="33"/>
                  </a:moveTo>
                  <a:cubicBezTo>
                    <a:pt x="57912" y="-824"/>
                    <a:pt x="136112" y="14892"/>
                    <a:pt x="171260" y="60326"/>
                  </a:cubicBezTo>
                  <a:cubicBezTo>
                    <a:pt x="205645" y="104903"/>
                    <a:pt x="207740" y="164244"/>
                    <a:pt x="211455" y="221204"/>
                  </a:cubicBezTo>
                  <a:cubicBezTo>
                    <a:pt x="216408" y="297594"/>
                    <a:pt x="225838" y="373604"/>
                    <a:pt x="243078" y="448089"/>
                  </a:cubicBezTo>
                  <a:cubicBezTo>
                    <a:pt x="269939" y="564199"/>
                    <a:pt x="319183" y="673927"/>
                    <a:pt x="346424" y="789941"/>
                  </a:cubicBezTo>
                  <a:cubicBezTo>
                    <a:pt x="358235" y="840043"/>
                    <a:pt x="365951" y="891097"/>
                    <a:pt x="372237" y="942151"/>
                  </a:cubicBezTo>
                  <a:cubicBezTo>
                    <a:pt x="385858" y="1051784"/>
                    <a:pt x="394049" y="1162274"/>
                    <a:pt x="386620" y="1272478"/>
                  </a:cubicBezTo>
                  <a:cubicBezTo>
                    <a:pt x="377476" y="1407828"/>
                    <a:pt x="344996" y="1541178"/>
                    <a:pt x="280416" y="1660241"/>
                  </a:cubicBezTo>
                  <a:cubicBezTo>
                    <a:pt x="244602" y="1726249"/>
                    <a:pt x="199358" y="1786352"/>
                    <a:pt x="151257" y="1844073"/>
                  </a:cubicBezTo>
                  <a:cubicBezTo>
                    <a:pt x="79534" y="1930084"/>
                    <a:pt x="89345" y="1941419"/>
                    <a:pt x="1905" y="2011237"/>
                  </a:cubicBezTo>
                </a:path>
              </a:pathLst>
            </a:custGeom>
            <a:noFill/>
            <a:ln w="9525" cap="rnd">
              <a:solidFill>
                <a:schemeClr val="accent2">
                  <a:alpha val="50000"/>
                </a:schemeClr>
              </a:solidFill>
              <a:prstDash val="lgDash"/>
              <a:round/>
            </a:ln>
          </p:spPr>
          <p:txBody>
            <a:bodyPr rtlCol="0" anchor="ct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endParaRPr lang="en-US" dirty="0"/>
            </a:p>
          </p:txBody>
        </p:sp>
      </p:grpSp>
      <p:sp>
        <p:nvSpPr>
          <p:cNvPr id="2" name="Title 1">
            <a:extLst>
              <a:ext uri="{FF2B5EF4-FFF2-40B4-BE49-F238E27FC236}">
                <a16:creationId xmlns:a16="http://schemas.microsoft.com/office/drawing/2014/main" id="{3F5B2248-61AB-A576-F860-87D06A3949A7}"/>
              </a:ext>
            </a:extLst>
          </p:cNvPr>
          <p:cNvSpPr>
            <a:spLocks noGrp="1"/>
          </p:cNvSpPr>
          <p:nvPr>
            <p:ph type="title"/>
          </p:nvPr>
        </p:nvSpPr>
        <p:spPr>
          <a:xfrm>
            <a:off x="1198181" y="167973"/>
            <a:ext cx="9988165" cy="1501639"/>
          </a:xfrm>
        </p:spPr>
        <p:txBody>
          <a:bodyPr anchor="b">
            <a:normAutofit/>
          </a:bodyPr>
          <a:lstStyle/>
          <a:p>
            <a:r>
              <a:rPr lang="en-US" dirty="0"/>
              <a:t>Contents</a:t>
            </a:r>
          </a:p>
        </p:txBody>
      </p:sp>
      <p:grpSp>
        <p:nvGrpSpPr>
          <p:cNvPr id="51" name="Bottom Right">
            <a:extLst>
              <a:ext uri="{FF2B5EF4-FFF2-40B4-BE49-F238E27FC236}">
                <a16:creationId xmlns:a16="http://schemas.microsoft.com/office/drawing/2014/main" id="{E29543BC-4F82-4E07-AB0A-5F4630678500}"/>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7974976" y="3278144"/>
            <a:ext cx="4211600" cy="3581399"/>
            <a:chOff x="7980400" y="3276601"/>
            <a:chExt cx="4211600" cy="3581399"/>
          </a:xfrm>
        </p:grpSpPr>
        <p:grpSp>
          <p:nvGrpSpPr>
            <p:cNvPr id="52" name="Graphic 157">
              <a:extLst>
                <a:ext uri="{FF2B5EF4-FFF2-40B4-BE49-F238E27FC236}">
                  <a16:creationId xmlns:a16="http://schemas.microsoft.com/office/drawing/2014/main" id="{B1F4E521-92A4-404B-9990-F7F6DF8FBA90}"/>
                </a:ext>
                <a:ext uri="{C183D7F6-B498-43B3-948B-1728B52AA6E4}">
                  <adec:decorative xmlns:adec="http://schemas.microsoft.com/office/drawing/2017/decorative" val="1"/>
                </a:ext>
              </a:extLst>
            </p:cNvPr>
            <p:cNvGrpSpPr/>
            <p:nvPr>
              <p:extLst>
                <p:ext uri="{386F3935-93C4-4BCD-93E2-E3B085C9AB24}">
                  <p16:designElem xmlns:p16="http://schemas.microsoft.com/office/powerpoint/2015/main" val="1"/>
                </p:ext>
              </p:extLst>
            </p:nvPr>
          </p:nvGrpSpPr>
          <p:grpSpPr>
            <a:xfrm>
              <a:off x="8662740" y="3276601"/>
              <a:ext cx="3529260" cy="3581396"/>
              <a:chOff x="4114800" y="1423987"/>
              <a:chExt cx="3961542" cy="4007547"/>
            </a:xfrm>
            <a:noFill/>
          </p:grpSpPr>
          <p:sp>
            <p:nvSpPr>
              <p:cNvPr id="54" name="Freeform: Shape 53">
                <a:extLst>
                  <a:ext uri="{FF2B5EF4-FFF2-40B4-BE49-F238E27FC236}">
                    <a16:creationId xmlns:a16="http://schemas.microsoft.com/office/drawing/2014/main" id="{40578EAD-9663-475F-A80B-5DE9F17D1D50}"/>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4114800" y="1423987"/>
                <a:ext cx="3946874" cy="3989641"/>
              </a:xfrm>
              <a:custGeom>
                <a:avLst/>
                <a:gdLst>
                  <a:gd name="connsiteX0" fmla="*/ 0 w 3946874"/>
                  <a:gd name="connsiteY0" fmla="*/ 3989641 h 3989641"/>
                  <a:gd name="connsiteX1" fmla="*/ 79439 w 3946874"/>
                  <a:gd name="connsiteY1" fmla="*/ 3891153 h 3989641"/>
                  <a:gd name="connsiteX2" fmla="*/ 297371 w 3946874"/>
                  <a:gd name="connsiteY2" fmla="*/ 3626930 h 3989641"/>
                  <a:gd name="connsiteX3" fmla="*/ 454343 w 3946874"/>
                  <a:gd name="connsiteY3" fmla="*/ 3440335 h 3989641"/>
                  <a:gd name="connsiteX4" fmla="*/ 622363 w 3946874"/>
                  <a:gd name="connsiteY4" fmla="*/ 3290697 h 3989641"/>
                  <a:gd name="connsiteX5" fmla="*/ 927068 w 3946874"/>
                  <a:gd name="connsiteY5" fmla="*/ 3087434 h 3989641"/>
                  <a:gd name="connsiteX6" fmla="*/ 1176338 w 3946874"/>
                  <a:gd name="connsiteY6" fmla="*/ 2915603 h 3989641"/>
                  <a:gd name="connsiteX7" fmla="*/ 1394270 w 3946874"/>
                  <a:gd name="connsiteY7" fmla="*/ 2780729 h 3989641"/>
                  <a:gd name="connsiteX8" fmla="*/ 1601057 w 3946874"/>
                  <a:gd name="connsiteY8" fmla="*/ 2723483 h 3989641"/>
                  <a:gd name="connsiteX9" fmla="*/ 1756220 w 3946874"/>
                  <a:gd name="connsiteY9" fmla="*/ 2743772 h 3989641"/>
                  <a:gd name="connsiteX10" fmla="*/ 1889189 w 3946874"/>
                  <a:gd name="connsiteY10" fmla="*/ 2765965 h 3989641"/>
                  <a:gd name="connsiteX11" fmla="*/ 2007394 w 3946874"/>
                  <a:gd name="connsiteY11" fmla="*/ 2765965 h 3989641"/>
                  <a:gd name="connsiteX12" fmla="*/ 2184654 w 3946874"/>
                  <a:gd name="connsiteY12" fmla="*/ 2671763 h 3989641"/>
                  <a:gd name="connsiteX13" fmla="*/ 2372773 w 3946874"/>
                  <a:gd name="connsiteY13" fmla="*/ 2538984 h 3989641"/>
                  <a:gd name="connsiteX14" fmla="*/ 2439543 w 3946874"/>
                  <a:gd name="connsiteY14" fmla="*/ 2510504 h 3989641"/>
                  <a:gd name="connsiteX15" fmla="*/ 2650617 w 3946874"/>
                  <a:gd name="connsiteY15" fmla="*/ 2434781 h 3989641"/>
                  <a:gd name="connsiteX16" fmla="*/ 2785110 w 3946874"/>
                  <a:gd name="connsiteY16" fmla="*/ 2383060 h 3989641"/>
                  <a:gd name="connsiteX17" fmla="*/ 2897315 w 3946874"/>
                  <a:gd name="connsiteY17" fmla="*/ 2318861 h 3989641"/>
                  <a:gd name="connsiteX18" fmla="*/ 2997994 w 3946874"/>
                  <a:gd name="connsiteY18" fmla="*/ 2226183 h 3989641"/>
                  <a:gd name="connsiteX19" fmla="*/ 3061240 w 3946874"/>
                  <a:gd name="connsiteY19" fmla="*/ 2141506 h 3989641"/>
                  <a:gd name="connsiteX20" fmla="*/ 3152108 w 3946874"/>
                  <a:gd name="connsiteY20" fmla="*/ 2005203 h 3989641"/>
                  <a:gd name="connsiteX21" fmla="*/ 3274124 w 3946874"/>
                  <a:gd name="connsiteY21" fmla="*/ 1871567 h 3989641"/>
                  <a:gd name="connsiteX22" fmla="*/ 3388138 w 3946874"/>
                  <a:gd name="connsiteY22" fmla="*/ 1770888 h 3989641"/>
                  <a:gd name="connsiteX23" fmla="*/ 3466529 w 3946874"/>
                  <a:gd name="connsiteY23" fmla="*/ 1679162 h 3989641"/>
                  <a:gd name="connsiteX24" fmla="*/ 3538633 w 3946874"/>
                  <a:gd name="connsiteY24" fmla="*/ 1551718 h 3989641"/>
                  <a:gd name="connsiteX25" fmla="*/ 3588544 w 3946874"/>
                  <a:gd name="connsiteY25" fmla="*/ 1376172 h 3989641"/>
                  <a:gd name="connsiteX26" fmla="*/ 3597402 w 3946874"/>
                  <a:gd name="connsiteY26" fmla="*/ 1293305 h 3989641"/>
                  <a:gd name="connsiteX27" fmla="*/ 3721227 w 3946874"/>
                  <a:gd name="connsiteY27" fmla="*/ 880491 h 3989641"/>
                  <a:gd name="connsiteX28" fmla="*/ 3761137 w 3946874"/>
                  <a:gd name="connsiteY28" fmla="*/ 463677 h 3989641"/>
                  <a:gd name="connsiteX29" fmla="*/ 3946874 w 3946874"/>
                  <a:gd name="connsiteY29" fmla="*/ 0 h 398964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Lst>
                <a:rect l="l" t="t" r="r" b="b"/>
                <a:pathLst>
                  <a:path w="3946874" h="3989641">
                    <a:moveTo>
                      <a:pt x="0" y="3989641"/>
                    </a:moveTo>
                    <a:cubicBezTo>
                      <a:pt x="19050" y="3957257"/>
                      <a:pt x="50959" y="3916013"/>
                      <a:pt x="79439" y="3891153"/>
                    </a:cubicBezTo>
                    <a:cubicBezTo>
                      <a:pt x="165544" y="3815906"/>
                      <a:pt x="227933" y="3717989"/>
                      <a:pt x="297371" y="3626930"/>
                    </a:cubicBezTo>
                    <a:cubicBezTo>
                      <a:pt x="346615" y="3562255"/>
                      <a:pt x="398050" y="3499009"/>
                      <a:pt x="454343" y="3440335"/>
                    </a:cubicBezTo>
                    <a:cubicBezTo>
                      <a:pt x="506349" y="3386042"/>
                      <a:pt x="562642" y="3336227"/>
                      <a:pt x="622363" y="3290697"/>
                    </a:cubicBezTo>
                    <a:cubicBezTo>
                      <a:pt x="719519" y="3216688"/>
                      <a:pt x="824960" y="3154585"/>
                      <a:pt x="927068" y="3087434"/>
                    </a:cubicBezTo>
                    <a:cubicBezTo>
                      <a:pt x="1011365" y="3031998"/>
                      <a:pt x="1093565" y="2973324"/>
                      <a:pt x="1176338" y="2915603"/>
                    </a:cubicBezTo>
                    <a:cubicBezTo>
                      <a:pt x="1246537" y="2866644"/>
                      <a:pt x="1317308" y="2818066"/>
                      <a:pt x="1394270" y="2780729"/>
                    </a:cubicBezTo>
                    <a:cubicBezTo>
                      <a:pt x="1459421" y="2749106"/>
                      <a:pt x="1528763" y="2724436"/>
                      <a:pt x="1601057" y="2723483"/>
                    </a:cubicBezTo>
                    <a:cubicBezTo>
                      <a:pt x="1653350" y="2722721"/>
                      <a:pt x="1704785" y="2733485"/>
                      <a:pt x="1756220" y="2743772"/>
                    </a:cubicBezTo>
                    <a:cubicBezTo>
                      <a:pt x="1800320" y="2752630"/>
                      <a:pt x="1844612" y="2760250"/>
                      <a:pt x="1889189" y="2765965"/>
                    </a:cubicBezTo>
                    <a:cubicBezTo>
                      <a:pt x="1928622" y="2771013"/>
                      <a:pt x="1968437" y="2773299"/>
                      <a:pt x="2007394" y="2765965"/>
                    </a:cubicBezTo>
                    <a:cubicBezTo>
                      <a:pt x="2073878" y="2753487"/>
                      <a:pt x="2130647" y="2712911"/>
                      <a:pt x="2184654" y="2671763"/>
                    </a:cubicBezTo>
                    <a:cubicBezTo>
                      <a:pt x="2245900" y="2625090"/>
                      <a:pt x="2304002" y="2573465"/>
                      <a:pt x="2372773" y="2538984"/>
                    </a:cubicBezTo>
                    <a:cubicBezTo>
                      <a:pt x="2394395" y="2528126"/>
                      <a:pt x="2416874" y="2518982"/>
                      <a:pt x="2439543" y="2510504"/>
                    </a:cubicBezTo>
                    <a:cubicBezTo>
                      <a:pt x="2509552" y="2484215"/>
                      <a:pt x="2580037" y="2459450"/>
                      <a:pt x="2650617" y="2434781"/>
                    </a:cubicBezTo>
                    <a:cubicBezTo>
                      <a:pt x="2695956" y="2418874"/>
                      <a:pt x="2741295" y="2402872"/>
                      <a:pt x="2785110" y="2383060"/>
                    </a:cubicBezTo>
                    <a:cubicBezTo>
                      <a:pt x="2824448" y="2365248"/>
                      <a:pt x="2862358" y="2344198"/>
                      <a:pt x="2897315" y="2318861"/>
                    </a:cubicBezTo>
                    <a:cubicBezTo>
                      <a:pt x="2934367" y="2292096"/>
                      <a:pt x="2968085" y="2260854"/>
                      <a:pt x="2997994" y="2226183"/>
                    </a:cubicBezTo>
                    <a:cubicBezTo>
                      <a:pt x="3020949" y="2199513"/>
                      <a:pt x="3041714" y="2170938"/>
                      <a:pt x="3061240" y="2141506"/>
                    </a:cubicBezTo>
                    <a:cubicBezTo>
                      <a:pt x="3091529" y="2095976"/>
                      <a:pt x="3119533" y="2049018"/>
                      <a:pt x="3152108" y="2005203"/>
                    </a:cubicBezTo>
                    <a:cubicBezTo>
                      <a:pt x="3188113" y="1956626"/>
                      <a:pt x="3229261" y="1912144"/>
                      <a:pt x="3274124" y="1871567"/>
                    </a:cubicBezTo>
                    <a:cubicBezTo>
                      <a:pt x="3311747" y="1837563"/>
                      <a:pt x="3351848" y="1806321"/>
                      <a:pt x="3388138" y="1770888"/>
                    </a:cubicBezTo>
                    <a:cubicBezTo>
                      <a:pt x="3416999" y="1742694"/>
                      <a:pt x="3443002" y="1711833"/>
                      <a:pt x="3466529" y="1679162"/>
                    </a:cubicBezTo>
                    <a:cubicBezTo>
                      <a:pt x="3495008" y="1639348"/>
                      <a:pt x="3519392" y="1596771"/>
                      <a:pt x="3538633" y="1551718"/>
                    </a:cubicBezTo>
                    <a:cubicBezTo>
                      <a:pt x="3562731" y="1495616"/>
                      <a:pt x="3578924" y="1436465"/>
                      <a:pt x="3588544" y="1376172"/>
                    </a:cubicBezTo>
                    <a:cubicBezTo>
                      <a:pt x="3592925" y="1348740"/>
                      <a:pt x="3595688" y="1321022"/>
                      <a:pt x="3597402" y="1293305"/>
                    </a:cubicBezTo>
                    <a:cubicBezTo>
                      <a:pt x="3605974" y="1155859"/>
                      <a:pt x="3717703" y="1018127"/>
                      <a:pt x="3721227" y="880491"/>
                    </a:cubicBezTo>
                    <a:cubicBezTo>
                      <a:pt x="3724751" y="740855"/>
                      <a:pt x="3743135" y="602171"/>
                      <a:pt x="3761137" y="463677"/>
                    </a:cubicBezTo>
                    <a:cubicBezTo>
                      <a:pt x="3776186" y="347758"/>
                      <a:pt x="3934968" y="116205"/>
                      <a:pt x="3946874" y="0"/>
                    </a:cubicBezTo>
                  </a:path>
                </a:pathLst>
              </a:custGeom>
              <a:noFill/>
              <a:ln w="9525" cap="rnd">
                <a:solidFill>
                  <a:schemeClr val="accent2">
                    <a:alpha val="35000"/>
                  </a:schemeClr>
                </a:solidFill>
                <a:prstDash val="lgDash"/>
                <a:round/>
              </a:ln>
            </p:spPr>
            <p:txBody>
              <a:bodyPr rtlCol="0" anchor="ct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endParaRPr lang="en-US"/>
              </a:p>
            </p:txBody>
          </p:sp>
          <p:sp>
            <p:nvSpPr>
              <p:cNvPr id="55" name="Freeform: Shape 54">
                <a:extLst>
                  <a:ext uri="{FF2B5EF4-FFF2-40B4-BE49-F238E27FC236}">
                    <a16:creationId xmlns:a16="http://schemas.microsoft.com/office/drawing/2014/main" id="{7FC98A82-CD5D-4D9B-97CD-40E2E9C1038D}"/>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4395978" y="2441733"/>
                <a:ext cx="3665410" cy="2985611"/>
              </a:xfrm>
              <a:custGeom>
                <a:avLst/>
                <a:gdLst>
                  <a:gd name="connsiteX0" fmla="*/ 0 w 3665410"/>
                  <a:gd name="connsiteY0" fmla="*/ 2985611 h 2985611"/>
                  <a:gd name="connsiteX1" fmla="*/ 166211 w 3665410"/>
                  <a:gd name="connsiteY1" fmla="*/ 2699766 h 2985611"/>
                  <a:gd name="connsiteX2" fmla="*/ 397002 w 3665410"/>
                  <a:gd name="connsiteY2" fmla="*/ 2414969 h 2985611"/>
                  <a:gd name="connsiteX3" fmla="*/ 620173 w 3665410"/>
                  <a:gd name="connsiteY3" fmla="*/ 2237899 h 2985611"/>
                  <a:gd name="connsiteX4" fmla="*/ 823341 w 3665410"/>
                  <a:gd name="connsiteY4" fmla="*/ 2085499 h 2985611"/>
                  <a:gd name="connsiteX5" fmla="*/ 1089565 w 3665410"/>
                  <a:gd name="connsiteY5" fmla="*/ 1911477 h 2985611"/>
                  <a:gd name="connsiteX6" fmla="*/ 1145000 w 3665410"/>
                  <a:gd name="connsiteY6" fmla="*/ 1886807 h 2985611"/>
                  <a:gd name="connsiteX7" fmla="*/ 1375791 w 3665410"/>
                  <a:gd name="connsiteY7" fmla="*/ 1842135 h 2985611"/>
                  <a:gd name="connsiteX8" fmla="*/ 1486567 w 3665410"/>
                  <a:gd name="connsiteY8" fmla="*/ 1857566 h 2985611"/>
                  <a:gd name="connsiteX9" fmla="*/ 1568101 w 3665410"/>
                  <a:gd name="connsiteY9" fmla="*/ 1871377 h 2985611"/>
                  <a:gd name="connsiteX10" fmla="*/ 1810607 w 3665410"/>
                  <a:gd name="connsiteY10" fmla="*/ 1871377 h 2985611"/>
                  <a:gd name="connsiteX11" fmla="*/ 1997964 w 3665410"/>
                  <a:gd name="connsiteY11" fmla="*/ 1790605 h 2985611"/>
                  <a:gd name="connsiteX12" fmla="*/ 2109883 w 3665410"/>
                  <a:gd name="connsiteY12" fmla="*/ 1702784 h 2985611"/>
                  <a:gd name="connsiteX13" fmla="*/ 2321433 w 3665410"/>
                  <a:gd name="connsiteY13" fmla="*/ 1552384 h 2985611"/>
                  <a:gd name="connsiteX14" fmla="*/ 2558891 w 3665410"/>
                  <a:gd name="connsiteY14" fmla="*/ 1453420 h 2985611"/>
                  <a:gd name="connsiteX15" fmla="*/ 2709767 w 3665410"/>
                  <a:gd name="connsiteY15" fmla="*/ 1377887 h 2985611"/>
                  <a:gd name="connsiteX16" fmla="*/ 2885408 w 3665410"/>
                  <a:gd name="connsiteY16" fmla="*/ 1237393 h 2985611"/>
                  <a:gd name="connsiteX17" fmla="*/ 3017711 w 3665410"/>
                  <a:gd name="connsiteY17" fmla="*/ 1072229 h 2985611"/>
                  <a:gd name="connsiteX18" fmla="*/ 3150680 w 3665410"/>
                  <a:gd name="connsiteY18" fmla="*/ 921830 h 2985611"/>
                  <a:gd name="connsiteX19" fmla="*/ 3255169 w 3665410"/>
                  <a:gd name="connsiteY19" fmla="*/ 801815 h 2985611"/>
                  <a:gd name="connsiteX20" fmla="*/ 3339275 w 3665410"/>
                  <a:gd name="connsiteY20" fmla="*/ 694182 h 2985611"/>
                  <a:gd name="connsiteX21" fmla="*/ 3409188 w 3665410"/>
                  <a:gd name="connsiteY21" fmla="*/ 546926 h 2985611"/>
                  <a:gd name="connsiteX22" fmla="*/ 3464243 w 3665410"/>
                  <a:gd name="connsiteY22" fmla="*/ 347663 h 2985611"/>
                  <a:gd name="connsiteX23" fmla="*/ 3665411 w 3665410"/>
                  <a:gd name="connsiteY23" fmla="*/ 0 h 298561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Lst>
                <a:rect l="l" t="t" r="r" b="b"/>
                <a:pathLst>
                  <a:path w="3665410" h="2985611">
                    <a:moveTo>
                      <a:pt x="0" y="2985611"/>
                    </a:moveTo>
                    <a:cubicBezTo>
                      <a:pt x="0" y="2985611"/>
                      <a:pt x="86773" y="2802827"/>
                      <a:pt x="166211" y="2699766"/>
                    </a:cubicBezTo>
                    <a:cubicBezTo>
                      <a:pt x="240983" y="2602706"/>
                      <a:pt x="309182" y="2500122"/>
                      <a:pt x="397002" y="2414969"/>
                    </a:cubicBezTo>
                    <a:cubicBezTo>
                      <a:pt x="465296" y="2348865"/>
                      <a:pt x="543592" y="2294477"/>
                      <a:pt x="620173" y="2237899"/>
                    </a:cubicBezTo>
                    <a:cubicBezTo>
                      <a:pt x="688277" y="2187607"/>
                      <a:pt x="755333" y="2135886"/>
                      <a:pt x="823341" y="2085499"/>
                    </a:cubicBezTo>
                    <a:cubicBezTo>
                      <a:pt x="908685" y="2022253"/>
                      <a:pt x="994791" y="1959197"/>
                      <a:pt x="1089565" y="1911477"/>
                    </a:cubicBezTo>
                    <a:cubicBezTo>
                      <a:pt x="1107662" y="1902428"/>
                      <a:pt x="1126141" y="1894141"/>
                      <a:pt x="1145000" y="1886807"/>
                    </a:cubicBezTo>
                    <a:cubicBezTo>
                      <a:pt x="1218819" y="1858232"/>
                      <a:pt x="1296924" y="1838611"/>
                      <a:pt x="1375791" y="1842135"/>
                    </a:cubicBezTo>
                    <a:cubicBezTo>
                      <a:pt x="1413129" y="1843754"/>
                      <a:pt x="1449896" y="1850422"/>
                      <a:pt x="1486567" y="1857566"/>
                    </a:cubicBezTo>
                    <a:cubicBezTo>
                      <a:pt x="1513618" y="1862804"/>
                      <a:pt x="1540859" y="1867376"/>
                      <a:pt x="1568101" y="1871377"/>
                    </a:cubicBezTo>
                    <a:cubicBezTo>
                      <a:pt x="1648778" y="1883188"/>
                      <a:pt x="1730978" y="1887665"/>
                      <a:pt x="1810607" y="1871377"/>
                    </a:cubicBezTo>
                    <a:cubicBezTo>
                      <a:pt x="1877854" y="1857661"/>
                      <a:pt x="1941100" y="1829086"/>
                      <a:pt x="1997964" y="1790605"/>
                    </a:cubicBezTo>
                    <a:cubicBezTo>
                      <a:pt x="2037302" y="1764030"/>
                      <a:pt x="2073497" y="1733264"/>
                      <a:pt x="2109883" y="1702784"/>
                    </a:cubicBezTo>
                    <a:cubicBezTo>
                      <a:pt x="2176367" y="1647063"/>
                      <a:pt x="2244852" y="1593151"/>
                      <a:pt x="2321433" y="1552384"/>
                    </a:cubicBezTo>
                    <a:cubicBezTo>
                      <a:pt x="2397157" y="1512094"/>
                      <a:pt x="2479548" y="1486281"/>
                      <a:pt x="2558891" y="1453420"/>
                    </a:cubicBezTo>
                    <a:cubicBezTo>
                      <a:pt x="2610898" y="1431798"/>
                      <a:pt x="2661571" y="1407033"/>
                      <a:pt x="2709767" y="1377887"/>
                    </a:cubicBezTo>
                    <a:cubicBezTo>
                      <a:pt x="2774252" y="1338929"/>
                      <a:pt x="2834069" y="1292447"/>
                      <a:pt x="2885408" y="1237393"/>
                    </a:cubicBezTo>
                    <a:cubicBezTo>
                      <a:pt x="2933605" y="1185767"/>
                      <a:pt x="2973324" y="1127093"/>
                      <a:pt x="3017711" y="1072229"/>
                    </a:cubicBezTo>
                    <a:cubicBezTo>
                      <a:pt x="3059811" y="1020223"/>
                      <a:pt x="3105912" y="971645"/>
                      <a:pt x="3150680" y="921830"/>
                    </a:cubicBezTo>
                    <a:cubicBezTo>
                      <a:pt x="3186113" y="882396"/>
                      <a:pt x="3220593" y="842010"/>
                      <a:pt x="3255169" y="801815"/>
                    </a:cubicBezTo>
                    <a:cubicBezTo>
                      <a:pt x="3284887" y="767239"/>
                      <a:pt x="3314605" y="732473"/>
                      <a:pt x="3339275" y="694182"/>
                    </a:cubicBezTo>
                    <a:cubicBezTo>
                      <a:pt x="3368707" y="648367"/>
                      <a:pt x="3390138" y="597980"/>
                      <a:pt x="3409188" y="546926"/>
                    </a:cubicBezTo>
                    <a:cubicBezTo>
                      <a:pt x="3433382" y="482156"/>
                      <a:pt x="3453384" y="415861"/>
                      <a:pt x="3464243" y="347663"/>
                    </a:cubicBezTo>
                    <a:cubicBezTo>
                      <a:pt x="3476244" y="272224"/>
                      <a:pt x="3661696" y="76295"/>
                      <a:pt x="3665411" y="0"/>
                    </a:cubicBezTo>
                  </a:path>
                </a:pathLst>
              </a:custGeom>
              <a:noFill/>
              <a:ln w="9525" cap="rnd">
                <a:solidFill>
                  <a:schemeClr val="accent2">
                    <a:alpha val="35000"/>
                  </a:schemeClr>
                </a:solidFill>
                <a:prstDash val="lgDash"/>
                <a:round/>
              </a:ln>
            </p:spPr>
            <p:txBody>
              <a:bodyPr rtlCol="0" anchor="ct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endParaRPr lang="en-US"/>
              </a:p>
            </p:txBody>
          </p:sp>
          <p:sp>
            <p:nvSpPr>
              <p:cNvPr id="56" name="Freeform: Shape 55">
                <a:extLst>
                  <a:ext uri="{FF2B5EF4-FFF2-40B4-BE49-F238E27FC236}">
                    <a16:creationId xmlns:a16="http://schemas.microsoft.com/office/drawing/2014/main" id="{590100E2-61F2-4AAB-A0ED-B08B7A708CBC}"/>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7790402" y="5229700"/>
                <a:ext cx="285940" cy="199072"/>
              </a:xfrm>
              <a:custGeom>
                <a:avLst/>
                <a:gdLst>
                  <a:gd name="connsiteX0" fmla="*/ 0 w 285940"/>
                  <a:gd name="connsiteY0" fmla="*/ 199073 h 199072"/>
                  <a:gd name="connsiteX1" fmla="*/ 285940 w 285940"/>
                  <a:gd name="connsiteY1" fmla="*/ 0 h 199072"/>
                </a:gdLst>
                <a:ahLst/>
                <a:cxnLst>
                  <a:cxn ang="0">
                    <a:pos x="connsiteX0" y="connsiteY0"/>
                  </a:cxn>
                  <a:cxn ang="0">
                    <a:pos x="connsiteX1" y="connsiteY1"/>
                  </a:cxn>
                </a:cxnLst>
                <a:rect l="l" t="t" r="r" b="b"/>
                <a:pathLst>
                  <a:path w="285940" h="199072">
                    <a:moveTo>
                      <a:pt x="0" y="199073"/>
                    </a:moveTo>
                    <a:cubicBezTo>
                      <a:pt x="0" y="199073"/>
                      <a:pt x="242125" y="39243"/>
                      <a:pt x="285940" y="0"/>
                    </a:cubicBezTo>
                  </a:path>
                </a:pathLst>
              </a:custGeom>
              <a:noFill/>
              <a:ln w="9525" cap="rnd">
                <a:solidFill>
                  <a:schemeClr val="accent2">
                    <a:alpha val="35000"/>
                  </a:schemeClr>
                </a:solidFill>
                <a:prstDash val="lgDash"/>
                <a:round/>
              </a:ln>
            </p:spPr>
            <p:txBody>
              <a:bodyPr rtlCol="0" anchor="ct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endParaRPr lang="en-US"/>
              </a:p>
            </p:txBody>
          </p:sp>
          <p:sp>
            <p:nvSpPr>
              <p:cNvPr id="57" name="Freeform: Shape 56">
                <a:extLst>
                  <a:ext uri="{FF2B5EF4-FFF2-40B4-BE49-F238E27FC236}">
                    <a16:creationId xmlns:a16="http://schemas.microsoft.com/office/drawing/2014/main" id="{7E20DC85-459A-4BEB-8147-3AE04CC42132}"/>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7393114" y="5049773"/>
                <a:ext cx="655796" cy="381190"/>
              </a:xfrm>
              <a:custGeom>
                <a:avLst/>
                <a:gdLst>
                  <a:gd name="connsiteX0" fmla="*/ 0 w 655796"/>
                  <a:gd name="connsiteY0" fmla="*/ 381190 h 381190"/>
                  <a:gd name="connsiteX1" fmla="*/ 655796 w 655796"/>
                  <a:gd name="connsiteY1" fmla="*/ 0 h 381190"/>
                </a:gdLst>
                <a:ahLst/>
                <a:cxnLst>
                  <a:cxn ang="0">
                    <a:pos x="connsiteX0" y="connsiteY0"/>
                  </a:cxn>
                  <a:cxn ang="0">
                    <a:pos x="connsiteX1" y="connsiteY1"/>
                  </a:cxn>
                </a:cxnLst>
                <a:rect l="l" t="t" r="r" b="b"/>
                <a:pathLst>
                  <a:path w="655796" h="381190">
                    <a:moveTo>
                      <a:pt x="0" y="381190"/>
                    </a:moveTo>
                    <a:cubicBezTo>
                      <a:pt x="0" y="381190"/>
                      <a:pt x="461105" y="172117"/>
                      <a:pt x="655796" y="0"/>
                    </a:cubicBezTo>
                  </a:path>
                </a:pathLst>
              </a:custGeom>
              <a:noFill/>
              <a:ln w="9525" cap="rnd">
                <a:solidFill>
                  <a:schemeClr val="accent2">
                    <a:alpha val="35000"/>
                  </a:schemeClr>
                </a:solidFill>
                <a:prstDash val="lgDash"/>
                <a:round/>
              </a:ln>
            </p:spPr>
            <p:txBody>
              <a:bodyPr rtlCol="0" anchor="ct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endParaRPr lang="en-US"/>
              </a:p>
            </p:txBody>
          </p:sp>
          <p:sp>
            <p:nvSpPr>
              <p:cNvPr id="58" name="Freeform: Shape 57">
                <a:extLst>
                  <a:ext uri="{FF2B5EF4-FFF2-40B4-BE49-F238E27FC236}">
                    <a16:creationId xmlns:a16="http://schemas.microsoft.com/office/drawing/2014/main" id="{F72A9DDF-0B98-41A6-8F44-54776E027F74}"/>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154072" y="3867816"/>
                <a:ext cx="2907315" cy="1544764"/>
              </a:xfrm>
              <a:custGeom>
                <a:avLst/>
                <a:gdLst>
                  <a:gd name="connsiteX0" fmla="*/ 0 w 2907315"/>
                  <a:gd name="connsiteY0" fmla="*/ 1544764 h 1544764"/>
                  <a:gd name="connsiteX1" fmla="*/ 201644 w 2907315"/>
                  <a:gd name="connsiteY1" fmla="*/ 1352550 h 1544764"/>
                  <a:gd name="connsiteX2" fmla="*/ 423196 w 2907315"/>
                  <a:gd name="connsiteY2" fmla="*/ 1196054 h 1544764"/>
                  <a:gd name="connsiteX3" fmla="*/ 782193 w 2907315"/>
                  <a:gd name="connsiteY3" fmla="*/ 1099947 h 1544764"/>
                  <a:gd name="connsiteX4" fmla="*/ 1052513 w 2907315"/>
                  <a:gd name="connsiteY4" fmla="*/ 1042321 h 1544764"/>
                  <a:gd name="connsiteX5" fmla="*/ 1311783 w 2907315"/>
                  <a:gd name="connsiteY5" fmla="*/ 1056037 h 1544764"/>
                  <a:gd name="connsiteX6" fmla="*/ 1484662 w 2907315"/>
                  <a:gd name="connsiteY6" fmla="*/ 1083469 h 1544764"/>
                  <a:gd name="connsiteX7" fmla="*/ 1788224 w 2907315"/>
                  <a:gd name="connsiteY7" fmla="*/ 1023080 h 1544764"/>
                  <a:gd name="connsiteX8" fmla="*/ 2269045 w 2907315"/>
                  <a:gd name="connsiteY8" fmla="*/ 734758 h 1544764"/>
                  <a:gd name="connsiteX9" fmla="*/ 2534984 w 2907315"/>
                  <a:gd name="connsiteY9" fmla="*/ 572738 h 1544764"/>
                  <a:gd name="connsiteX10" fmla="*/ 2907316 w 2907315"/>
                  <a:gd name="connsiteY10" fmla="*/ 0 h 154476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2907315" h="1544764">
                    <a:moveTo>
                      <a:pt x="0" y="1544764"/>
                    </a:moveTo>
                    <a:cubicBezTo>
                      <a:pt x="0" y="1544764"/>
                      <a:pt x="98012" y="1443990"/>
                      <a:pt x="201644" y="1352550"/>
                    </a:cubicBezTo>
                    <a:cubicBezTo>
                      <a:pt x="271272" y="1291209"/>
                      <a:pt x="343662" y="1234249"/>
                      <a:pt x="423196" y="1196054"/>
                    </a:cubicBezTo>
                    <a:cubicBezTo>
                      <a:pt x="537591" y="1141095"/>
                      <a:pt x="661226" y="1127189"/>
                      <a:pt x="782193" y="1099947"/>
                    </a:cubicBezTo>
                    <a:cubicBezTo>
                      <a:pt x="872300" y="1079659"/>
                      <a:pt x="961358" y="1051370"/>
                      <a:pt x="1052513" y="1042321"/>
                    </a:cubicBezTo>
                    <a:cubicBezTo>
                      <a:pt x="1139000" y="1033653"/>
                      <a:pt x="1225868" y="1040321"/>
                      <a:pt x="1311783" y="1056037"/>
                    </a:cubicBezTo>
                    <a:cubicBezTo>
                      <a:pt x="1369314" y="1066609"/>
                      <a:pt x="1426559" y="1079373"/>
                      <a:pt x="1484662" y="1083469"/>
                    </a:cubicBezTo>
                    <a:cubicBezTo>
                      <a:pt x="1587913" y="1090803"/>
                      <a:pt x="1690402" y="1064800"/>
                      <a:pt x="1788224" y="1023080"/>
                    </a:cubicBezTo>
                    <a:cubicBezTo>
                      <a:pt x="1956721" y="951262"/>
                      <a:pt x="2106549" y="825722"/>
                      <a:pt x="2269045" y="734758"/>
                    </a:cubicBezTo>
                    <a:cubicBezTo>
                      <a:pt x="2359438" y="684181"/>
                      <a:pt x="2452497" y="640556"/>
                      <a:pt x="2534984" y="572738"/>
                    </a:cubicBezTo>
                    <a:cubicBezTo>
                      <a:pt x="2673001" y="459391"/>
                      <a:pt x="2847023" y="191453"/>
                      <a:pt x="2907316" y="0"/>
                    </a:cubicBezTo>
                  </a:path>
                </a:pathLst>
              </a:custGeom>
              <a:noFill/>
              <a:ln w="9525" cap="rnd">
                <a:solidFill>
                  <a:schemeClr val="accent2">
                    <a:alpha val="35000"/>
                  </a:schemeClr>
                </a:solidFill>
                <a:prstDash val="lgDash"/>
                <a:round/>
              </a:ln>
            </p:spPr>
            <p:txBody>
              <a:bodyPr rtlCol="0" anchor="ct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endParaRPr lang="en-US"/>
              </a:p>
            </p:txBody>
          </p:sp>
          <p:sp>
            <p:nvSpPr>
              <p:cNvPr id="59" name="Freeform: Shape 58">
                <a:extLst>
                  <a:ext uri="{FF2B5EF4-FFF2-40B4-BE49-F238E27FC236}">
                    <a16:creationId xmlns:a16="http://schemas.microsoft.com/office/drawing/2014/main" id="{43F611D7-5B82-42F8-B143-68F2A6CDAC09}"/>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4907946" y="3479100"/>
                <a:ext cx="3168300" cy="1952434"/>
              </a:xfrm>
              <a:custGeom>
                <a:avLst/>
                <a:gdLst>
                  <a:gd name="connsiteX0" fmla="*/ 0 w 3168300"/>
                  <a:gd name="connsiteY0" fmla="*/ 1952435 h 1952434"/>
                  <a:gd name="connsiteX1" fmla="*/ 202121 w 3168300"/>
                  <a:gd name="connsiteY1" fmla="*/ 1687068 h 1952434"/>
                  <a:gd name="connsiteX2" fmla="*/ 545116 w 3168300"/>
                  <a:gd name="connsiteY2" fmla="*/ 1450277 h 1952434"/>
                  <a:gd name="connsiteX3" fmla="*/ 906780 w 3168300"/>
                  <a:gd name="connsiteY3" fmla="*/ 1354455 h 1952434"/>
                  <a:gd name="connsiteX4" fmla="*/ 1332262 w 3168300"/>
                  <a:gd name="connsiteY4" fmla="*/ 1285304 h 1952434"/>
                  <a:gd name="connsiteX5" fmla="*/ 1691259 w 3168300"/>
                  <a:gd name="connsiteY5" fmla="*/ 1240060 h 1952434"/>
                  <a:gd name="connsiteX6" fmla="*/ 2010346 w 3168300"/>
                  <a:gd name="connsiteY6" fmla="*/ 1141667 h 1952434"/>
                  <a:gd name="connsiteX7" fmla="*/ 2393252 w 3168300"/>
                  <a:gd name="connsiteY7" fmla="*/ 1027271 h 1952434"/>
                  <a:gd name="connsiteX8" fmla="*/ 2582037 w 3168300"/>
                  <a:gd name="connsiteY8" fmla="*/ 958120 h 1952434"/>
                  <a:gd name="connsiteX9" fmla="*/ 2760155 w 3168300"/>
                  <a:gd name="connsiteY9" fmla="*/ 827723 h 1952434"/>
                  <a:gd name="connsiteX10" fmla="*/ 2914364 w 3168300"/>
                  <a:gd name="connsiteY10" fmla="*/ 567023 h 1952434"/>
                  <a:gd name="connsiteX11" fmla="*/ 3168301 w 3168300"/>
                  <a:gd name="connsiteY11" fmla="*/ 0 h 195243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3168300" h="1952434">
                    <a:moveTo>
                      <a:pt x="0" y="1952435"/>
                    </a:moveTo>
                    <a:cubicBezTo>
                      <a:pt x="0" y="1952435"/>
                      <a:pt x="91059" y="1796415"/>
                      <a:pt x="202121" y="1687068"/>
                    </a:cubicBezTo>
                    <a:cubicBezTo>
                      <a:pt x="301943" y="1588675"/>
                      <a:pt x="416528" y="1505617"/>
                      <a:pt x="545116" y="1450277"/>
                    </a:cubicBezTo>
                    <a:cubicBezTo>
                      <a:pt x="659987" y="1400747"/>
                      <a:pt x="783622" y="1377601"/>
                      <a:pt x="906780" y="1354455"/>
                    </a:cubicBezTo>
                    <a:cubicBezTo>
                      <a:pt x="1048036" y="1327976"/>
                      <a:pt x="1189482" y="1301972"/>
                      <a:pt x="1332262" y="1285304"/>
                    </a:cubicBezTo>
                    <a:cubicBezTo>
                      <a:pt x="1452182" y="1271302"/>
                      <a:pt x="1573340" y="1265873"/>
                      <a:pt x="1691259" y="1240060"/>
                    </a:cubicBezTo>
                    <a:cubicBezTo>
                      <a:pt x="1800035" y="1216247"/>
                      <a:pt x="1904619" y="1176718"/>
                      <a:pt x="2010346" y="1141667"/>
                    </a:cubicBezTo>
                    <a:cubicBezTo>
                      <a:pt x="2136743" y="1099661"/>
                      <a:pt x="2265902" y="1066229"/>
                      <a:pt x="2393252" y="1027271"/>
                    </a:cubicBezTo>
                    <a:cubicBezTo>
                      <a:pt x="2457450" y="1007650"/>
                      <a:pt x="2521744" y="987552"/>
                      <a:pt x="2582037" y="958120"/>
                    </a:cubicBezTo>
                    <a:cubicBezTo>
                      <a:pt x="2648807" y="925449"/>
                      <a:pt x="2710815" y="883349"/>
                      <a:pt x="2760155" y="827723"/>
                    </a:cubicBezTo>
                    <a:cubicBezTo>
                      <a:pt x="2827496" y="751904"/>
                      <a:pt x="2867978" y="657511"/>
                      <a:pt x="2914364" y="567023"/>
                    </a:cubicBezTo>
                    <a:cubicBezTo>
                      <a:pt x="2972753" y="453200"/>
                      <a:pt x="3119152" y="118015"/>
                      <a:pt x="3168301" y="0"/>
                    </a:cubicBezTo>
                  </a:path>
                </a:pathLst>
              </a:custGeom>
              <a:noFill/>
              <a:ln w="9525" cap="rnd">
                <a:solidFill>
                  <a:schemeClr val="accent2">
                    <a:alpha val="35000"/>
                  </a:schemeClr>
                </a:solidFill>
                <a:prstDash val="lgDash"/>
                <a:round/>
              </a:ln>
            </p:spPr>
            <p:txBody>
              <a:bodyPr rtlCol="0" anchor="ct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endParaRPr lang="en-US"/>
              </a:p>
            </p:txBody>
          </p:sp>
          <p:sp>
            <p:nvSpPr>
              <p:cNvPr id="60" name="Freeform: Shape 59">
                <a:extLst>
                  <a:ext uri="{FF2B5EF4-FFF2-40B4-BE49-F238E27FC236}">
                    <a16:creationId xmlns:a16="http://schemas.microsoft.com/office/drawing/2014/main" id="{7D58D974-C48E-4A34-90C2-C8D37E0806FB}"/>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4704778" y="2976752"/>
                <a:ext cx="3356800" cy="2452020"/>
              </a:xfrm>
              <a:custGeom>
                <a:avLst/>
                <a:gdLst>
                  <a:gd name="connsiteX0" fmla="*/ 0 w 3356800"/>
                  <a:gd name="connsiteY0" fmla="*/ 2452021 h 2452020"/>
                  <a:gd name="connsiteX1" fmla="*/ 130874 w 3356800"/>
                  <a:gd name="connsiteY1" fmla="*/ 2247710 h 2452020"/>
                  <a:gd name="connsiteX2" fmla="*/ 437197 w 3356800"/>
                  <a:gd name="connsiteY2" fmla="*/ 1941195 h 2452020"/>
                  <a:gd name="connsiteX3" fmla="*/ 737140 w 3356800"/>
                  <a:gd name="connsiteY3" fmla="*/ 1736884 h 2452020"/>
                  <a:gd name="connsiteX4" fmla="*/ 1031843 w 3356800"/>
                  <a:gd name="connsiteY4" fmla="*/ 1685068 h 2452020"/>
                  <a:gd name="connsiteX5" fmla="*/ 1287304 w 3356800"/>
                  <a:gd name="connsiteY5" fmla="*/ 1655826 h 2452020"/>
                  <a:gd name="connsiteX6" fmla="*/ 1471994 w 3356800"/>
                  <a:gd name="connsiteY6" fmla="*/ 1634300 h 2452020"/>
                  <a:gd name="connsiteX7" fmla="*/ 1898237 w 3356800"/>
                  <a:gd name="connsiteY7" fmla="*/ 1512665 h 2452020"/>
                  <a:gd name="connsiteX8" fmla="*/ 2229136 w 3356800"/>
                  <a:gd name="connsiteY8" fmla="*/ 1355598 h 2452020"/>
                  <a:gd name="connsiteX9" fmla="*/ 2512314 w 3356800"/>
                  <a:gd name="connsiteY9" fmla="*/ 1238631 h 2452020"/>
                  <a:gd name="connsiteX10" fmla="*/ 2758535 w 3356800"/>
                  <a:gd name="connsiteY10" fmla="*/ 1096994 h 2452020"/>
                  <a:gd name="connsiteX11" fmla="*/ 2935510 w 3356800"/>
                  <a:gd name="connsiteY11" fmla="*/ 919925 h 2452020"/>
                  <a:gd name="connsiteX12" fmla="*/ 3081719 w 3356800"/>
                  <a:gd name="connsiteY12" fmla="*/ 687419 h 2452020"/>
                  <a:gd name="connsiteX13" fmla="*/ 3356800 w 3356800"/>
                  <a:gd name="connsiteY13" fmla="*/ 0 h 245202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Lst>
                <a:rect l="l" t="t" r="r" b="b"/>
                <a:pathLst>
                  <a:path w="3356800" h="2452020">
                    <a:moveTo>
                      <a:pt x="0" y="2452021"/>
                    </a:moveTo>
                    <a:cubicBezTo>
                      <a:pt x="0" y="2452021"/>
                      <a:pt x="57150" y="2344198"/>
                      <a:pt x="130874" y="2247710"/>
                    </a:cubicBezTo>
                    <a:cubicBezTo>
                      <a:pt x="218694" y="2132648"/>
                      <a:pt x="328136" y="2036635"/>
                      <a:pt x="437197" y="1941195"/>
                    </a:cubicBezTo>
                    <a:cubicBezTo>
                      <a:pt x="529304" y="1860709"/>
                      <a:pt x="623030" y="1779556"/>
                      <a:pt x="737140" y="1736884"/>
                    </a:cubicBezTo>
                    <a:cubicBezTo>
                      <a:pt x="830866" y="1701736"/>
                      <a:pt x="932021" y="1695450"/>
                      <a:pt x="1031843" y="1685068"/>
                    </a:cubicBezTo>
                    <a:cubicBezTo>
                      <a:pt x="1117092" y="1676210"/>
                      <a:pt x="1202055" y="1665160"/>
                      <a:pt x="1287304" y="1655826"/>
                    </a:cubicBezTo>
                    <a:cubicBezTo>
                      <a:pt x="1348931" y="1649063"/>
                      <a:pt x="1410653" y="1643539"/>
                      <a:pt x="1471994" y="1634300"/>
                    </a:cubicBezTo>
                    <a:cubicBezTo>
                      <a:pt x="1618679" y="1612011"/>
                      <a:pt x="1761935" y="1571149"/>
                      <a:pt x="1898237" y="1512665"/>
                    </a:cubicBezTo>
                    <a:cubicBezTo>
                      <a:pt x="2010442" y="1464564"/>
                      <a:pt x="2117503" y="1405128"/>
                      <a:pt x="2229136" y="1355598"/>
                    </a:cubicBezTo>
                    <a:cubicBezTo>
                      <a:pt x="2322481" y="1314164"/>
                      <a:pt x="2418969" y="1280160"/>
                      <a:pt x="2512314" y="1238631"/>
                    </a:cubicBezTo>
                    <a:cubicBezTo>
                      <a:pt x="2599087" y="1199960"/>
                      <a:pt x="2683193" y="1154811"/>
                      <a:pt x="2758535" y="1096994"/>
                    </a:cubicBezTo>
                    <a:cubicBezTo>
                      <a:pt x="2825020" y="1046035"/>
                      <a:pt x="2883789" y="985837"/>
                      <a:pt x="2935510" y="919925"/>
                    </a:cubicBezTo>
                    <a:cubicBezTo>
                      <a:pt x="2992184" y="847725"/>
                      <a:pt x="3039904" y="769144"/>
                      <a:pt x="3081719" y="687419"/>
                    </a:cubicBezTo>
                    <a:cubicBezTo>
                      <a:pt x="3138297" y="576739"/>
                      <a:pt x="3314129" y="116776"/>
                      <a:pt x="3356800" y="0"/>
                    </a:cubicBezTo>
                  </a:path>
                </a:pathLst>
              </a:custGeom>
              <a:noFill/>
              <a:ln w="9525" cap="rnd">
                <a:solidFill>
                  <a:schemeClr val="accent2">
                    <a:alpha val="35000"/>
                  </a:schemeClr>
                </a:solidFill>
                <a:prstDash val="lgDash"/>
                <a:round/>
              </a:ln>
            </p:spPr>
            <p:txBody>
              <a:bodyPr rtlCol="0" anchor="ct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endParaRPr lang="en-US"/>
              </a:p>
            </p:txBody>
          </p:sp>
        </p:grpSp>
        <p:sp>
          <p:nvSpPr>
            <p:cNvPr id="53" name="Freeform: Shape 52">
              <a:extLst>
                <a:ext uri="{FF2B5EF4-FFF2-40B4-BE49-F238E27FC236}">
                  <a16:creationId xmlns:a16="http://schemas.microsoft.com/office/drawing/2014/main" id="{1360CE22-0882-4148-AD09-1074F556BA28}"/>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7980400" y="5197178"/>
              <a:ext cx="4211600" cy="1660822"/>
            </a:xfrm>
            <a:custGeom>
              <a:avLst/>
              <a:gdLst>
                <a:gd name="connsiteX0" fmla="*/ 4211600 w 4211600"/>
                <a:gd name="connsiteY0" fmla="*/ 0 h 1660822"/>
                <a:gd name="connsiteX1" fmla="*/ 4211600 w 4211600"/>
                <a:gd name="connsiteY1" fmla="*/ 58430 h 1660822"/>
                <a:gd name="connsiteX2" fmla="*/ 4136524 w 4211600"/>
                <a:gd name="connsiteY2" fmla="*/ 208808 h 1660822"/>
                <a:gd name="connsiteX3" fmla="*/ 3973354 w 4211600"/>
                <a:gd name="connsiteY3" fmla="*/ 437313 h 1660822"/>
                <a:gd name="connsiteX4" fmla="*/ 3884746 w 4211600"/>
                <a:gd name="connsiteY4" fmla="*/ 553613 h 1660822"/>
                <a:gd name="connsiteX5" fmla="*/ 3849435 w 4211600"/>
                <a:gd name="connsiteY5" fmla="*/ 603143 h 1660822"/>
                <a:gd name="connsiteX6" fmla="*/ 3661849 w 4211600"/>
                <a:gd name="connsiteY6" fmla="*/ 819075 h 1660822"/>
                <a:gd name="connsiteX7" fmla="*/ 3402589 w 4211600"/>
                <a:gd name="connsiteY7" fmla="*/ 952996 h 1660822"/>
                <a:gd name="connsiteX8" fmla="*/ 3130202 w 4211600"/>
                <a:gd name="connsiteY8" fmla="*/ 1023386 h 1660822"/>
                <a:gd name="connsiteX9" fmla="*/ 2914657 w 4211600"/>
                <a:gd name="connsiteY9" fmla="*/ 1068058 h 1660822"/>
                <a:gd name="connsiteX10" fmla="*/ 2582149 w 4211600"/>
                <a:gd name="connsiteY10" fmla="*/ 1138924 h 1660822"/>
                <a:gd name="connsiteX11" fmla="*/ 2483958 w 4211600"/>
                <a:gd name="connsiteY11" fmla="*/ 1162356 h 1660822"/>
                <a:gd name="connsiteX12" fmla="*/ 2123750 w 4211600"/>
                <a:gd name="connsiteY12" fmla="*/ 1238651 h 1660822"/>
                <a:gd name="connsiteX13" fmla="*/ 1761444 w 4211600"/>
                <a:gd name="connsiteY13" fmla="*/ 1273417 h 1660822"/>
                <a:gd name="connsiteX14" fmla="*/ 1608382 w 4211600"/>
                <a:gd name="connsiteY14" fmla="*/ 1284466 h 1660822"/>
                <a:gd name="connsiteX15" fmla="*/ 999942 w 4211600"/>
                <a:gd name="connsiteY15" fmla="*/ 1354284 h 1660822"/>
                <a:gd name="connsiteX16" fmla="*/ 484705 w 4211600"/>
                <a:gd name="connsiteY16" fmla="*/ 1450487 h 1660822"/>
                <a:gd name="connsiteX17" fmla="*/ 113310 w 4211600"/>
                <a:gd name="connsiteY17" fmla="*/ 1613700 h 1660822"/>
                <a:gd name="connsiteX18" fmla="*/ 39668 w 4211600"/>
                <a:gd name="connsiteY18" fmla="*/ 1660822 h 1660822"/>
                <a:gd name="connsiteX19" fmla="*/ 0 w 4211600"/>
                <a:gd name="connsiteY19" fmla="*/ 1660822 h 1660822"/>
                <a:gd name="connsiteX20" fmla="*/ 96701 w 4211600"/>
                <a:gd name="connsiteY20" fmla="*/ 1598934 h 1660822"/>
                <a:gd name="connsiteX21" fmla="*/ 474335 w 4211600"/>
                <a:gd name="connsiteY21" fmla="*/ 1433056 h 1660822"/>
                <a:gd name="connsiteX22" fmla="*/ 994299 w 4211600"/>
                <a:gd name="connsiteY22" fmla="*/ 1335806 h 1660822"/>
                <a:gd name="connsiteX23" fmla="*/ 1605231 w 4211600"/>
                <a:gd name="connsiteY23" fmla="*/ 1265702 h 1660822"/>
                <a:gd name="connsiteX24" fmla="*/ 1758819 w 4211600"/>
                <a:gd name="connsiteY24" fmla="*/ 1254558 h 1660822"/>
                <a:gd name="connsiteX25" fmla="*/ 2118106 w 4211600"/>
                <a:gd name="connsiteY25" fmla="*/ 1220077 h 1660822"/>
                <a:gd name="connsiteX26" fmla="*/ 2475557 w 4211600"/>
                <a:gd name="connsiteY26" fmla="*/ 1144353 h 1660822"/>
                <a:gd name="connsiteX27" fmla="*/ 2573878 w 4211600"/>
                <a:gd name="connsiteY27" fmla="*/ 1120827 h 1660822"/>
                <a:gd name="connsiteX28" fmla="*/ 2907437 w 4211600"/>
                <a:gd name="connsiteY28" fmla="*/ 1049675 h 1660822"/>
                <a:gd name="connsiteX29" fmla="*/ 3122589 w 4211600"/>
                <a:gd name="connsiteY29" fmla="*/ 1005098 h 1660822"/>
                <a:gd name="connsiteX30" fmla="*/ 3391169 w 4211600"/>
                <a:gd name="connsiteY30" fmla="*/ 935756 h 1660822"/>
                <a:gd name="connsiteX31" fmla="*/ 3642290 w 4211600"/>
                <a:gd name="connsiteY31" fmla="*/ 806216 h 1660822"/>
                <a:gd name="connsiteX32" fmla="*/ 3825937 w 4211600"/>
                <a:gd name="connsiteY32" fmla="*/ 594475 h 1660822"/>
                <a:gd name="connsiteX33" fmla="*/ 3861381 w 4211600"/>
                <a:gd name="connsiteY33" fmla="*/ 544755 h 1660822"/>
                <a:gd name="connsiteX34" fmla="*/ 3950381 w 4211600"/>
                <a:gd name="connsiteY34" fmla="*/ 427978 h 1660822"/>
                <a:gd name="connsiteX35" fmla="*/ 4112370 w 4211600"/>
                <a:gd name="connsiteY35" fmla="*/ 201378 h 1660822"/>
                <a:gd name="connsiteX36" fmla="*/ 4195989 w 4211600"/>
                <a:gd name="connsiteY36" fmla="*/ 33834 h 166082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Lst>
              <a:rect l="l" t="t" r="r" b="b"/>
              <a:pathLst>
                <a:path w="4211600" h="1660822">
                  <a:moveTo>
                    <a:pt x="4211600" y="0"/>
                  </a:moveTo>
                  <a:lnTo>
                    <a:pt x="4211600" y="58430"/>
                  </a:lnTo>
                  <a:lnTo>
                    <a:pt x="4136524" y="208808"/>
                  </a:lnTo>
                  <a:cubicBezTo>
                    <a:pt x="4089791" y="287770"/>
                    <a:pt x="4030588" y="363780"/>
                    <a:pt x="3973354" y="437313"/>
                  </a:cubicBezTo>
                  <a:cubicBezTo>
                    <a:pt x="3943819" y="475222"/>
                    <a:pt x="3913231" y="514465"/>
                    <a:pt x="3884746" y="553613"/>
                  </a:cubicBezTo>
                  <a:cubicBezTo>
                    <a:pt x="3872801" y="569996"/>
                    <a:pt x="3861119" y="586569"/>
                    <a:pt x="3849435" y="603143"/>
                  </a:cubicBezTo>
                  <a:cubicBezTo>
                    <a:pt x="3796665" y="678009"/>
                    <a:pt x="3742187" y="755352"/>
                    <a:pt x="3661849" y="819075"/>
                  </a:cubicBezTo>
                  <a:cubicBezTo>
                    <a:pt x="3596214" y="871176"/>
                    <a:pt x="3509050" y="916230"/>
                    <a:pt x="3402589" y="952996"/>
                  </a:cubicBezTo>
                  <a:cubicBezTo>
                    <a:pt x="3312406" y="984048"/>
                    <a:pt x="3215660" y="1005003"/>
                    <a:pt x="3130202" y="1023386"/>
                  </a:cubicBezTo>
                  <a:cubicBezTo>
                    <a:pt x="3058529" y="1038816"/>
                    <a:pt x="2985412" y="1053675"/>
                    <a:pt x="2914657" y="1068058"/>
                  </a:cubicBezTo>
                  <a:cubicBezTo>
                    <a:pt x="2805176" y="1090251"/>
                    <a:pt x="2692021" y="1113207"/>
                    <a:pt x="2582149" y="1138924"/>
                  </a:cubicBezTo>
                  <a:cubicBezTo>
                    <a:pt x="2549330" y="1146639"/>
                    <a:pt x="2516644" y="1154450"/>
                    <a:pt x="2483958" y="1162356"/>
                  </a:cubicBezTo>
                  <a:cubicBezTo>
                    <a:pt x="2367257" y="1190550"/>
                    <a:pt x="2246621" y="1219601"/>
                    <a:pt x="2123750" y="1238651"/>
                  </a:cubicBezTo>
                  <a:cubicBezTo>
                    <a:pt x="2004294" y="1257129"/>
                    <a:pt x="1880769" y="1265416"/>
                    <a:pt x="1761444" y="1273417"/>
                  </a:cubicBezTo>
                  <a:cubicBezTo>
                    <a:pt x="1711167" y="1276751"/>
                    <a:pt x="1659184" y="1280275"/>
                    <a:pt x="1608382" y="1284466"/>
                  </a:cubicBezTo>
                  <a:cubicBezTo>
                    <a:pt x="1408589" y="1300944"/>
                    <a:pt x="1214570" y="1325805"/>
                    <a:pt x="999942" y="1354284"/>
                  </a:cubicBezTo>
                  <a:cubicBezTo>
                    <a:pt x="826403" y="1377240"/>
                    <a:pt x="647744" y="1400957"/>
                    <a:pt x="484705" y="1450487"/>
                  </a:cubicBezTo>
                  <a:cubicBezTo>
                    <a:pt x="355831" y="1489635"/>
                    <a:pt x="231387" y="1544374"/>
                    <a:pt x="113310" y="1613700"/>
                  </a:cubicBezTo>
                  <a:lnTo>
                    <a:pt x="39668" y="1660822"/>
                  </a:lnTo>
                  <a:lnTo>
                    <a:pt x="0" y="1660822"/>
                  </a:lnTo>
                  <a:lnTo>
                    <a:pt x="96701" y="1598934"/>
                  </a:lnTo>
                  <a:cubicBezTo>
                    <a:pt x="216635" y="1528533"/>
                    <a:pt x="343196" y="1472919"/>
                    <a:pt x="474335" y="1433056"/>
                  </a:cubicBezTo>
                  <a:cubicBezTo>
                    <a:pt x="639999" y="1382669"/>
                    <a:pt x="820102" y="1358856"/>
                    <a:pt x="994299" y="1335806"/>
                  </a:cubicBezTo>
                  <a:cubicBezTo>
                    <a:pt x="1210239" y="1307231"/>
                    <a:pt x="1404650" y="1282275"/>
                    <a:pt x="1605231" y="1265702"/>
                  </a:cubicBezTo>
                  <a:cubicBezTo>
                    <a:pt x="1656428" y="1261511"/>
                    <a:pt x="1708411" y="1257987"/>
                    <a:pt x="1758819" y="1254558"/>
                  </a:cubicBezTo>
                  <a:cubicBezTo>
                    <a:pt x="1877487" y="1246557"/>
                    <a:pt x="2000094" y="1238365"/>
                    <a:pt x="2118106" y="1220077"/>
                  </a:cubicBezTo>
                  <a:cubicBezTo>
                    <a:pt x="2239531" y="1201313"/>
                    <a:pt x="2359513" y="1172357"/>
                    <a:pt x="2475557" y="1144353"/>
                  </a:cubicBezTo>
                  <a:cubicBezTo>
                    <a:pt x="2508243" y="1136448"/>
                    <a:pt x="2541060" y="1128542"/>
                    <a:pt x="2573878" y="1120827"/>
                  </a:cubicBezTo>
                  <a:cubicBezTo>
                    <a:pt x="2684276" y="1094919"/>
                    <a:pt x="2797694" y="1071963"/>
                    <a:pt x="2907437" y="1049675"/>
                  </a:cubicBezTo>
                  <a:cubicBezTo>
                    <a:pt x="2978061" y="1035387"/>
                    <a:pt x="3051178" y="1020528"/>
                    <a:pt x="3122589" y="1005098"/>
                  </a:cubicBezTo>
                  <a:cubicBezTo>
                    <a:pt x="3206997" y="986810"/>
                    <a:pt x="3302823" y="966141"/>
                    <a:pt x="3391169" y="935756"/>
                  </a:cubicBezTo>
                  <a:cubicBezTo>
                    <a:pt x="3494479" y="900132"/>
                    <a:pt x="3578886" y="856508"/>
                    <a:pt x="3642290" y="806216"/>
                  </a:cubicBezTo>
                  <a:cubicBezTo>
                    <a:pt x="3720133" y="744303"/>
                    <a:pt x="3773953" y="668103"/>
                    <a:pt x="3825937" y="594475"/>
                  </a:cubicBezTo>
                  <a:cubicBezTo>
                    <a:pt x="3837621" y="577902"/>
                    <a:pt x="3849435" y="561233"/>
                    <a:pt x="3861381" y="544755"/>
                  </a:cubicBezTo>
                  <a:cubicBezTo>
                    <a:pt x="3889997" y="505416"/>
                    <a:pt x="3920715" y="465983"/>
                    <a:pt x="3950381" y="427978"/>
                  </a:cubicBezTo>
                  <a:cubicBezTo>
                    <a:pt x="4007353" y="354921"/>
                    <a:pt x="4066163" y="279388"/>
                    <a:pt x="4112370" y="201378"/>
                  </a:cubicBezTo>
                  <a:cubicBezTo>
                    <a:pt x="4144662" y="146800"/>
                    <a:pt x="4170785" y="89364"/>
                    <a:pt x="4195989" y="33834"/>
                  </a:cubicBezTo>
                  <a:close/>
                </a:path>
              </a:pathLst>
            </a:cu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defPPr>
                <a:defRPr lang="en-US"/>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algn="ctr"/>
              <a:endParaRPr lang="en-US"/>
            </a:p>
          </p:txBody>
        </p:sp>
      </p:grpSp>
      <p:graphicFrame>
        <p:nvGraphicFramePr>
          <p:cNvPr id="5" name="Content Placeholder 2">
            <a:extLst>
              <a:ext uri="{FF2B5EF4-FFF2-40B4-BE49-F238E27FC236}">
                <a16:creationId xmlns:a16="http://schemas.microsoft.com/office/drawing/2014/main" id="{DDE843BF-A1D7-88BB-3DDF-AE7CC2DDE96A}"/>
              </a:ext>
            </a:extLst>
          </p:cNvPr>
          <p:cNvGraphicFramePr>
            <a:graphicFrameLocks noGrp="1"/>
          </p:cNvGraphicFramePr>
          <p:nvPr>
            <p:ph idx="1"/>
            <p:extLst>
              <p:ext uri="{D42A27DB-BD31-4B8C-83A1-F6EECF244321}">
                <p14:modId xmlns:p14="http://schemas.microsoft.com/office/powerpoint/2010/main" val="595574474"/>
              </p:ext>
            </p:extLst>
          </p:nvPr>
        </p:nvGraphicFramePr>
        <p:xfrm>
          <a:off x="838200" y="1982167"/>
          <a:ext cx="10515600" cy="4194795"/>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Tree>
    <p:extLst>
      <p:ext uri="{BB962C8B-B14F-4D97-AF65-F5344CB8AC3E}">
        <p14:creationId xmlns:p14="http://schemas.microsoft.com/office/powerpoint/2010/main" val="4209636833"/>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64" name="Rectangle 63">
            <a:extLst>
              <a:ext uri="{FF2B5EF4-FFF2-40B4-BE49-F238E27FC236}">
                <a16:creationId xmlns:a16="http://schemas.microsoft.com/office/drawing/2014/main" id="{8651CFA9-6065-4243-AC48-858E359780B1}"/>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88952" cy="6858000"/>
          </a:xfrm>
          <a:prstGeom prst="rect">
            <a:avLst/>
          </a:prstGeom>
          <a:ln>
            <a:solidFill>
              <a:schemeClr val="bg1">
                <a:lumMod val="9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solidFill>
                <a:schemeClr val="tx1">
                  <a:lumMod val="65000"/>
                  <a:lumOff val="35000"/>
                </a:schemeClr>
              </a:solidFill>
              <a:latin typeface="AvenirNext LT Pro Medium" panose="020B0504020202020204" pitchFamily="34" charset="0"/>
            </a:endParaRPr>
          </a:p>
        </p:txBody>
      </p:sp>
      <p:sp>
        <p:nvSpPr>
          <p:cNvPr id="65" name="Rectangle 64">
            <a:extLst>
              <a:ext uri="{FF2B5EF4-FFF2-40B4-BE49-F238E27FC236}">
                <a16:creationId xmlns:a16="http://schemas.microsoft.com/office/drawing/2014/main" id="{37962AE0-6A1C-4B76-9D52-10E5E6D7D3BB}"/>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88952" cy="6858000"/>
          </a:xfrm>
          <a:prstGeom prst="rect">
            <a:avLst/>
          </a:prstGeom>
          <a:solidFill>
            <a:schemeClr val="bg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solidFill>
                <a:schemeClr val="tx1">
                  <a:lumMod val="65000"/>
                  <a:lumOff val="35000"/>
                </a:schemeClr>
              </a:solidFill>
              <a:latin typeface="AvenirNext LT Pro Medium" panose="020B0504020202020204" pitchFamily="34" charset="0"/>
            </a:endParaRPr>
          </a:p>
        </p:txBody>
      </p:sp>
      <p:grpSp>
        <p:nvGrpSpPr>
          <p:cNvPr id="66" name="Top left">
            <a:extLst>
              <a:ext uri="{FF2B5EF4-FFF2-40B4-BE49-F238E27FC236}">
                <a16:creationId xmlns:a16="http://schemas.microsoft.com/office/drawing/2014/main" id="{6B72B514-4AB8-43DF-84D4-951DBF368CED}"/>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10849" y="-3086"/>
            <a:ext cx="2198951" cy="3349518"/>
            <a:chOff x="10849" y="-3086"/>
            <a:chExt cx="2198951" cy="3349518"/>
          </a:xfrm>
        </p:grpSpPr>
        <p:sp>
          <p:nvSpPr>
            <p:cNvPr id="67" name="Freeform: Shape 42">
              <a:extLst>
                <a:ext uri="{FF2B5EF4-FFF2-40B4-BE49-F238E27FC236}">
                  <a16:creationId xmlns:a16="http://schemas.microsoft.com/office/drawing/2014/main" id="{C18CBCFF-BD6B-4455-9B70-EFE805CA2977}"/>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rot="10800000">
              <a:off x="692844" y="-3086"/>
              <a:ext cx="1326111" cy="597603"/>
            </a:xfrm>
            <a:custGeom>
              <a:avLst/>
              <a:gdLst>
                <a:gd name="connsiteX0" fmla="*/ 741051 w 1482102"/>
                <a:gd name="connsiteY0" fmla="*/ 0 h 679363"/>
                <a:gd name="connsiteX1" fmla="*/ 1473822 w 1482102"/>
                <a:gd name="connsiteY1" fmla="*/ 597226 h 679363"/>
                <a:gd name="connsiteX2" fmla="*/ 1482102 w 1482102"/>
                <a:gd name="connsiteY2" fmla="*/ 679363 h 679363"/>
                <a:gd name="connsiteX3" fmla="*/ 0 w 1482102"/>
                <a:gd name="connsiteY3" fmla="*/ 679363 h 679363"/>
                <a:gd name="connsiteX4" fmla="*/ 8280 w 1482102"/>
                <a:gd name="connsiteY4" fmla="*/ 597226 h 679363"/>
                <a:gd name="connsiteX5" fmla="*/ 741051 w 1482102"/>
                <a:gd name="connsiteY5" fmla="*/ 0 h 67936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1482102" h="679363">
                  <a:moveTo>
                    <a:pt x="741051" y="0"/>
                  </a:moveTo>
                  <a:cubicBezTo>
                    <a:pt x="1102506" y="0"/>
                    <a:pt x="1404077" y="256390"/>
                    <a:pt x="1473822" y="597226"/>
                  </a:cubicBezTo>
                  <a:lnTo>
                    <a:pt x="1482102" y="679363"/>
                  </a:lnTo>
                  <a:lnTo>
                    <a:pt x="0" y="679363"/>
                  </a:lnTo>
                  <a:lnTo>
                    <a:pt x="8280" y="597226"/>
                  </a:lnTo>
                  <a:cubicBezTo>
                    <a:pt x="78025" y="256390"/>
                    <a:pt x="379596" y="0"/>
                    <a:pt x="741051" y="0"/>
                  </a:cubicBezTo>
                  <a:close/>
                </a:path>
              </a:pathLst>
            </a:cu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dirty="0">
                <a:solidFill>
                  <a:schemeClr val="tx1">
                    <a:lumMod val="65000"/>
                    <a:lumOff val="35000"/>
                  </a:schemeClr>
                </a:solidFill>
                <a:latin typeface="AvenirNext LT Pro Medium" panose="020B0504020202020204" pitchFamily="34" charset="0"/>
              </a:endParaRPr>
            </a:p>
          </p:txBody>
        </p:sp>
        <p:sp>
          <p:nvSpPr>
            <p:cNvPr id="68" name="Freeform: Shape 43">
              <a:extLst>
                <a:ext uri="{FF2B5EF4-FFF2-40B4-BE49-F238E27FC236}">
                  <a16:creationId xmlns:a16="http://schemas.microsoft.com/office/drawing/2014/main" id="{8C930A72-C529-4D5D-B460-A5A5375F98E7}"/>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19394" y="15241"/>
              <a:ext cx="2190406" cy="3331191"/>
            </a:xfrm>
            <a:custGeom>
              <a:avLst/>
              <a:gdLst>
                <a:gd name="connsiteX0" fmla="*/ 0 w 3296088"/>
                <a:gd name="connsiteY0" fmla="*/ 5012722 h 5012722"/>
                <a:gd name="connsiteX1" fmla="*/ 244031 w 3296088"/>
                <a:gd name="connsiteY1" fmla="*/ 4820222 h 5012722"/>
                <a:gd name="connsiteX2" fmla="*/ 729234 w 3296088"/>
                <a:gd name="connsiteY2" fmla="*/ 4360641 h 5012722"/>
                <a:gd name="connsiteX3" fmla="*/ 881444 w 3296088"/>
                <a:gd name="connsiteY3" fmla="*/ 4173950 h 5012722"/>
                <a:gd name="connsiteX4" fmla="*/ 1151287 w 3296088"/>
                <a:gd name="connsiteY4" fmla="*/ 3972877 h 5012722"/>
                <a:gd name="connsiteX5" fmla="*/ 1498664 w 3296088"/>
                <a:gd name="connsiteY5" fmla="*/ 3786188 h 5012722"/>
                <a:gd name="connsiteX6" fmla="*/ 1716881 w 3296088"/>
                <a:gd name="connsiteY6" fmla="*/ 3674174 h 5012722"/>
                <a:gd name="connsiteX7" fmla="*/ 1913573 w 3296088"/>
                <a:gd name="connsiteY7" fmla="*/ 3477387 h 5012722"/>
                <a:gd name="connsiteX8" fmla="*/ 2167700 w 3296088"/>
                <a:gd name="connsiteY8" fmla="*/ 3042190 h 5012722"/>
                <a:gd name="connsiteX9" fmla="*/ 2273903 w 3296088"/>
                <a:gd name="connsiteY9" fmla="*/ 2775014 h 5012722"/>
                <a:gd name="connsiteX10" fmla="*/ 2463356 w 3296088"/>
                <a:gd name="connsiteY10" fmla="*/ 2335530 h 5012722"/>
                <a:gd name="connsiteX11" fmla="*/ 2741866 w 3296088"/>
                <a:gd name="connsiteY11" fmla="*/ 1982248 h 5012722"/>
                <a:gd name="connsiteX12" fmla="*/ 2985897 w 3296088"/>
                <a:gd name="connsiteY12" fmla="*/ 1634681 h 5012722"/>
                <a:gd name="connsiteX13" fmla="*/ 3212687 w 3296088"/>
                <a:gd name="connsiteY13" fmla="*/ 1226820 h 5012722"/>
                <a:gd name="connsiteX14" fmla="*/ 3281553 w 3296088"/>
                <a:gd name="connsiteY14" fmla="*/ 959644 h 5012722"/>
                <a:gd name="connsiteX15" fmla="*/ 3295936 w 3296088"/>
                <a:gd name="connsiteY15" fmla="*/ 701135 h 5012722"/>
                <a:gd name="connsiteX16" fmla="*/ 3267266 w 3296088"/>
                <a:gd name="connsiteY16" fmla="*/ 436817 h 5012722"/>
                <a:gd name="connsiteX17" fmla="*/ 3105341 w 3296088"/>
                <a:gd name="connsiteY17" fmla="*/ 0 h 501272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Lst>
              <a:rect l="l" t="t" r="r" b="b"/>
              <a:pathLst>
                <a:path w="3296088" h="5012722">
                  <a:moveTo>
                    <a:pt x="0" y="5012722"/>
                  </a:moveTo>
                  <a:cubicBezTo>
                    <a:pt x="81820" y="4949095"/>
                    <a:pt x="163544" y="4885468"/>
                    <a:pt x="244031" y="4820222"/>
                  </a:cubicBezTo>
                  <a:cubicBezTo>
                    <a:pt x="417671" y="4679633"/>
                    <a:pt x="589883" y="4535139"/>
                    <a:pt x="729234" y="4360641"/>
                  </a:cubicBezTo>
                  <a:cubicBezTo>
                    <a:pt x="779431" y="4297776"/>
                    <a:pt x="825818" y="4231958"/>
                    <a:pt x="881444" y="4173950"/>
                  </a:cubicBezTo>
                  <a:cubicBezTo>
                    <a:pt x="959358" y="4092607"/>
                    <a:pt x="1054799" y="4031075"/>
                    <a:pt x="1151287" y="3972877"/>
                  </a:cubicBezTo>
                  <a:cubicBezTo>
                    <a:pt x="1263968" y="3904964"/>
                    <a:pt x="1379315" y="3841337"/>
                    <a:pt x="1498664" y="3786188"/>
                  </a:cubicBezTo>
                  <a:cubicBezTo>
                    <a:pt x="1573149" y="3751802"/>
                    <a:pt x="1649159" y="3720179"/>
                    <a:pt x="1716881" y="3674174"/>
                  </a:cubicBezTo>
                  <a:cubicBezTo>
                    <a:pt x="1794034" y="3621691"/>
                    <a:pt x="1856708" y="3551492"/>
                    <a:pt x="1913573" y="3477387"/>
                  </a:cubicBezTo>
                  <a:cubicBezTo>
                    <a:pt x="2016157" y="3343751"/>
                    <a:pt x="2099024" y="3196114"/>
                    <a:pt x="2167700" y="3042190"/>
                  </a:cubicBezTo>
                  <a:cubicBezTo>
                    <a:pt x="2206752" y="2954655"/>
                    <a:pt x="2241233" y="2865215"/>
                    <a:pt x="2273903" y="2775014"/>
                  </a:cubicBezTo>
                  <a:cubicBezTo>
                    <a:pt x="2328482" y="2624423"/>
                    <a:pt x="2379440" y="2471642"/>
                    <a:pt x="2463356" y="2335530"/>
                  </a:cubicBezTo>
                  <a:cubicBezTo>
                    <a:pt x="2542127" y="2207705"/>
                    <a:pt x="2647855" y="2099501"/>
                    <a:pt x="2741866" y="1982248"/>
                  </a:cubicBezTo>
                  <a:cubicBezTo>
                    <a:pt x="2830449" y="1871758"/>
                    <a:pt x="2908554" y="1753362"/>
                    <a:pt x="2985897" y="1634681"/>
                  </a:cubicBezTo>
                  <a:cubicBezTo>
                    <a:pt x="3071146" y="1503902"/>
                    <a:pt x="3156395" y="1372172"/>
                    <a:pt x="3212687" y="1226820"/>
                  </a:cubicBezTo>
                  <a:cubicBezTo>
                    <a:pt x="3246025" y="1140809"/>
                    <a:pt x="3268790" y="1051084"/>
                    <a:pt x="3281553" y="959644"/>
                  </a:cubicBezTo>
                  <a:cubicBezTo>
                    <a:pt x="3293555" y="874014"/>
                    <a:pt x="3296888" y="787527"/>
                    <a:pt x="3295936" y="701135"/>
                  </a:cubicBezTo>
                  <a:cubicBezTo>
                    <a:pt x="3294888" y="612172"/>
                    <a:pt x="3289268" y="523018"/>
                    <a:pt x="3267266" y="436817"/>
                  </a:cubicBezTo>
                  <a:cubicBezTo>
                    <a:pt x="3227832" y="282416"/>
                    <a:pt x="3105341" y="0"/>
                    <a:pt x="3105341" y="0"/>
                  </a:cubicBezTo>
                </a:path>
              </a:pathLst>
            </a:custGeom>
            <a:noFill/>
            <a:ln w="9525" cap="rnd">
              <a:solidFill>
                <a:schemeClr val="accent2">
                  <a:alpha val="50000"/>
                </a:schemeClr>
              </a:solidFill>
              <a:prstDash val="lgDash"/>
              <a:round/>
            </a:ln>
          </p:spPr>
          <p:txBody>
            <a:bodyPr rtlCol="0" anchor="ctr"/>
            <a:lstStyle/>
            <a:p>
              <a:endParaRPr lang="en-US"/>
            </a:p>
          </p:txBody>
        </p:sp>
        <p:sp>
          <p:nvSpPr>
            <p:cNvPr id="69" name="Freeform: Shape 44">
              <a:extLst>
                <a:ext uri="{FF2B5EF4-FFF2-40B4-BE49-F238E27FC236}">
                  <a16:creationId xmlns:a16="http://schemas.microsoft.com/office/drawing/2014/main" id="{792FE3B2-9E8F-4022-93E8-BAAD0D50BBAE}"/>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10849" y="15178"/>
              <a:ext cx="1978674" cy="3074959"/>
            </a:xfrm>
            <a:custGeom>
              <a:avLst/>
              <a:gdLst>
                <a:gd name="connsiteX0" fmla="*/ 0 w 2977477"/>
                <a:gd name="connsiteY0" fmla="*/ 4627150 h 4627149"/>
                <a:gd name="connsiteX1" fmla="*/ 275082 w 2977477"/>
                <a:gd name="connsiteY1" fmla="*/ 4341590 h 4627149"/>
                <a:gd name="connsiteX2" fmla="*/ 502825 w 2977477"/>
                <a:gd name="connsiteY2" fmla="*/ 4054126 h 4627149"/>
                <a:gd name="connsiteX3" fmla="*/ 666179 w 2977477"/>
                <a:gd name="connsiteY3" fmla="*/ 3890677 h 4627149"/>
                <a:gd name="connsiteX4" fmla="*/ 864203 w 2977477"/>
                <a:gd name="connsiteY4" fmla="*/ 3675983 h 4627149"/>
                <a:gd name="connsiteX5" fmla="*/ 982599 w 2977477"/>
                <a:gd name="connsiteY5" fmla="*/ 3557492 h 4627149"/>
                <a:gd name="connsiteX6" fmla="*/ 1188244 w 2977477"/>
                <a:gd name="connsiteY6" fmla="*/ 3329654 h 4627149"/>
                <a:gd name="connsiteX7" fmla="*/ 1344740 w 2977477"/>
                <a:gd name="connsiteY7" fmla="*/ 3146774 h 4627149"/>
                <a:gd name="connsiteX8" fmla="*/ 1470755 w 2977477"/>
                <a:gd name="connsiteY8" fmla="*/ 2984659 h 4627149"/>
                <a:gd name="connsiteX9" fmla="*/ 1657636 w 2977477"/>
                <a:gd name="connsiteY9" fmla="*/ 2670239 h 4627149"/>
                <a:gd name="connsiteX10" fmla="*/ 1762887 w 2977477"/>
                <a:gd name="connsiteY10" fmla="*/ 2473547 h 4627149"/>
                <a:gd name="connsiteX11" fmla="*/ 1866710 w 2977477"/>
                <a:gd name="connsiteY11" fmla="*/ 2290667 h 4627149"/>
                <a:gd name="connsiteX12" fmla="*/ 2106263 w 2977477"/>
                <a:gd name="connsiteY12" fmla="*/ 2030254 h 4627149"/>
                <a:gd name="connsiteX13" fmla="*/ 2277237 w 2977477"/>
                <a:gd name="connsiteY13" fmla="*/ 1859185 h 4627149"/>
                <a:gd name="connsiteX14" fmla="*/ 2499455 w 2977477"/>
                <a:gd name="connsiteY14" fmla="*/ 1656207 h 4627149"/>
                <a:gd name="connsiteX15" fmla="*/ 2707100 w 2977477"/>
                <a:gd name="connsiteY15" fmla="*/ 1390269 h 4627149"/>
                <a:gd name="connsiteX16" fmla="*/ 2812352 w 2977477"/>
                <a:gd name="connsiteY16" fmla="*/ 1230916 h 4627149"/>
                <a:gd name="connsiteX17" fmla="*/ 2898172 w 2977477"/>
                <a:gd name="connsiteY17" fmla="*/ 1036987 h 4627149"/>
                <a:gd name="connsiteX18" fmla="*/ 2963228 w 2977477"/>
                <a:gd name="connsiteY18" fmla="*/ 850011 h 4627149"/>
                <a:gd name="connsiteX19" fmla="*/ 2977325 w 2977477"/>
                <a:gd name="connsiteY19" fmla="*/ 745427 h 4627149"/>
                <a:gd name="connsiteX20" fmla="*/ 2929509 w 2977477"/>
                <a:gd name="connsiteY20" fmla="*/ 480155 h 4627149"/>
                <a:gd name="connsiteX21" fmla="*/ 2563082 w 2977477"/>
                <a:gd name="connsiteY21" fmla="*/ 0 h 462714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Lst>
              <a:rect l="l" t="t" r="r" b="b"/>
              <a:pathLst>
                <a:path w="2977477" h="4627149">
                  <a:moveTo>
                    <a:pt x="0" y="4627150"/>
                  </a:moveTo>
                  <a:cubicBezTo>
                    <a:pt x="79820" y="4552283"/>
                    <a:pt x="203835" y="4424648"/>
                    <a:pt x="275082" y="4341590"/>
                  </a:cubicBezTo>
                  <a:cubicBezTo>
                    <a:pt x="354711" y="4248722"/>
                    <a:pt x="421005" y="4145090"/>
                    <a:pt x="502825" y="4054126"/>
                  </a:cubicBezTo>
                  <a:cubicBezTo>
                    <a:pt x="554355" y="3996881"/>
                    <a:pt x="612362" y="3945827"/>
                    <a:pt x="666179" y="3890677"/>
                  </a:cubicBezTo>
                  <a:cubicBezTo>
                    <a:pt x="734187" y="3821049"/>
                    <a:pt x="796671" y="3746183"/>
                    <a:pt x="864203" y="3675983"/>
                  </a:cubicBezTo>
                  <a:cubicBezTo>
                    <a:pt x="902875" y="3635788"/>
                    <a:pt x="943642" y="3597593"/>
                    <a:pt x="982599" y="3557492"/>
                  </a:cubicBezTo>
                  <a:cubicBezTo>
                    <a:pt x="1053941" y="3484150"/>
                    <a:pt x="1121378" y="3407093"/>
                    <a:pt x="1188244" y="3329654"/>
                  </a:cubicBezTo>
                  <a:cubicBezTo>
                    <a:pt x="1240631" y="3268885"/>
                    <a:pt x="1293495" y="3208496"/>
                    <a:pt x="1344740" y="3146774"/>
                  </a:cubicBezTo>
                  <a:cubicBezTo>
                    <a:pt x="1388459" y="3094101"/>
                    <a:pt x="1431512" y="3040761"/>
                    <a:pt x="1470755" y="2984659"/>
                  </a:cubicBezTo>
                  <a:cubicBezTo>
                    <a:pt x="1540764" y="2884646"/>
                    <a:pt x="1598771" y="2777109"/>
                    <a:pt x="1657636" y="2670239"/>
                  </a:cubicBezTo>
                  <a:cubicBezTo>
                    <a:pt x="1693545" y="2605088"/>
                    <a:pt x="1728502" y="2539460"/>
                    <a:pt x="1762887" y="2473547"/>
                  </a:cubicBezTo>
                  <a:cubicBezTo>
                    <a:pt x="1795367" y="2411349"/>
                    <a:pt x="1826419" y="2348103"/>
                    <a:pt x="1866710" y="2290667"/>
                  </a:cubicBezTo>
                  <a:cubicBezTo>
                    <a:pt x="1934623" y="2193893"/>
                    <a:pt x="2022729" y="2114169"/>
                    <a:pt x="2106263" y="2030254"/>
                  </a:cubicBezTo>
                  <a:cubicBezTo>
                    <a:pt x="2163128" y="1973104"/>
                    <a:pt x="2218182" y="1914049"/>
                    <a:pt x="2277237" y="1859185"/>
                  </a:cubicBezTo>
                  <a:cubicBezTo>
                    <a:pt x="2350770" y="1790891"/>
                    <a:pt x="2430304" y="1728978"/>
                    <a:pt x="2499455" y="1656207"/>
                  </a:cubicBezTo>
                  <a:cubicBezTo>
                    <a:pt x="2576989" y="1574578"/>
                    <a:pt x="2641568" y="1481900"/>
                    <a:pt x="2707100" y="1390269"/>
                  </a:cubicBezTo>
                  <a:cubicBezTo>
                    <a:pt x="2744153" y="1338453"/>
                    <a:pt x="2781586" y="1286732"/>
                    <a:pt x="2812352" y="1230916"/>
                  </a:cubicBezTo>
                  <a:cubicBezTo>
                    <a:pt x="2846546" y="1168908"/>
                    <a:pt x="2872550" y="1102900"/>
                    <a:pt x="2898172" y="1036987"/>
                  </a:cubicBezTo>
                  <a:cubicBezTo>
                    <a:pt x="2922175" y="975455"/>
                    <a:pt x="2948273" y="914305"/>
                    <a:pt x="2963228" y="850011"/>
                  </a:cubicBezTo>
                  <a:cubicBezTo>
                    <a:pt x="2971229" y="815626"/>
                    <a:pt x="2976563" y="780764"/>
                    <a:pt x="2977325" y="745427"/>
                  </a:cubicBezTo>
                  <a:cubicBezTo>
                    <a:pt x="2979230" y="654844"/>
                    <a:pt x="2963323" y="564261"/>
                    <a:pt x="2929509" y="480155"/>
                  </a:cubicBezTo>
                  <a:cubicBezTo>
                    <a:pt x="2851309" y="285655"/>
                    <a:pt x="2563082" y="0"/>
                    <a:pt x="2563082" y="0"/>
                  </a:cubicBezTo>
                </a:path>
              </a:pathLst>
            </a:custGeom>
            <a:noFill/>
            <a:ln w="9525" cap="rnd">
              <a:solidFill>
                <a:schemeClr val="accent2">
                  <a:alpha val="50000"/>
                </a:schemeClr>
              </a:solidFill>
              <a:prstDash val="lgDash"/>
              <a:round/>
            </a:ln>
          </p:spPr>
          <p:txBody>
            <a:bodyPr rtlCol="0" anchor="ctr"/>
            <a:lstStyle/>
            <a:p>
              <a:endParaRPr lang="en-US"/>
            </a:p>
          </p:txBody>
        </p:sp>
        <p:sp>
          <p:nvSpPr>
            <p:cNvPr id="70" name="Freeform: Shape 45">
              <a:extLst>
                <a:ext uri="{FF2B5EF4-FFF2-40B4-BE49-F238E27FC236}">
                  <a16:creationId xmlns:a16="http://schemas.microsoft.com/office/drawing/2014/main" id="{5F85196A-D084-4219-B329-E5A7032CFD2D}"/>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25092" y="15178"/>
              <a:ext cx="1566146" cy="2737264"/>
            </a:xfrm>
            <a:custGeom>
              <a:avLst/>
              <a:gdLst>
                <a:gd name="connsiteX0" fmla="*/ 1707071 w 2356712"/>
                <a:gd name="connsiteY0" fmla="*/ 0 h 4118991"/>
                <a:gd name="connsiteX1" fmla="*/ 1824514 w 2356712"/>
                <a:gd name="connsiteY1" fmla="*/ 244697 h 4118991"/>
                <a:gd name="connsiteX2" fmla="*/ 1908715 w 2356712"/>
                <a:gd name="connsiteY2" fmla="*/ 328994 h 4118991"/>
                <a:gd name="connsiteX3" fmla="*/ 2226469 w 2356712"/>
                <a:gd name="connsiteY3" fmla="*/ 603695 h 4118991"/>
                <a:gd name="connsiteX4" fmla="*/ 2355628 w 2356712"/>
                <a:gd name="connsiteY4" fmla="*/ 900494 h 4118991"/>
                <a:gd name="connsiteX5" fmla="*/ 2281428 w 2356712"/>
                <a:gd name="connsiteY5" fmla="*/ 1206913 h 4118991"/>
                <a:gd name="connsiteX6" fmla="*/ 2092452 w 2356712"/>
                <a:gd name="connsiteY6" fmla="*/ 1460659 h 4118991"/>
                <a:gd name="connsiteX7" fmla="*/ 1834039 w 2356712"/>
                <a:gd name="connsiteY7" fmla="*/ 1625822 h 4118991"/>
                <a:gd name="connsiteX8" fmla="*/ 1558862 w 2356712"/>
                <a:gd name="connsiteY8" fmla="*/ 1743075 h 4118991"/>
                <a:gd name="connsiteX9" fmla="*/ 1386554 w 2356712"/>
                <a:gd name="connsiteY9" fmla="*/ 1869948 h 4118991"/>
                <a:gd name="connsiteX10" fmla="*/ 1271683 w 2356712"/>
                <a:gd name="connsiteY10" fmla="*/ 2073402 h 4118991"/>
                <a:gd name="connsiteX11" fmla="*/ 1178338 w 2356712"/>
                <a:gd name="connsiteY11" fmla="*/ 2355914 h 4118991"/>
                <a:gd name="connsiteX12" fmla="*/ 1113758 w 2356712"/>
                <a:gd name="connsiteY12" fmla="*/ 2578513 h 4118991"/>
                <a:gd name="connsiteX13" fmla="*/ 1034796 w 2356712"/>
                <a:gd name="connsiteY13" fmla="*/ 2834640 h 4118991"/>
                <a:gd name="connsiteX14" fmla="*/ 905637 w 2356712"/>
                <a:gd name="connsiteY14" fmla="*/ 3081242 h 4118991"/>
                <a:gd name="connsiteX15" fmla="*/ 793147 w 2356712"/>
                <a:gd name="connsiteY15" fmla="*/ 3258407 h 4118991"/>
                <a:gd name="connsiteX16" fmla="*/ 546735 w 2356712"/>
                <a:gd name="connsiteY16" fmla="*/ 3571970 h 4118991"/>
                <a:gd name="connsiteX17" fmla="*/ 346996 w 2356712"/>
                <a:gd name="connsiteY17" fmla="*/ 3771900 h 4118991"/>
                <a:gd name="connsiteX18" fmla="*/ 174689 w 2356712"/>
                <a:gd name="connsiteY18" fmla="*/ 3944207 h 4118991"/>
                <a:gd name="connsiteX19" fmla="*/ 0 w 2356712"/>
                <a:gd name="connsiteY19" fmla="*/ 4118991 h 411899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Lst>
              <a:rect l="l" t="t" r="r" b="b"/>
              <a:pathLst>
                <a:path w="2356712" h="4118991">
                  <a:moveTo>
                    <a:pt x="1707071" y="0"/>
                  </a:moveTo>
                  <a:cubicBezTo>
                    <a:pt x="1715357" y="22098"/>
                    <a:pt x="1812608" y="224409"/>
                    <a:pt x="1824514" y="244697"/>
                  </a:cubicBezTo>
                  <a:cubicBezTo>
                    <a:pt x="1844802" y="279273"/>
                    <a:pt x="1876996" y="304324"/>
                    <a:pt x="1908715" y="328994"/>
                  </a:cubicBezTo>
                  <a:cubicBezTo>
                    <a:pt x="2019967" y="415195"/>
                    <a:pt x="2137886" y="494633"/>
                    <a:pt x="2226469" y="603695"/>
                  </a:cubicBezTo>
                  <a:cubicBezTo>
                    <a:pt x="2296287" y="689610"/>
                    <a:pt x="2347817" y="790480"/>
                    <a:pt x="2355628" y="900494"/>
                  </a:cubicBezTo>
                  <a:cubicBezTo>
                    <a:pt x="2363248" y="1007078"/>
                    <a:pt x="2329910" y="1111187"/>
                    <a:pt x="2281428" y="1206913"/>
                  </a:cubicBezTo>
                  <a:cubicBezTo>
                    <a:pt x="2233422" y="1301877"/>
                    <a:pt x="2170938" y="1388936"/>
                    <a:pt x="2092452" y="1460659"/>
                  </a:cubicBezTo>
                  <a:cubicBezTo>
                    <a:pt x="2016538" y="1530001"/>
                    <a:pt x="1927765" y="1583436"/>
                    <a:pt x="1834039" y="1625822"/>
                  </a:cubicBezTo>
                  <a:cubicBezTo>
                    <a:pt x="1743075" y="1666970"/>
                    <a:pt x="1647730" y="1697736"/>
                    <a:pt x="1558862" y="1743075"/>
                  </a:cubicBezTo>
                  <a:cubicBezTo>
                    <a:pt x="1494758" y="1775841"/>
                    <a:pt x="1434275" y="1816132"/>
                    <a:pt x="1386554" y="1869948"/>
                  </a:cubicBezTo>
                  <a:cubicBezTo>
                    <a:pt x="1334548" y="1928622"/>
                    <a:pt x="1300544" y="2000345"/>
                    <a:pt x="1271683" y="2073402"/>
                  </a:cubicBezTo>
                  <a:cubicBezTo>
                    <a:pt x="1235202" y="2165699"/>
                    <a:pt x="1206722" y="2260759"/>
                    <a:pt x="1178338" y="2355914"/>
                  </a:cubicBezTo>
                  <a:cubicBezTo>
                    <a:pt x="1156240" y="2429923"/>
                    <a:pt x="1134237" y="2504028"/>
                    <a:pt x="1113758" y="2578513"/>
                  </a:cubicBezTo>
                  <a:cubicBezTo>
                    <a:pt x="1090041" y="2664714"/>
                    <a:pt x="1068134" y="2751678"/>
                    <a:pt x="1034796" y="2834640"/>
                  </a:cubicBezTo>
                  <a:cubicBezTo>
                    <a:pt x="1000125" y="2920841"/>
                    <a:pt x="953643" y="3001613"/>
                    <a:pt x="905637" y="3081242"/>
                  </a:cubicBezTo>
                  <a:cubicBezTo>
                    <a:pt x="869442" y="3141155"/>
                    <a:pt x="832295" y="3200400"/>
                    <a:pt x="793147" y="3258407"/>
                  </a:cubicBezTo>
                  <a:cubicBezTo>
                    <a:pt x="718661" y="3368802"/>
                    <a:pt x="637223" y="3474434"/>
                    <a:pt x="546735" y="3571970"/>
                  </a:cubicBezTo>
                  <a:cubicBezTo>
                    <a:pt x="482632" y="3641027"/>
                    <a:pt x="414147" y="3705797"/>
                    <a:pt x="346996" y="3771900"/>
                  </a:cubicBezTo>
                  <a:cubicBezTo>
                    <a:pt x="288989" y="3828764"/>
                    <a:pt x="232029" y="3886676"/>
                    <a:pt x="174689" y="3944207"/>
                  </a:cubicBezTo>
                  <a:cubicBezTo>
                    <a:pt x="116586" y="4002596"/>
                    <a:pt x="58293" y="4060698"/>
                    <a:pt x="0" y="4118991"/>
                  </a:cubicBezTo>
                </a:path>
              </a:pathLst>
            </a:custGeom>
            <a:noFill/>
            <a:ln w="9525" cap="rnd">
              <a:solidFill>
                <a:schemeClr val="accent2">
                  <a:alpha val="50000"/>
                </a:schemeClr>
              </a:solidFill>
              <a:prstDash val="lgDash"/>
              <a:round/>
            </a:ln>
          </p:spPr>
          <p:txBody>
            <a:bodyPr rtlCol="0" anchor="ctr"/>
            <a:lstStyle/>
            <a:p>
              <a:endParaRPr lang="en-US"/>
            </a:p>
          </p:txBody>
        </p:sp>
        <p:sp>
          <p:nvSpPr>
            <p:cNvPr id="71" name="Freeform: Shape 46">
              <a:extLst>
                <a:ext uri="{FF2B5EF4-FFF2-40B4-BE49-F238E27FC236}">
                  <a16:creationId xmlns:a16="http://schemas.microsoft.com/office/drawing/2014/main" id="{B8174307-CBF0-4926-99C3-3072804B320E}"/>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10849" y="15178"/>
              <a:ext cx="1368431" cy="2644975"/>
            </a:xfrm>
            <a:custGeom>
              <a:avLst/>
              <a:gdLst>
                <a:gd name="connsiteX0" fmla="*/ 0 w 2059193"/>
                <a:gd name="connsiteY0" fmla="*/ 3980116 h 3980116"/>
                <a:gd name="connsiteX1" fmla="*/ 471583 w 2059193"/>
                <a:gd name="connsiteY1" fmla="*/ 3515678 h 3980116"/>
                <a:gd name="connsiteX2" fmla="*/ 758666 w 2059193"/>
                <a:gd name="connsiteY2" fmla="*/ 3163824 h 3980116"/>
                <a:gd name="connsiteX3" fmla="*/ 940499 w 2059193"/>
                <a:gd name="connsiteY3" fmla="*/ 2780824 h 3980116"/>
                <a:gd name="connsiteX4" fmla="*/ 1055370 w 2059193"/>
                <a:gd name="connsiteY4" fmla="*/ 2242185 h 3980116"/>
                <a:gd name="connsiteX5" fmla="*/ 1136714 w 2059193"/>
                <a:gd name="connsiteY5" fmla="*/ 1878330 h 3980116"/>
                <a:gd name="connsiteX6" fmla="*/ 1246727 w 2059193"/>
                <a:gd name="connsiteY6" fmla="*/ 1562386 h 3980116"/>
                <a:gd name="connsiteX7" fmla="*/ 1378363 w 2059193"/>
                <a:gd name="connsiteY7" fmla="*/ 1430750 h 3980116"/>
                <a:gd name="connsiteX8" fmla="*/ 1691831 w 2059193"/>
                <a:gd name="connsiteY8" fmla="*/ 1394841 h 3980116"/>
                <a:gd name="connsiteX9" fmla="*/ 1914335 w 2059193"/>
                <a:gd name="connsiteY9" fmla="*/ 1323023 h 3980116"/>
                <a:gd name="connsiteX10" fmla="*/ 2055495 w 2059193"/>
                <a:gd name="connsiteY10" fmla="*/ 1098042 h 3980116"/>
                <a:gd name="connsiteX11" fmla="*/ 2033969 w 2059193"/>
                <a:gd name="connsiteY11" fmla="*/ 930497 h 3980116"/>
                <a:gd name="connsiteX12" fmla="*/ 1885664 w 2059193"/>
                <a:gd name="connsiteY12" fmla="*/ 760571 h 3980116"/>
                <a:gd name="connsiteX13" fmla="*/ 1636871 w 2059193"/>
                <a:gd name="connsiteY13" fmla="*/ 612172 h 3980116"/>
                <a:gd name="connsiteX14" fmla="*/ 1335405 w 2059193"/>
                <a:gd name="connsiteY14" fmla="*/ 459010 h 3980116"/>
                <a:gd name="connsiteX15" fmla="*/ 1234916 w 2059193"/>
                <a:gd name="connsiteY15" fmla="*/ 269939 h 3980116"/>
                <a:gd name="connsiteX16" fmla="*/ 1386935 w 2059193"/>
                <a:gd name="connsiteY16" fmla="*/ 0 h 398011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Lst>
              <a:rect l="l" t="t" r="r" b="b"/>
              <a:pathLst>
                <a:path w="2059193" h="3980116">
                  <a:moveTo>
                    <a:pt x="0" y="3980116"/>
                  </a:moveTo>
                  <a:cubicBezTo>
                    <a:pt x="91345" y="3889534"/>
                    <a:pt x="382715" y="3608737"/>
                    <a:pt x="471583" y="3515678"/>
                  </a:cubicBezTo>
                  <a:cubicBezTo>
                    <a:pt x="576358" y="3405949"/>
                    <a:pt x="675989" y="3290983"/>
                    <a:pt x="758666" y="3163824"/>
                  </a:cubicBezTo>
                  <a:cubicBezTo>
                    <a:pt x="836105" y="3044857"/>
                    <a:pt x="897445" y="2916079"/>
                    <a:pt x="940499" y="2780824"/>
                  </a:cubicBezTo>
                  <a:cubicBezTo>
                    <a:pt x="996315" y="2605754"/>
                    <a:pt x="1020985" y="2422874"/>
                    <a:pt x="1055370" y="2242185"/>
                  </a:cubicBezTo>
                  <a:cubicBezTo>
                    <a:pt x="1078611" y="2120075"/>
                    <a:pt x="1107472" y="1999107"/>
                    <a:pt x="1136714" y="1878330"/>
                  </a:cubicBezTo>
                  <a:cubicBezTo>
                    <a:pt x="1163098" y="1769174"/>
                    <a:pt x="1189482" y="1658588"/>
                    <a:pt x="1246727" y="1562386"/>
                  </a:cubicBezTo>
                  <a:cubicBezTo>
                    <a:pt x="1279208" y="1507808"/>
                    <a:pt x="1321689" y="1459039"/>
                    <a:pt x="1378363" y="1430750"/>
                  </a:cubicBezTo>
                  <a:cubicBezTo>
                    <a:pt x="1473327" y="1383221"/>
                    <a:pt x="1584865" y="1402652"/>
                    <a:pt x="1691831" y="1394841"/>
                  </a:cubicBezTo>
                  <a:cubicBezTo>
                    <a:pt x="1771079" y="1389031"/>
                    <a:pt x="1849279" y="1368266"/>
                    <a:pt x="1914335" y="1323023"/>
                  </a:cubicBezTo>
                  <a:cubicBezTo>
                    <a:pt x="1989963" y="1270445"/>
                    <a:pt x="2041493" y="1189101"/>
                    <a:pt x="2055495" y="1098042"/>
                  </a:cubicBezTo>
                  <a:cubicBezTo>
                    <a:pt x="2064258" y="1041178"/>
                    <a:pt x="2057591" y="982980"/>
                    <a:pt x="2033969" y="930497"/>
                  </a:cubicBezTo>
                  <a:cubicBezTo>
                    <a:pt x="2002727" y="861060"/>
                    <a:pt x="1945958" y="807625"/>
                    <a:pt x="1885664" y="760571"/>
                  </a:cubicBezTo>
                  <a:cubicBezTo>
                    <a:pt x="1809179" y="700945"/>
                    <a:pt x="1725549" y="651415"/>
                    <a:pt x="1636871" y="612172"/>
                  </a:cubicBezTo>
                  <a:cubicBezTo>
                    <a:pt x="1532763" y="566071"/>
                    <a:pt x="1421606" y="532543"/>
                    <a:pt x="1335405" y="459010"/>
                  </a:cubicBezTo>
                  <a:cubicBezTo>
                    <a:pt x="1277969" y="409956"/>
                    <a:pt x="1232059" y="344615"/>
                    <a:pt x="1234916" y="269939"/>
                  </a:cubicBezTo>
                  <a:cubicBezTo>
                    <a:pt x="1237012" y="211741"/>
                    <a:pt x="1386935" y="0"/>
                    <a:pt x="1386935" y="0"/>
                  </a:cubicBezTo>
                </a:path>
              </a:pathLst>
            </a:custGeom>
            <a:noFill/>
            <a:ln w="9525" cap="rnd">
              <a:solidFill>
                <a:schemeClr val="accent2">
                  <a:alpha val="50000"/>
                </a:schemeClr>
              </a:solidFill>
              <a:prstDash val="lgDash"/>
              <a:round/>
            </a:ln>
          </p:spPr>
          <p:txBody>
            <a:bodyPr rtlCol="0" anchor="ctr"/>
            <a:lstStyle/>
            <a:p>
              <a:endParaRPr lang="en-US"/>
            </a:p>
          </p:txBody>
        </p:sp>
        <p:sp>
          <p:nvSpPr>
            <p:cNvPr id="72" name="Freeform: Shape 47">
              <a:extLst>
                <a:ext uri="{FF2B5EF4-FFF2-40B4-BE49-F238E27FC236}">
                  <a16:creationId xmlns:a16="http://schemas.microsoft.com/office/drawing/2014/main" id="{63DDE618-1CD3-4BE5-8742-5D51BBF30D4E}"/>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18825" y="543780"/>
              <a:ext cx="494287" cy="1905590"/>
            </a:xfrm>
            <a:custGeom>
              <a:avLst/>
              <a:gdLst>
                <a:gd name="connsiteX0" fmla="*/ 11144 w 743796"/>
                <a:gd name="connsiteY0" fmla="*/ 0 h 2867501"/>
                <a:gd name="connsiteX1" fmla="*/ 353663 w 743796"/>
                <a:gd name="connsiteY1" fmla="*/ 55245 h 2867501"/>
                <a:gd name="connsiteX2" fmla="*/ 571405 w 743796"/>
                <a:gd name="connsiteY2" fmla="*/ 179737 h 2867501"/>
                <a:gd name="connsiteX3" fmla="*/ 688658 w 743796"/>
                <a:gd name="connsiteY3" fmla="*/ 368808 h 2867501"/>
                <a:gd name="connsiteX4" fmla="*/ 731711 w 743796"/>
                <a:gd name="connsiteY4" fmla="*/ 612934 h 2867501"/>
                <a:gd name="connsiteX5" fmla="*/ 725233 w 743796"/>
                <a:gd name="connsiteY5" fmla="*/ 995648 h 2867501"/>
                <a:gd name="connsiteX6" fmla="*/ 742855 w 743796"/>
                <a:gd name="connsiteY6" fmla="*/ 1499330 h 2867501"/>
                <a:gd name="connsiteX7" fmla="*/ 707898 w 743796"/>
                <a:gd name="connsiteY7" fmla="*/ 1793081 h 2867501"/>
                <a:gd name="connsiteX8" fmla="*/ 633222 w 743796"/>
                <a:gd name="connsiteY8" fmla="*/ 2073592 h 2867501"/>
                <a:gd name="connsiteX9" fmla="*/ 404527 w 743796"/>
                <a:gd name="connsiteY9" fmla="*/ 2472404 h 2867501"/>
                <a:gd name="connsiteX10" fmla="*/ 0 w 743796"/>
                <a:gd name="connsiteY10" fmla="*/ 2867501 h 286750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743796" h="2867501">
                  <a:moveTo>
                    <a:pt x="11144" y="0"/>
                  </a:moveTo>
                  <a:cubicBezTo>
                    <a:pt x="101060" y="2953"/>
                    <a:pt x="268796" y="25146"/>
                    <a:pt x="353663" y="55245"/>
                  </a:cubicBezTo>
                  <a:cubicBezTo>
                    <a:pt x="433483" y="83534"/>
                    <a:pt x="510635" y="120967"/>
                    <a:pt x="571405" y="179737"/>
                  </a:cubicBezTo>
                  <a:cubicBezTo>
                    <a:pt x="625412" y="231934"/>
                    <a:pt x="663607" y="297942"/>
                    <a:pt x="688658" y="368808"/>
                  </a:cubicBezTo>
                  <a:cubicBezTo>
                    <a:pt x="716375" y="447103"/>
                    <a:pt x="727996" y="529876"/>
                    <a:pt x="731711" y="612934"/>
                  </a:cubicBezTo>
                  <a:cubicBezTo>
                    <a:pt x="737426" y="740474"/>
                    <a:pt x="724948" y="867918"/>
                    <a:pt x="725233" y="995648"/>
                  </a:cubicBezTo>
                  <a:cubicBezTo>
                    <a:pt x="725710" y="1163765"/>
                    <a:pt x="748665" y="1331309"/>
                    <a:pt x="742855" y="1499330"/>
                  </a:cubicBezTo>
                  <a:cubicBezTo>
                    <a:pt x="739426" y="1598009"/>
                    <a:pt x="725996" y="1696022"/>
                    <a:pt x="707898" y="1793081"/>
                  </a:cubicBezTo>
                  <a:cubicBezTo>
                    <a:pt x="690086" y="1888426"/>
                    <a:pt x="666845" y="1982724"/>
                    <a:pt x="633222" y="2073592"/>
                  </a:cubicBezTo>
                  <a:cubicBezTo>
                    <a:pt x="579692" y="2218182"/>
                    <a:pt x="499682" y="2351056"/>
                    <a:pt x="404527" y="2472404"/>
                  </a:cubicBezTo>
                  <a:cubicBezTo>
                    <a:pt x="266033" y="2648902"/>
                    <a:pt x="179642" y="2732818"/>
                    <a:pt x="0" y="2867501"/>
                  </a:cubicBezTo>
                </a:path>
              </a:pathLst>
            </a:custGeom>
            <a:noFill/>
            <a:ln w="9525" cap="rnd">
              <a:solidFill>
                <a:schemeClr val="accent2">
                  <a:alpha val="50000"/>
                </a:schemeClr>
              </a:solidFill>
              <a:prstDash val="lgDash"/>
              <a:round/>
            </a:ln>
          </p:spPr>
          <p:txBody>
            <a:bodyPr rtlCol="0" anchor="ctr"/>
            <a:lstStyle/>
            <a:p>
              <a:endParaRPr lang="en-US"/>
            </a:p>
          </p:txBody>
        </p:sp>
        <p:sp>
          <p:nvSpPr>
            <p:cNvPr id="73" name="Freeform: Shape 48">
              <a:extLst>
                <a:ext uri="{FF2B5EF4-FFF2-40B4-BE49-F238E27FC236}">
                  <a16:creationId xmlns:a16="http://schemas.microsoft.com/office/drawing/2014/main" id="{8D73DBA2-8AAA-4F85-81B5-99B96A4710FA}"/>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10849" y="672286"/>
              <a:ext cx="396930" cy="1690303"/>
            </a:xfrm>
            <a:custGeom>
              <a:avLst/>
              <a:gdLst>
                <a:gd name="connsiteX0" fmla="*/ 16478 w 597294"/>
                <a:gd name="connsiteY0" fmla="*/ 2079 h 2543540"/>
                <a:gd name="connsiteX1" fmla="*/ 299847 w 597294"/>
                <a:gd name="connsiteY1" fmla="*/ 53991 h 2543540"/>
                <a:gd name="connsiteX2" fmla="*/ 503206 w 597294"/>
                <a:gd name="connsiteY2" fmla="*/ 291354 h 2543540"/>
                <a:gd name="connsiteX3" fmla="*/ 525113 w 597294"/>
                <a:gd name="connsiteY3" fmla="*/ 724265 h 2543540"/>
                <a:gd name="connsiteX4" fmla="*/ 578930 w 597294"/>
                <a:gd name="connsiteY4" fmla="*/ 1117267 h 2543540"/>
                <a:gd name="connsiteX5" fmla="*/ 592931 w 597294"/>
                <a:gd name="connsiteY5" fmla="*/ 1476359 h 2543540"/>
                <a:gd name="connsiteX6" fmla="*/ 503206 w 597294"/>
                <a:gd name="connsiteY6" fmla="*/ 1859359 h 2543540"/>
                <a:gd name="connsiteX7" fmla="*/ 291846 w 597294"/>
                <a:gd name="connsiteY7" fmla="*/ 2250361 h 2543540"/>
                <a:gd name="connsiteX8" fmla="*/ 0 w 597294"/>
                <a:gd name="connsiteY8" fmla="*/ 2543540 h 254354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597294" h="2543540">
                  <a:moveTo>
                    <a:pt x="16478" y="2079"/>
                  </a:moveTo>
                  <a:cubicBezTo>
                    <a:pt x="101441" y="-6684"/>
                    <a:pt x="224885" y="12557"/>
                    <a:pt x="299847" y="53991"/>
                  </a:cubicBezTo>
                  <a:cubicBezTo>
                    <a:pt x="394240" y="106092"/>
                    <a:pt x="468440" y="189341"/>
                    <a:pt x="503206" y="291354"/>
                  </a:cubicBezTo>
                  <a:cubicBezTo>
                    <a:pt x="550069" y="429085"/>
                    <a:pt x="520827" y="577770"/>
                    <a:pt x="525113" y="724265"/>
                  </a:cubicBezTo>
                  <a:cubicBezTo>
                    <a:pt x="529019" y="856472"/>
                    <a:pt x="561118" y="986012"/>
                    <a:pt x="578930" y="1117267"/>
                  </a:cubicBezTo>
                  <a:cubicBezTo>
                    <a:pt x="595122" y="1236234"/>
                    <a:pt x="602742" y="1356630"/>
                    <a:pt x="592931" y="1476359"/>
                  </a:cubicBezTo>
                  <a:cubicBezTo>
                    <a:pt x="582073" y="1607709"/>
                    <a:pt x="549783" y="1736011"/>
                    <a:pt x="503206" y="1859359"/>
                  </a:cubicBezTo>
                  <a:cubicBezTo>
                    <a:pt x="450628" y="1998710"/>
                    <a:pt x="383857" y="2133298"/>
                    <a:pt x="291846" y="2250361"/>
                  </a:cubicBezTo>
                  <a:cubicBezTo>
                    <a:pt x="231553" y="2327132"/>
                    <a:pt x="73819" y="2479532"/>
                    <a:pt x="0" y="2543540"/>
                  </a:cubicBezTo>
                </a:path>
              </a:pathLst>
            </a:custGeom>
            <a:noFill/>
            <a:ln w="9525" cap="rnd">
              <a:solidFill>
                <a:schemeClr val="accent2">
                  <a:alpha val="50000"/>
                </a:schemeClr>
              </a:solidFill>
              <a:prstDash val="lgDash"/>
              <a:round/>
            </a:ln>
          </p:spPr>
          <p:txBody>
            <a:bodyPr rtlCol="0" anchor="ctr"/>
            <a:lstStyle/>
            <a:p>
              <a:endParaRPr lang="en-US"/>
            </a:p>
          </p:txBody>
        </p:sp>
        <p:sp>
          <p:nvSpPr>
            <p:cNvPr id="74" name="Freeform: Shape 49">
              <a:extLst>
                <a:ext uri="{FF2B5EF4-FFF2-40B4-BE49-F238E27FC236}">
                  <a16:creationId xmlns:a16="http://schemas.microsoft.com/office/drawing/2014/main" id="{BA346AE2-9E14-4CFB-8DD3-0B1633621B14}"/>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23002" y="881264"/>
              <a:ext cx="258791" cy="1336561"/>
            </a:xfrm>
            <a:custGeom>
              <a:avLst/>
              <a:gdLst>
                <a:gd name="connsiteX0" fmla="*/ 0 w 389425"/>
                <a:gd name="connsiteY0" fmla="*/ 33 h 2011236"/>
                <a:gd name="connsiteX1" fmla="*/ 171260 w 389425"/>
                <a:gd name="connsiteY1" fmla="*/ 60326 h 2011236"/>
                <a:gd name="connsiteX2" fmla="*/ 211455 w 389425"/>
                <a:gd name="connsiteY2" fmla="*/ 221204 h 2011236"/>
                <a:gd name="connsiteX3" fmla="*/ 243078 w 389425"/>
                <a:gd name="connsiteY3" fmla="*/ 448089 h 2011236"/>
                <a:gd name="connsiteX4" fmla="*/ 346424 w 389425"/>
                <a:gd name="connsiteY4" fmla="*/ 789941 h 2011236"/>
                <a:gd name="connsiteX5" fmla="*/ 372237 w 389425"/>
                <a:gd name="connsiteY5" fmla="*/ 942151 h 2011236"/>
                <a:gd name="connsiteX6" fmla="*/ 386620 w 389425"/>
                <a:gd name="connsiteY6" fmla="*/ 1272478 h 2011236"/>
                <a:gd name="connsiteX7" fmla="*/ 280416 w 389425"/>
                <a:gd name="connsiteY7" fmla="*/ 1660241 h 2011236"/>
                <a:gd name="connsiteX8" fmla="*/ 151257 w 389425"/>
                <a:gd name="connsiteY8" fmla="*/ 1844073 h 2011236"/>
                <a:gd name="connsiteX9" fmla="*/ 1905 w 389425"/>
                <a:gd name="connsiteY9" fmla="*/ 2011237 h 201123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389425" h="2011236">
                  <a:moveTo>
                    <a:pt x="0" y="33"/>
                  </a:moveTo>
                  <a:cubicBezTo>
                    <a:pt x="57912" y="-824"/>
                    <a:pt x="136112" y="14892"/>
                    <a:pt x="171260" y="60326"/>
                  </a:cubicBezTo>
                  <a:cubicBezTo>
                    <a:pt x="205645" y="104903"/>
                    <a:pt x="207740" y="164244"/>
                    <a:pt x="211455" y="221204"/>
                  </a:cubicBezTo>
                  <a:cubicBezTo>
                    <a:pt x="216408" y="297594"/>
                    <a:pt x="225838" y="373604"/>
                    <a:pt x="243078" y="448089"/>
                  </a:cubicBezTo>
                  <a:cubicBezTo>
                    <a:pt x="269939" y="564199"/>
                    <a:pt x="319183" y="673927"/>
                    <a:pt x="346424" y="789941"/>
                  </a:cubicBezTo>
                  <a:cubicBezTo>
                    <a:pt x="358235" y="840043"/>
                    <a:pt x="365951" y="891097"/>
                    <a:pt x="372237" y="942151"/>
                  </a:cubicBezTo>
                  <a:cubicBezTo>
                    <a:pt x="385858" y="1051784"/>
                    <a:pt x="394049" y="1162274"/>
                    <a:pt x="386620" y="1272478"/>
                  </a:cubicBezTo>
                  <a:cubicBezTo>
                    <a:pt x="377476" y="1407828"/>
                    <a:pt x="344996" y="1541178"/>
                    <a:pt x="280416" y="1660241"/>
                  </a:cubicBezTo>
                  <a:cubicBezTo>
                    <a:pt x="244602" y="1726249"/>
                    <a:pt x="199358" y="1786352"/>
                    <a:pt x="151257" y="1844073"/>
                  </a:cubicBezTo>
                  <a:cubicBezTo>
                    <a:pt x="79534" y="1930084"/>
                    <a:pt x="89345" y="1941419"/>
                    <a:pt x="1905" y="2011237"/>
                  </a:cubicBezTo>
                </a:path>
              </a:pathLst>
            </a:custGeom>
            <a:noFill/>
            <a:ln w="9525" cap="rnd">
              <a:solidFill>
                <a:schemeClr val="accent2">
                  <a:alpha val="50000"/>
                </a:schemeClr>
              </a:solidFill>
              <a:prstDash val="lgDash"/>
              <a:round/>
            </a:ln>
          </p:spPr>
          <p:txBody>
            <a:bodyPr rtlCol="0" anchor="ctr"/>
            <a:lstStyle/>
            <a:p>
              <a:endParaRPr lang="en-US" dirty="0"/>
            </a:p>
          </p:txBody>
        </p:sp>
      </p:grpSp>
      <p:sp>
        <p:nvSpPr>
          <p:cNvPr id="2" name="Title 1">
            <a:extLst>
              <a:ext uri="{FF2B5EF4-FFF2-40B4-BE49-F238E27FC236}">
                <a16:creationId xmlns:a16="http://schemas.microsoft.com/office/drawing/2014/main" id="{5412BC0E-D07C-81E6-CAE5-5CC7420720A3}"/>
              </a:ext>
            </a:extLst>
          </p:cNvPr>
          <p:cNvSpPr>
            <a:spLocks noGrp="1"/>
          </p:cNvSpPr>
          <p:nvPr>
            <p:ph type="title"/>
          </p:nvPr>
        </p:nvSpPr>
        <p:spPr>
          <a:xfrm>
            <a:off x="1198182" y="559813"/>
            <a:ext cx="5605358" cy="1664573"/>
          </a:xfrm>
        </p:spPr>
        <p:txBody>
          <a:bodyPr>
            <a:normAutofit/>
          </a:bodyPr>
          <a:lstStyle/>
          <a:p>
            <a:r>
              <a:rPr lang="en-US" dirty="0"/>
              <a:t>Motivation</a:t>
            </a:r>
          </a:p>
        </p:txBody>
      </p:sp>
      <p:pic>
        <p:nvPicPr>
          <p:cNvPr id="7" name="Picture 6" descr="A diagram of blockchain approach&#10;&#10;AI-generated content may be incorrect.">
            <a:extLst>
              <a:ext uri="{FF2B5EF4-FFF2-40B4-BE49-F238E27FC236}">
                <a16:creationId xmlns:a16="http://schemas.microsoft.com/office/drawing/2014/main" id="{0EFF26C5-71FD-83AC-7E59-FB06F1B37E66}"/>
              </a:ext>
            </a:extLst>
          </p:cNvPr>
          <p:cNvPicPr>
            <a:picLocks noChangeAspect="1"/>
          </p:cNvPicPr>
          <p:nvPr/>
        </p:nvPicPr>
        <p:blipFill>
          <a:blip r:embed="rId2"/>
          <a:stretch>
            <a:fillRect/>
          </a:stretch>
        </p:blipFill>
        <p:spPr>
          <a:xfrm>
            <a:off x="7323200" y="567942"/>
            <a:ext cx="4516319" cy="5716862"/>
          </a:xfrm>
          <a:prstGeom prst="rect">
            <a:avLst/>
          </a:prstGeom>
        </p:spPr>
      </p:pic>
      <p:grpSp>
        <p:nvGrpSpPr>
          <p:cNvPr id="75" name="Bottom Right">
            <a:extLst>
              <a:ext uri="{FF2B5EF4-FFF2-40B4-BE49-F238E27FC236}">
                <a16:creationId xmlns:a16="http://schemas.microsoft.com/office/drawing/2014/main" id="{DD2E06CA-048F-403F-AD47-B098C0A25DA6}"/>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7980400" y="3276601"/>
            <a:ext cx="4211600" cy="3581399"/>
            <a:chOff x="7980400" y="3276601"/>
            <a:chExt cx="4211600" cy="3581399"/>
          </a:xfrm>
        </p:grpSpPr>
        <p:sp>
          <p:nvSpPr>
            <p:cNvPr id="76" name="Freeform: Shape 52">
              <a:extLst>
                <a:ext uri="{FF2B5EF4-FFF2-40B4-BE49-F238E27FC236}">
                  <a16:creationId xmlns:a16="http://schemas.microsoft.com/office/drawing/2014/main" id="{324E2410-B321-4174-8C27-7749F2A57F79}"/>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10439256" y="6178637"/>
              <a:ext cx="1482102" cy="679363"/>
            </a:xfrm>
            <a:custGeom>
              <a:avLst/>
              <a:gdLst>
                <a:gd name="connsiteX0" fmla="*/ 741051 w 1482102"/>
                <a:gd name="connsiteY0" fmla="*/ 0 h 679363"/>
                <a:gd name="connsiteX1" fmla="*/ 1473822 w 1482102"/>
                <a:gd name="connsiteY1" fmla="*/ 597226 h 679363"/>
                <a:gd name="connsiteX2" fmla="*/ 1482102 w 1482102"/>
                <a:gd name="connsiteY2" fmla="*/ 679363 h 679363"/>
                <a:gd name="connsiteX3" fmla="*/ 0 w 1482102"/>
                <a:gd name="connsiteY3" fmla="*/ 679363 h 679363"/>
                <a:gd name="connsiteX4" fmla="*/ 8280 w 1482102"/>
                <a:gd name="connsiteY4" fmla="*/ 597226 h 679363"/>
                <a:gd name="connsiteX5" fmla="*/ 741051 w 1482102"/>
                <a:gd name="connsiteY5" fmla="*/ 0 h 67936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1482102" h="679363">
                  <a:moveTo>
                    <a:pt x="741051" y="0"/>
                  </a:moveTo>
                  <a:cubicBezTo>
                    <a:pt x="1102506" y="0"/>
                    <a:pt x="1404077" y="256390"/>
                    <a:pt x="1473822" y="597226"/>
                  </a:cubicBezTo>
                  <a:lnTo>
                    <a:pt x="1482102" y="679363"/>
                  </a:lnTo>
                  <a:lnTo>
                    <a:pt x="0" y="679363"/>
                  </a:lnTo>
                  <a:lnTo>
                    <a:pt x="8280" y="597226"/>
                  </a:lnTo>
                  <a:cubicBezTo>
                    <a:pt x="78025" y="256390"/>
                    <a:pt x="379596" y="0"/>
                    <a:pt x="741051" y="0"/>
                  </a:cubicBezTo>
                  <a:close/>
                </a:path>
              </a:pathLst>
            </a:cu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dirty="0">
                <a:solidFill>
                  <a:schemeClr val="tx1">
                    <a:lumMod val="65000"/>
                    <a:lumOff val="35000"/>
                  </a:schemeClr>
                </a:solidFill>
                <a:latin typeface="AvenirNext LT Pro Medium" panose="020B0504020202020204" pitchFamily="34" charset="0"/>
              </a:endParaRPr>
            </a:p>
          </p:txBody>
        </p:sp>
        <p:grpSp>
          <p:nvGrpSpPr>
            <p:cNvPr id="54" name="Graphic 157">
              <a:extLst>
                <a:ext uri="{FF2B5EF4-FFF2-40B4-BE49-F238E27FC236}">
                  <a16:creationId xmlns:a16="http://schemas.microsoft.com/office/drawing/2014/main" id="{EE03354E-6E8A-4926-8545-B6B873F1F278}"/>
                </a:ext>
                <a:ext uri="{C183D7F6-B498-43B3-948B-1728B52AA6E4}">
                  <adec:decorative xmlns:adec="http://schemas.microsoft.com/office/drawing/2017/decorative" val="1"/>
                </a:ext>
              </a:extLst>
            </p:cNvPr>
            <p:cNvGrpSpPr/>
            <p:nvPr>
              <p:extLst>
                <p:ext uri="{386F3935-93C4-4BCD-93E2-E3B085C9AB24}">
                  <p16:designElem xmlns:p16="http://schemas.microsoft.com/office/powerpoint/2015/main" val="1"/>
                </p:ext>
              </p:extLst>
            </p:nvPr>
          </p:nvGrpSpPr>
          <p:grpSpPr>
            <a:xfrm>
              <a:off x="8662740" y="3276601"/>
              <a:ext cx="3529260" cy="3581398"/>
              <a:chOff x="4114800" y="1423987"/>
              <a:chExt cx="3961542" cy="4007547"/>
            </a:xfrm>
            <a:noFill/>
          </p:grpSpPr>
          <p:sp>
            <p:nvSpPr>
              <p:cNvPr id="77" name="Freeform: Shape 55">
                <a:extLst>
                  <a:ext uri="{FF2B5EF4-FFF2-40B4-BE49-F238E27FC236}">
                    <a16:creationId xmlns:a16="http://schemas.microsoft.com/office/drawing/2014/main" id="{5BBCAC88-02AA-4773-A48A-D144EA52EE5F}"/>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4114800" y="1423987"/>
                <a:ext cx="3946874" cy="3989641"/>
              </a:xfrm>
              <a:custGeom>
                <a:avLst/>
                <a:gdLst>
                  <a:gd name="connsiteX0" fmla="*/ 0 w 3946874"/>
                  <a:gd name="connsiteY0" fmla="*/ 3989641 h 3989641"/>
                  <a:gd name="connsiteX1" fmla="*/ 79439 w 3946874"/>
                  <a:gd name="connsiteY1" fmla="*/ 3891153 h 3989641"/>
                  <a:gd name="connsiteX2" fmla="*/ 297371 w 3946874"/>
                  <a:gd name="connsiteY2" fmla="*/ 3626930 h 3989641"/>
                  <a:gd name="connsiteX3" fmla="*/ 454343 w 3946874"/>
                  <a:gd name="connsiteY3" fmla="*/ 3440335 h 3989641"/>
                  <a:gd name="connsiteX4" fmla="*/ 622363 w 3946874"/>
                  <a:gd name="connsiteY4" fmla="*/ 3290697 h 3989641"/>
                  <a:gd name="connsiteX5" fmla="*/ 927068 w 3946874"/>
                  <a:gd name="connsiteY5" fmla="*/ 3087434 h 3989641"/>
                  <a:gd name="connsiteX6" fmla="*/ 1176338 w 3946874"/>
                  <a:gd name="connsiteY6" fmla="*/ 2915603 h 3989641"/>
                  <a:gd name="connsiteX7" fmla="*/ 1394270 w 3946874"/>
                  <a:gd name="connsiteY7" fmla="*/ 2780729 h 3989641"/>
                  <a:gd name="connsiteX8" fmla="*/ 1601057 w 3946874"/>
                  <a:gd name="connsiteY8" fmla="*/ 2723483 h 3989641"/>
                  <a:gd name="connsiteX9" fmla="*/ 1756220 w 3946874"/>
                  <a:gd name="connsiteY9" fmla="*/ 2743772 h 3989641"/>
                  <a:gd name="connsiteX10" fmla="*/ 1889189 w 3946874"/>
                  <a:gd name="connsiteY10" fmla="*/ 2765965 h 3989641"/>
                  <a:gd name="connsiteX11" fmla="*/ 2007394 w 3946874"/>
                  <a:gd name="connsiteY11" fmla="*/ 2765965 h 3989641"/>
                  <a:gd name="connsiteX12" fmla="*/ 2184654 w 3946874"/>
                  <a:gd name="connsiteY12" fmla="*/ 2671763 h 3989641"/>
                  <a:gd name="connsiteX13" fmla="*/ 2372773 w 3946874"/>
                  <a:gd name="connsiteY13" fmla="*/ 2538984 h 3989641"/>
                  <a:gd name="connsiteX14" fmla="*/ 2439543 w 3946874"/>
                  <a:gd name="connsiteY14" fmla="*/ 2510504 h 3989641"/>
                  <a:gd name="connsiteX15" fmla="*/ 2650617 w 3946874"/>
                  <a:gd name="connsiteY15" fmla="*/ 2434781 h 3989641"/>
                  <a:gd name="connsiteX16" fmla="*/ 2785110 w 3946874"/>
                  <a:gd name="connsiteY16" fmla="*/ 2383060 h 3989641"/>
                  <a:gd name="connsiteX17" fmla="*/ 2897315 w 3946874"/>
                  <a:gd name="connsiteY17" fmla="*/ 2318861 h 3989641"/>
                  <a:gd name="connsiteX18" fmla="*/ 2997994 w 3946874"/>
                  <a:gd name="connsiteY18" fmla="*/ 2226183 h 3989641"/>
                  <a:gd name="connsiteX19" fmla="*/ 3061240 w 3946874"/>
                  <a:gd name="connsiteY19" fmla="*/ 2141506 h 3989641"/>
                  <a:gd name="connsiteX20" fmla="*/ 3152108 w 3946874"/>
                  <a:gd name="connsiteY20" fmla="*/ 2005203 h 3989641"/>
                  <a:gd name="connsiteX21" fmla="*/ 3274124 w 3946874"/>
                  <a:gd name="connsiteY21" fmla="*/ 1871567 h 3989641"/>
                  <a:gd name="connsiteX22" fmla="*/ 3388138 w 3946874"/>
                  <a:gd name="connsiteY22" fmla="*/ 1770888 h 3989641"/>
                  <a:gd name="connsiteX23" fmla="*/ 3466529 w 3946874"/>
                  <a:gd name="connsiteY23" fmla="*/ 1679162 h 3989641"/>
                  <a:gd name="connsiteX24" fmla="*/ 3538633 w 3946874"/>
                  <a:gd name="connsiteY24" fmla="*/ 1551718 h 3989641"/>
                  <a:gd name="connsiteX25" fmla="*/ 3588544 w 3946874"/>
                  <a:gd name="connsiteY25" fmla="*/ 1376172 h 3989641"/>
                  <a:gd name="connsiteX26" fmla="*/ 3597402 w 3946874"/>
                  <a:gd name="connsiteY26" fmla="*/ 1293305 h 3989641"/>
                  <a:gd name="connsiteX27" fmla="*/ 3721227 w 3946874"/>
                  <a:gd name="connsiteY27" fmla="*/ 880491 h 3989641"/>
                  <a:gd name="connsiteX28" fmla="*/ 3761137 w 3946874"/>
                  <a:gd name="connsiteY28" fmla="*/ 463677 h 3989641"/>
                  <a:gd name="connsiteX29" fmla="*/ 3946874 w 3946874"/>
                  <a:gd name="connsiteY29" fmla="*/ 0 h 398964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Lst>
                <a:rect l="l" t="t" r="r" b="b"/>
                <a:pathLst>
                  <a:path w="3946874" h="3989641">
                    <a:moveTo>
                      <a:pt x="0" y="3989641"/>
                    </a:moveTo>
                    <a:cubicBezTo>
                      <a:pt x="19050" y="3957257"/>
                      <a:pt x="50959" y="3916013"/>
                      <a:pt x="79439" y="3891153"/>
                    </a:cubicBezTo>
                    <a:cubicBezTo>
                      <a:pt x="165544" y="3815906"/>
                      <a:pt x="227933" y="3717989"/>
                      <a:pt x="297371" y="3626930"/>
                    </a:cubicBezTo>
                    <a:cubicBezTo>
                      <a:pt x="346615" y="3562255"/>
                      <a:pt x="398050" y="3499009"/>
                      <a:pt x="454343" y="3440335"/>
                    </a:cubicBezTo>
                    <a:cubicBezTo>
                      <a:pt x="506349" y="3386042"/>
                      <a:pt x="562642" y="3336227"/>
                      <a:pt x="622363" y="3290697"/>
                    </a:cubicBezTo>
                    <a:cubicBezTo>
                      <a:pt x="719519" y="3216688"/>
                      <a:pt x="824960" y="3154585"/>
                      <a:pt x="927068" y="3087434"/>
                    </a:cubicBezTo>
                    <a:cubicBezTo>
                      <a:pt x="1011365" y="3031998"/>
                      <a:pt x="1093565" y="2973324"/>
                      <a:pt x="1176338" y="2915603"/>
                    </a:cubicBezTo>
                    <a:cubicBezTo>
                      <a:pt x="1246537" y="2866644"/>
                      <a:pt x="1317308" y="2818066"/>
                      <a:pt x="1394270" y="2780729"/>
                    </a:cubicBezTo>
                    <a:cubicBezTo>
                      <a:pt x="1459421" y="2749106"/>
                      <a:pt x="1528763" y="2724436"/>
                      <a:pt x="1601057" y="2723483"/>
                    </a:cubicBezTo>
                    <a:cubicBezTo>
                      <a:pt x="1653350" y="2722721"/>
                      <a:pt x="1704785" y="2733485"/>
                      <a:pt x="1756220" y="2743772"/>
                    </a:cubicBezTo>
                    <a:cubicBezTo>
                      <a:pt x="1800320" y="2752630"/>
                      <a:pt x="1844612" y="2760250"/>
                      <a:pt x="1889189" y="2765965"/>
                    </a:cubicBezTo>
                    <a:cubicBezTo>
                      <a:pt x="1928622" y="2771013"/>
                      <a:pt x="1968437" y="2773299"/>
                      <a:pt x="2007394" y="2765965"/>
                    </a:cubicBezTo>
                    <a:cubicBezTo>
                      <a:pt x="2073878" y="2753487"/>
                      <a:pt x="2130647" y="2712911"/>
                      <a:pt x="2184654" y="2671763"/>
                    </a:cubicBezTo>
                    <a:cubicBezTo>
                      <a:pt x="2245900" y="2625090"/>
                      <a:pt x="2304002" y="2573465"/>
                      <a:pt x="2372773" y="2538984"/>
                    </a:cubicBezTo>
                    <a:cubicBezTo>
                      <a:pt x="2394395" y="2528126"/>
                      <a:pt x="2416874" y="2518982"/>
                      <a:pt x="2439543" y="2510504"/>
                    </a:cubicBezTo>
                    <a:cubicBezTo>
                      <a:pt x="2509552" y="2484215"/>
                      <a:pt x="2580037" y="2459450"/>
                      <a:pt x="2650617" y="2434781"/>
                    </a:cubicBezTo>
                    <a:cubicBezTo>
                      <a:pt x="2695956" y="2418874"/>
                      <a:pt x="2741295" y="2402872"/>
                      <a:pt x="2785110" y="2383060"/>
                    </a:cubicBezTo>
                    <a:cubicBezTo>
                      <a:pt x="2824448" y="2365248"/>
                      <a:pt x="2862358" y="2344198"/>
                      <a:pt x="2897315" y="2318861"/>
                    </a:cubicBezTo>
                    <a:cubicBezTo>
                      <a:pt x="2934367" y="2292096"/>
                      <a:pt x="2968085" y="2260854"/>
                      <a:pt x="2997994" y="2226183"/>
                    </a:cubicBezTo>
                    <a:cubicBezTo>
                      <a:pt x="3020949" y="2199513"/>
                      <a:pt x="3041714" y="2170938"/>
                      <a:pt x="3061240" y="2141506"/>
                    </a:cubicBezTo>
                    <a:cubicBezTo>
                      <a:pt x="3091529" y="2095976"/>
                      <a:pt x="3119533" y="2049018"/>
                      <a:pt x="3152108" y="2005203"/>
                    </a:cubicBezTo>
                    <a:cubicBezTo>
                      <a:pt x="3188113" y="1956626"/>
                      <a:pt x="3229261" y="1912144"/>
                      <a:pt x="3274124" y="1871567"/>
                    </a:cubicBezTo>
                    <a:cubicBezTo>
                      <a:pt x="3311747" y="1837563"/>
                      <a:pt x="3351848" y="1806321"/>
                      <a:pt x="3388138" y="1770888"/>
                    </a:cubicBezTo>
                    <a:cubicBezTo>
                      <a:pt x="3416999" y="1742694"/>
                      <a:pt x="3443002" y="1711833"/>
                      <a:pt x="3466529" y="1679162"/>
                    </a:cubicBezTo>
                    <a:cubicBezTo>
                      <a:pt x="3495008" y="1639348"/>
                      <a:pt x="3519392" y="1596771"/>
                      <a:pt x="3538633" y="1551718"/>
                    </a:cubicBezTo>
                    <a:cubicBezTo>
                      <a:pt x="3562731" y="1495616"/>
                      <a:pt x="3578924" y="1436465"/>
                      <a:pt x="3588544" y="1376172"/>
                    </a:cubicBezTo>
                    <a:cubicBezTo>
                      <a:pt x="3592925" y="1348740"/>
                      <a:pt x="3595688" y="1321022"/>
                      <a:pt x="3597402" y="1293305"/>
                    </a:cubicBezTo>
                    <a:cubicBezTo>
                      <a:pt x="3605974" y="1155859"/>
                      <a:pt x="3717703" y="1018127"/>
                      <a:pt x="3721227" y="880491"/>
                    </a:cubicBezTo>
                    <a:cubicBezTo>
                      <a:pt x="3724751" y="740855"/>
                      <a:pt x="3743135" y="602171"/>
                      <a:pt x="3761137" y="463677"/>
                    </a:cubicBezTo>
                    <a:cubicBezTo>
                      <a:pt x="3776186" y="347758"/>
                      <a:pt x="3934968" y="116205"/>
                      <a:pt x="3946874" y="0"/>
                    </a:cubicBezTo>
                  </a:path>
                </a:pathLst>
              </a:custGeom>
              <a:noFill/>
              <a:ln w="9525" cap="rnd">
                <a:solidFill>
                  <a:schemeClr val="accent2">
                    <a:alpha val="35000"/>
                  </a:schemeClr>
                </a:solidFill>
                <a:prstDash val="lgDash"/>
                <a:round/>
              </a:ln>
            </p:spPr>
            <p:txBody>
              <a:bodyPr rtlCol="0" anchor="ctr"/>
              <a:lstStyle/>
              <a:p>
                <a:endParaRPr lang="en-US"/>
              </a:p>
            </p:txBody>
          </p:sp>
          <p:sp>
            <p:nvSpPr>
              <p:cNvPr id="78" name="Freeform: Shape 56">
                <a:extLst>
                  <a:ext uri="{FF2B5EF4-FFF2-40B4-BE49-F238E27FC236}">
                    <a16:creationId xmlns:a16="http://schemas.microsoft.com/office/drawing/2014/main" id="{6C51D753-137C-455D-97D4-ACCB464D937A}"/>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4395978" y="2441733"/>
                <a:ext cx="3665410" cy="2985611"/>
              </a:xfrm>
              <a:custGeom>
                <a:avLst/>
                <a:gdLst>
                  <a:gd name="connsiteX0" fmla="*/ 0 w 3665410"/>
                  <a:gd name="connsiteY0" fmla="*/ 2985611 h 2985611"/>
                  <a:gd name="connsiteX1" fmla="*/ 166211 w 3665410"/>
                  <a:gd name="connsiteY1" fmla="*/ 2699766 h 2985611"/>
                  <a:gd name="connsiteX2" fmla="*/ 397002 w 3665410"/>
                  <a:gd name="connsiteY2" fmla="*/ 2414969 h 2985611"/>
                  <a:gd name="connsiteX3" fmla="*/ 620173 w 3665410"/>
                  <a:gd name="connsiteY3" fmla="*/ 2237899 h 2985611"/>
                  <a:gd name="connsiteX4" fmla="*/ 823341 w 3665410"/>
                  <a:gd name="connsiteY4" fmla="*/ 2085499 h 2985611"/>
                  <a:gd name="connsiteX5" fmla="*/ 1089565 w 3665410"/>
                  <a:gd name="connsiteY5" fmla="*/ 1911477 h 2985611"/>
                  <a:gd name="connsiteX6" fmla="*/ 1145000 w 3665410"/>
                  <a:gd name="connsiteY6" fmla="*/ 1886807 h 2985611"/>
                  <a:gd name="connsiteX7" fmla="*/ 1375791 w 3665410"/>
                  <a:gd name="connsiteY7" fmla="*/ 1842135 h 2985611"/>
                  <a:gd name="connsiteX8" fmla="*/ 1486567 w 3665410"/>
                  <a:gd name="connsiteY8" fmla="*/ 1857566 h 2985611"/>
                  <a:gd name="connsiteX9" fmla="*/ 1568101 w 3665410"/>
                  <a:gd name="connsiteY9" fmla="*/ 1871377 h 2985611"/>
                  <a:gd name="connsiteX10" fmla="*/ 1810607 w 3665410"/>
                  <a:gd name="connsiteY10" fmla="*/ 1871377 h 2985611"/>
                  <a:gd name="connsiteX11" fmla="*/ 1997964 w 3665410"/>
                  <a:gd name="connsiteY11" fmla="*/ 1790605 h 2985611"/>
                  <a:gd name="connsiteX12" fmla="*/ 2109883 w 3665410"/>
                  <a:gd name="connsiteY12" fmla="*/ 1702784 h 2985611"/>
                  <a:gd name="connsiteX13" fmla="*/ 2321433 w 3665410"/>
                  <a:gd name="connsiteY13" fmla="*/ 1552384 h 2985611"/>
                  <a:gd name="connsiteX14" fmla="*/ 2558891 w 3665410"/>
                  <a:gd name="connsiteY14" fmla="*/ 1453420 h 2985611"/>
                  <a:gd name="connsiteX15" fmla="*/ 2709767 w 3665410"/>
                  <a:gd name="connsiteY15" fmla="*/ 1377887 h 2985611"/>
                  <a:gd name="connsiteX16" fmla="*/ 2885408 w 3665410"/>
                  <a:gd name="connsiteY16" fmla="*/ 1237393 h 2985611"/>
                  <a:gd name="connsiteX17" fmla="*/ 3017711 w 3665410"/>
                  <a:gd name="connsiteY17" fmla="*/ 1072229 h 2985611"/>
                  <a:gd name="connsiteX18" fmla="*/ 3150680 w 3665410"/>
                  <a:gd name="connsiteY18" fmla="*/ 921830 h 2985611"/>
                  <a:gd name="connsiteX19" fmla="*/ 3255169 w 3665410"/>
                  <a:gd name="connsiteY19" fmla="*/ 801815 h 2985611"/>
                  <a:gd name="connsiteX20" fmla="*/ 3339275 w 3665410"/>
                  <a:gd name="connsiteY20" fmla="*/ 694182 h 2985611"/>
                  <a:gd name="connsiteX21" fmla="*/ 3409188 w 3665410"/>
                  <a:gd name="connsiteY21" fmla="*/ 546926 h 2985611"/>
                  <a:gd name="connsiteX22" fmla="*/ 3464243 w 3665410"/>
                  <a:gd name="connsiteY22" fmla="*/ 347663 h 2985611"/>
                  <a:gd name="connsiteX23" fmla="*/ 3665411 w 3665410"/>
                  <a:gd name="connsiteY23" fmla="*/ 0 h 298561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Lst>
                <a:rect l="l" t="t" r="r" b="b"/>
                <a:pathLst>
                  <a:path w="3665410" h="2985611">
                    <a:moveTo>
                      <a:pt x="0" y="2985611"/>
                    </a:moveTo>
                    <a:cubicBezTo>
                      <a:pt x="0" y="2985611"/>
                      <a:pt x="86773" y="2802827"/>
                      <a:pt x="166211" y="2699766"/>
                    </a:cubicBezTo>
                    <a:cubicBezTo>
                      <a:pt x="240983" y="2602706"/>
                      <a:pt x="309182" y="2500122"/>
                      <a:pt x="397002" y="2414969"/>
                    </a:cubicBezTo>
                    <a:cubicBezTo>
                      <a:pt x="465296" y="2348865"/>
                      <a:pt x="543592" y="2294477"/>
                      <a:pt x="620173" y="2237899"/>
                    </a:cubicBezTo>
                    <a:cubicBezTo>
                      <a:pt x="688277" y="2187607"/>
                      <a:pt x="755333" y="2135886"/>
                      <a:pt x="823341" y="2085499"/>
                    </a:cubicBezTo>
                    <a:cubicBezTo>
                      <a:pt x="908685" y="2022253"/>
                      <a:pt x="994791" y="1959197"/>
                      <a:pt x="1089565" y="1911477"/>
                    </a:cubicBezTo>
                    <a:cubicBezTo>
                      <a:pt x="1107662" y="1902428"/>
                      <a:pt x="1126141" y="1894141"/>
                      <a:pt x="1145000" y="1886807"/>
                    </a:cubicBezTo>
                    <a:cubicBezTo>
                      <a:pt x="1218819" y="1858232"/>
                      <a:pt x="1296924" y="1838611"/>
                      <a:pt x="1375791" y="1842135"/>
                    </a:cubicBezTo>
                    <a:cubicBezTo>
                      <a:pt x="1413129" y="1843754"/>
                      <a:pt x="1449896" y="1850422"/>
                      <a:pt x="1486567" y="1857566"/>
                    </a:cubicBezTo>
                    <a:cubicBezTo>
                      <a:pt x="1513618" y="1862804"/>
                      <a:pt x="1540859" y="1867376"/>
                      <a:pt x="1568101" y="1871377"/>
                    </a:cubicBezTo>
                    <a:cubicBezTo>
                      <a:pt x="1648778" y="1883188"/>
                      <a:pt x="1730978" y="1887665"/>
                      <a:pt x="1810607" y="1871377"/>
                    </a:cubicBezTo>
                    <a:cubicBezTo>
                      <a:pt x="1877854" y="1857661"/>
                      <a:pt x="1941100" y="1829086"/>
                      <a:pt x="1997964" y="1790605"/>
                    </a:cubicBezTo>
                    <a:cubicBezTo>
                      <a:pt x="2037302" y="1764030"/>
                      <a:pt x="2073497" y="1733264"/>
                      <a:pt x="2109883" y="1702784"/>
                    </a:cubicBezTo>
                    <a:cubicBezTo>
                      <a:pt x="2176367" y="1647063"/>
                      <a:pt x="2244852" y="1593151"/>
                      <a:pt x="2321433" y="1552384"/>
                    </a:cubicBezTo>
                    <a:cubicBezTo>
                      <a:pt x="2397157" y="1512094"/>
                      <a:pt x="2479548" y="1486281"/>
                      <a:pt x="2558891" y="1453420"/>
                    </a:cubicBezTo>
                    <a:cubicBezTo>
                      <a:pt x="2610898" y="1431798"/>
                      <a:pt x="2661571" y="1407033"/>
                      <a:pt x="2709767" y="1377887"/>
                    </a:cubicBezTo>
                    <a:cubicBezTo>
                      <a:pt x="2774252" y="1338929"/>
                      <a:pt x="2834069" y="1292447"/>
                      <a:pt x="2885408" y="1237393"/>
                    </a:cubicBezTo>
                    <a:cubicBezTo>
                      <a:pt x="2933605" y="1185767"/>
                      <a:pt x="2973324" y="1127093"/>
                      <a:pt x="3017711" y="1072229"/>
                    </a:cubicBezTo>
                    <a:cubicBezTo>
                      <a:pt x="3059811" y="1020223"/>
                      <a:pt x="3105912" y="971645"/>
                      <a:pt x="3150680" y="921830"/>
                    </a:cubicBezTo>
                    <a:cubicBezTo>
                      <a:pt x="3186113" y="882396"/>
                      <a:pt x="3220593" y="842010"/>
                      <a:pt x="3255169" y="801815"/>
                    </a:cubicBezTo>
                    <a:cubicBezTo>
                      <a:pt x="3284887" y="767239"/>
                      <a:pt x="3314605" y="732473"/>
                      <a:pt x="3339275" y="694182"/>
                    </a:cubicBezTo>
                    <a:cubicBezTo>
                      <a:pt x="3368707" y="648367"/>
                      <a:pt x="3390138" y="597980"/>
                      <a:pt x="3409188" y="546926"/>
                    </a:cubicBezTo>
                    <a:cubicBezTo>
                      <a:pt x="3433382" y="482156"/>
                      <a:pt x="3453384" y="415861"/>
                      <a:pt x="3464243" y="347663"/>
                    </a:cubicBezTo>
                    <a:cubicBezTo>
                      <a:pt x="3476244" y="272224"/>
                      <a:pt x="3661696" y="76295"/>
                      <a:pt x="3665411" y="0"/>
                    </a:cubicBezTo>
                  </a:path>
                </a:pathLst>
              </a:custGeom>
              <a:noFill/>
              <a:ln w="9525" cap="rnd">
                <a:solidFill>
                  <a:schemeClr val="accent2">
                    <a:alpha val="35000"/>
                  </a:schemeClr>
                </a:solidFill>
                <a:prstDash val="lgDash"/>
                <a:round/>
              </a:ln>
            </p:spPr>
            <p:txBody>
              <a:bodyPr rtlCol="0" anchor="ctr"/>
              <a:lstStyle/>
              <a:p>
                <a:endParaRPr lang="en-US"/>
              </a:p>
            </p:txBody>
          </p:sp>
          <p:sp>
            <p:nvSpPr>
              <p:cNvPr id="79" name="Freeform: Shape 57">
                <a:extLst>
                  <a:ext uri="{FF2B5EF4-FFF2-40B4-BE49-F238E27FC236}">
                    <a16:creationId xmlns:a16="http://schemas.microsoft.com/office/drawing/2014/main" id="{02ABCEE4-D638-4555-AC4A-7E190462FA74}"/>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7790402" y="5229700"/>
                <a:ext cx="285940" cy="199072"/>
              </a:xfrm>
              <a:custGeom>
                <a:avLst/>
                <a:gdLst>
                  <a:gd name="connsiteX0" fmla="*/ 0 w 285940"/>
                  <a:gd name="connsiteY0" fmla="*/ 199073 h 199072"/>
                  <a:gd name="connsiteX1" fmla="*/ 285940 w 285940"/>
                  <a:gd name="connsiteY1" fmla="*/ 0 h 199072"/>
                </a:gdLst>
                <a:ahLst/>
                <a:cxnLst>
                  <a:cxn ang="0">
                    <a:pos x="connsiteX0" y="connsiteY0"/>
                  </a:cxn>
                  <a:cxn ang="0">
                    <a:pos x="connsiteX1" y="connsiteY1"/>
                  </a:cxn>
                </a:cxnLst>
                <a:rect l="l" t="t" r="r" b="b"/>
                <a:pathLst>
                  <a:path w="285940" h="199072">
                    <a:moveTo>
                      <a:pt x="0" y="199073"/>
                    </a:moveTo>
                    <a:cubicBezTo>
                      <a:pt x="0" y="199073"/>
                      <a:pt x="242125" y="39243"/>
                      <a:pt x="285940" y="0"/>
                    </a:cubicBezTo>
                  </a:path>
                </a:pathLst>
              </a:custGeom>
              <a:noFill/>
              <a:ln w="9525" cap="rnd">
                <a:solidFill>
                  <a:schemeClr val="accent2">
                    <a:alpha val="35000"/>
                  </a:schemeClr>
                </a:solidFill>
                <a:prstDash val="lgDash"/>
                <a:round/>
              </a:ln>
            </p:spPr>
            <p:txBody>
              <a:bodyPr rtlCol="0" anchor="ctr"/>
              <a:lstStyle/>
              <a:p>
                <a:endParaRPr lang="en-US"/>
              </a:p>
            </p:txBody>
          </p:sp>
          <p:sp>
            <p:nvSpPr>
              <p:cNvPr id="80" name="Freeform: Shape 58">
                <a:extLst>
                  <a:ext uri="{FF2B5EF4-FFF2-40B4-BE49-F238E27FC236}">
                    <a16:creationId xmlns:a16="http://schemas.microsoft.com/office/drawing/2014/main" id="{2F383AB0-7670-4584-8F01-4324D54BB944}"/>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7393114" y="5049773"/>
                <a:ext cx="655796" cy="381190"/>
              </a:xfrm>
              <a:custGeom>
                <a:avLst/>
                <a:gdLst>
                  <a:gd name="connsiteX0" fmla="*/ 0 w 655796"/>
                  <a:gd name="connsiteY0" fmla="*/ 381190 h 381190"/>
                  <a:gd name="connsiteX1" fmla="*/ 655796 w 655796"/>
                  <a:gd name="connsiteY1" fmla="*/ 0 h 381190"/>
                </a:gdLst>
                <a:ahLst/>
                <a:cxnLst>
                  <a:cxn ang="0">
                    <a:pos x="connsiteX0" y="connsiteY0"/>
                  </a:cxn>
                  <a:cxn ang="0">
                    <a:pos x="connsiteX1" y="connsiteY1"/>
                  </a:cxn>
                </a:cxnLst>
                <a:rect l="l" t="t" r="r" b="b"/>
                <a:pathLst>
                  <a:path w="655796" h="381190">
                    <a:moveTo>
                      <a:pt x="0" y="381190"/>
                    </a:moveTo>
                    <a:cubicBezTo>
                      <a:pt x="0" y="381190"/>
                      <a:pt x="461105" y="172117"/>
                      <a:pt x="655796" y="0"/>
                    </a:cubicBezTo>
                  </a:path>
                </a:pathLst>
              </a:custGeom>
              <a:noFill/>
              <a:ln w="9525" cap="rnd">
                <a:solidFill>
                  <a:schemeClr val="accent2">
                    <a:alpha val="35000"/>
                  </a:schemeClr>
                </a:solidFill>
                <a:prstDash val="lgDash"/>
                <a:round/>
              </a:ln>
            </p:spPr>
            <p:txBody>
              <a:bodyPr rtlCol="0" anchor="ctr"/>
              <a:lstStyle/>
              <a:p>
                <a:endParaRPr lang="en-US"/>
              </a:p>
            </p:txBody>
          </p:sp>
          <p:sp>
            <p:nvSpPr>
              <p:cNvPr id="81" name="Freeform: Shape 59">
                <a:extLst>
                  <a:ext uri="{FF2B5EF4-FFF2-40B4-BE49-F238E27FC236}">
                    <a16:creationId xmlns:a16="http://schemas.microsoft.com/office/drawing/2014/main" id="{4CD1567B-7D6D-497B-8CA8-14D96E01061E}"/>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154072" y="3867816"/>
                <a:ext cx="2907315" cy="1544764"/>
              </a:xfrm>
              <a:custGeom>
                <a:avLst/>
                <a:gdLst>
                  <a:gd name="connsiteX0" fmla="*/ 0 w 2907315"/>
                  <a:gd name="connsiteY0" fmla="*/ 1544764 h 1544764"/>
                  <a:gd name="connsiteX1" fmla="*/ 201644 w 2907315"/>
                  <a:gd name="connsiteY1" fmla="*/ 1352550 h 1544764"/>
                  <a:gd name="connsiteX2" fmla="*/ 423196 w 2907315"/>
                  <a:gd name="connsiteY2" fmla="*/ 1196054 h 1544764"/>
                  <a:gd name="connsiteX3" fmla="*/ 782193 w 2907315"/>
                  <a:gd name="connsiteY3" fmla="*/ 1099947 h 1544764"/>
                  <a:gd name="connsiteX4" fmla="*/ 1052513 w 2907315"/>
                  <a:gd name="connsiteY4" fmla="*/ 1042321 h 1544764"/>
                  <a:gd name="connsiteX5" fmla="*/ 1311783 w 2907315"/>
                  <a:gd name="connsiteY5" fmla="*/ 1056037 h 1544764"/>
                  <a:gd name="connsiteX6" fmla="*/ 1484662 w 2907315"/>
                  <a:gd name="connsiteY6" fmla="*/ 1083469 h 1544764"/>
                  <a:gd name="connsiteX7" fmla="*/ 1788224 w 2907315"/>
                  <a:gd name="connsiteY7" fmla="*/ 1023080 h 1544764"/>
                  <a:gd name="connsiteX8" fmla="*/ 2269045 w 2907315"/>
                  <a:gd name="connsiteY8" fmla="*/ 734758 h 1544764"/>
                  <a:gd name="connsiteX9" fmla="*/ 2534984 w 2907315"/>
                  <a:gd name="connsiteY9" fmla="*/ 572738 h 1544764"/>
                  <a:gd name="connsiteX10" fmla="*/ 2907316 w 2907315"/>
                  <a:gd name="connsiteY10" fmla="*/ 0 h 154476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2907315" h="1544764">
                    <a:moveTo>
                      <a:pt x="0" y="1544764"/>
                    </a:moveTo>
                    <a:cubicBezTo>
                      <a:pt x="0" y="1544764"/>
                      <a:pt x="98012" y="1443990"/>
                      <a:pt x="201644" y="1352550"/>
                    </a:cubicBezTo>
                    <a:cubicBezTo>
                      <a:pt x="271272" y="1291209"/>
                      <a:pt x="343662" y="1234249"/>
                      <a:pt x="423196" y="1196054"/>
                    </a:cubicBezTo>
                    <a:cubicBezTo>
                      <a:pt x="537591" y="1141095"/>
                      <a:pt x="661226" y="1127189"/>
                      <a:pt x="782193" y="1099947"/>
                    </a:cubicBezTo>
                    <a:cubicBezTo>
                      <a:pt x="872300" y="1079659"/>
                      <a:pt x="961358" y="1051370"/>
                      <a:pt x="1052513" y="1042321"/>
                    </a:cubicBezTo>
                    <a:cubicBezTo>
                      <a:pt x="1139000" y="1033653"/>
                      <a:pt x="1225868" y="1040321"/>
                      <a:pt x="1311783" y="1056037"/>
                    </a:cubicBezTo>
                    <a:cubicBezTo>
                      <a:pt x="1369314" y="1066609"/>
                      <a:pt x="1426559" y="1079373"/>
                      <a:pt x="1484662" y="1083469"/>
                    </a:cubicBezTo>
                    <a:cubicBezTo>
                      <a:pt x="1587913" y="1090803"/>
                      <a:pt x="1690402" y="1064800"/>
                      <a:pt x="1788224" y="1023080"/>
                    </a:cubicBezTo>
                    <a:cubicBezTo>
                      <a:pt x="1956721" y="951262"/>
                      <a:pt x="2106549" y="825722"/>
                      <a:pt x="2269045" y="734758"/>
                    </a:cubicBezTo>
                    <a:cubicBezTo>
                      <a:pt x="2359438" y="684181"/>
                      <a:pt x="2452497" y="640556"/>
                      <a:pt x="2534984" y="572738"/>
                    </a:cubicBezTo>
                    <a:cubicBezTo>
                      <a:pt x="2673001" y="459391"/>
                      <a:pt x="2847023" y="191453"/>
                      <a:pt x="2907316" y="0"/>
                    </a:cubicBezTo>
                  </a:path>
                </a:pathLst>
              </a:custGeom>
              <a:noFill/>
              <a:ln w="9525" cap="rnd">
                <a:solidFill>
                  <a:schemeClr val="accent2">
                    <a:alpha val="35000"/>
                  </a:schemeClr>
                </a:solidFill>
                <a:prstDash val="lgDash"/>
                <a:round/>
              </a:ln>
            </p:spPr>
            <p:txBody>
              <a:bodyPr rtlCol="0" anchor="ctr"/>
              <a:lstStyle/>
              <a:p>
                <a:endParaRPr lang="en-US"/>
              </a:p>
            </p:txBody>
          </p:sp>
          <p:sp>
            <p:nvSpPr>
              <p:cNvPr id="82" name="Freeform: Shape 60">
                <a:extLst>
                  <a:ext uri="{FF2B5EF4-FFF2-40B4-BE49-F238E27FC236}">
                    <a16:creationId xmlns:a16="http://schemas.microsoft.com/office/drawing/2014/main" id="{CF3C4A9D-7E63-4D24-B697-23D58B3160A4}"/>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4907946" y="3479100"/>
                <a:ext cx="3168300" cy="1952434"/>
              </a:xfrm>
              <a:custGeom>
                <a:avLst/>
                <a:gdLst>
                  <a:gd name="connsiteX0" fmla="*/ 0 w 3168300"/>
                  <a:gd name="connsiteY0" fmla="*/ 1952435 h 1952434"/>
                  <a:gd name="connsiteX1" fmla="*/ 202121 w 3168300"/>
                  <a:gd name="connsiteY1" fmla="*/ 1687068 h 1952434"/>
                  <a:gd name="connsiteX2" fmla="*/ 545116 w 3168300"/>
                  <a:gd name="connsiteY2" fmla="*/ 1450277 h 1952434"/>
                  <a:gd name="connsiteX3" fmla="*/ 906780 w 3168300"/>
                  <a:gd name="connsiteY3" fmla="*/ 1354455 h 1952434"/>
                  <a:gd name="connsiteX4" fmla="*/ 1332262 w 3168300"/>
                  <a:gd name="connsiteY4" fmla="*/ 1285304 h 1952434"/>
                  <a:gd name="connsiteX5" fmla="*/ 1691259 w 3168300"/>
                  <a:gd name="connsiteY5" fmla="*/ 1240060 h 1952434"/>
                  <a:gd name="connsiteX6" fmla="*/ 2010346 w 3168300"/>
                  <a:gd name="connsiteY6" fmla="*/ 1141667 h 1952434"/>
                  <a:gd name="connsiteX7" fmla="*/ 2393252 w 3168300"/>
                  <a:gd name="connsiteY7" fmla="*/ 1027271 h 1952434"/>
                  <a:gd name="connsiteX8" fmla="*/ 2582037 w 3168300"/>
                  <a:gd name="connsiteY8" fmla="*/ 958120 h 1952434"/>
                  <a:gd name="connsiteX9" fmla="*/ 2760155 w 3168300"/>
                  <a:gd name="connsiteY9" fmla="*/ 827723 h 1952434"/>
                  <a:gd name="connsiteX10" fmla="*/ 2914364 w 3168300"/>
                  <a:gd name="connsiteY10" fmla="*/ 567023 h 1952434"/>
                  <a:gd name="connsiteX11" fmla="*/ 3168301 w 3168300"/>
                  <a:gd name="connsiteY11" fmla="*/ 0 h 195243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3168300" h="1952434">
                    <a:moveTo>
                      <a:pt x="0" y="1952435"/>
                    </a:moveTo>
                    <a:cubicBezTo>
                      <a:pt x="0" y="1952435"/>
                      <a:pt x="91059" y="1796415"/>
                      <a:pt x="202121" y="1687068"/>
                    </a:cubicBezTo>
                    <a:cubicBezTo>
                      <a:pt x="301943" y="1588675"/>
                      <a:pt x="416528" y="1505617"/>
                      <a:pt x="545116" y="1450277"/>
                    </a:cubicBezTo>
                    <a:cubicBezTo>
                      <a:pt x="659987" y="1400747"/>
                      <a:pt x="783622" y="1377601"/>
                      <a:pt x="906780" y="1354455"/>
                    </a:cubicBezTo>
                    <a:cubicBezTo>
                      <a:pt x="1048036" y="1327976"/>
                      <a:pt x="1189482" y="1301972"/>
                      <a:pt x="1332262" y="1285304"/>
                    </a:cubicBezTo>
                    <a:cubicBezTo>
                      <a:pt x="1452182" y="1271302"/>
                      <a:pt x="1573340" y="1265873"/>
                      <a:pt x="1691259" y="1240060"/>
                    </a:cubicBezTo>
                    <a:cubicBezTo>
                      <a:pt x="1800035" y="1216247"/>
                      <a:pt x="1904619" y="1176718"/>
                      <a:pt x="2010346" y="1141667"/>
                    </a:cubicBezTo>
                    <a:cubicBezTo>
                      <a:pt x="2136743" y="1099661"/>
                      <a:pt x="2265902" y="1066229"/>
                      <a:pt x="2393252" y="1027271"/>
                    </a:cubicBezTo>
                    <a:cubicBezTo>
                      <a:pt x="2457450" y="1007650"/>
                      <a:pt x="2521744" y="987552"/>
                      <a:pt x="2582037" y="958120"/>
                    </a:cubicBezTo>
                    <a:cubicBezTo>
                      <a:pt x="2648807" y="925449"/>
                      <a:pt x="2710815" y="883349"/>
                      <a:pt x="2760155" y="827723"/>
                    </a:cubicBezTo>
                    <a:cubicBezTo>
                      <a:pt x="2827496" y="751904"/>
                      <a:pt x="2867978" y="657511"/>
                      <a:pt x="2914364" y="567023"/>
                    </a:cubicBezTo>
                    <a:cubicBezTo>
                      <a:pt x="2972753" y="453200"/>
                      <a:pt x="3119152" y="118015"/>
                      <a:pt x="3168301" y="0"/>
                    </a:cubicBezTo>
                  </a:path>
                </a:pathLst>
              </a:custGeom>
              <a:noFill/>
              <a:ln w="9525" cap="rnd">
                <a:solidFill>
                  <a:schemeClr val="accent2">
                    <a:alpha val="35000"/>
                  </a:schemeClr>
                </a:solidFill>
                <a:prstDash val="lgDash"/>
                <a:round/>
              </a:ln>
            </p:spPr>
            <p:txBody>
              <a:bodyPr rtlCol="0" anchor="ctr"/>
              <a:lstStyle/>
              <a:p>
                <a:endParaRPr lang="en-US"/>
              </a:p>
            </p:txBody>
          </p:sp>
          <p:sp>
            <p:nvSpPr>
              <p:cNvPr id="83" name="Freeform: Shape 61">
                <a:extLst>
                  <a:ext uri="{FF2B5EF4-FFF2-40B4-BE49-F238E27FC236}">
                    <a16:creationId xmlns:a16="http://schemas.microsoft.com/office/drawing/2014/main" id="{315D2559-8BE6-439C-83F0-CE5BF53C94AB}"/>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4704778" y="2976752"/>
                <a:ext cx="3356800" cy="2452020"/>
              </a:xfrm>
              <a:custGeom>
                <a:avLst/>
                <a:gdLst>
                  <a:gd name="connsiteX0" fmla="*/ 0 w 3356800"/>
                  <a:gd name="connsiteY0" fmla="*/ 2452021 h 2452020"/>
                  <a:gd name="connsiteX1" fmla="*/ 130874 w 3356800"/>
                  <a:gd name="connsiteY1" fmla="*/ 2247710 h 2452020"/>
                  <a:gd name="connsiteX2" fmla="*/ 437197 w 3356800"/>
                  <a:gd name="connsiteY2" fmla="*/ 1941195 h 2452020"/>
                  <a:gd name="connsiteX3" fmla="*/ 737140 w 3356800"/>
                  <a:gd name="connsiteY3" fmla="*/ 1736884 h 2452020"/>
                  <a:gd name="connsiteX4" fmla="*/ 1031843 w 3356800"/>
                  <a:gd name="connsiteY4" fmla="*/ 1685068 h 2452020"/>
                  <a:gd name="connsiteX5" fmla="*/ 1287304 w 3356800"/>
                  <a:gd name="connsiteY5" fmla="*/ 1655826 h 2452020"/>
                  <a:gd name="connsiteX6" fmla="*/ 1471994 w 3356800"/>
                  <a:gd name="connsiteY6" fmla="*/ 1634300 h 2452020"/>
                  <a:gd name="connsiteX7" fmla="*/ 1898237 w 3356800"/>
                  <a:gd name="connsiteY7" fmla="*/ 1512665 h 2452020"/>
                  <a:gd name="connsiteX8" fmla="*/ 2229136 w 3356800"/>
                  <a:gd name="connsiteY8" fmla="*/ 1355598 h 2452020"/>
                  <a:gd name="connsiteX9" fmla="*/ 2512314 w 3356800"/>
                  <a:gd name="connsiteY9" fmla="*/ 1238631 h 2452020"/>
                  <a:gd name="connsiteX10" fmla="*/ 2758535 w 3356800"/>
                  <a:gd name="connsiteY10" fmla="*/ 1096994 h 2452020"/>
                  <a:gd name="connsiteX11" fmla="*/ 2935510 w 3356800"/>
                  <a:gd name="connsiteY11" fmla="*/ 919925 h 2452020"/>
                  <a:gd name="connsiteX12" fmla="*/ 3081719 w 3356800"/>
                  <a:gd name="connsiteY12" fmla="*/ 687419 h 2452020"/>
                  <a:gd name="connsiteX13" fmla="*/ 3356800 w 3356800"/>
                  <a:gd name="connsiteY13" fmla="*/ 0 h 245202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Lst>
                <a:rect l="l" t="t" r="r" b="b"/>
                <a:pathLst>
                  <a:path w="3356800" h="2452020">
                    <a:moveTo>
                      <a:pt x="0" y="2452021"/>
                    </a:moveTo>
                    <a:cubicBezTo>
                      <a:pt x="0" y="2452021"/>
                      <a:pt x="57150" y="2344198"/>
                      <a:pt x="130874" y="2247710"/>
                    </a:cubicBezTo>
                    <a:cubicBezTo>
                      <a:pt x="218694" y="2132648"/>
                      <a:pt x="328136" y="2036635"/>
                      <a:pt x="437197" y="1941195"/>
                    </a:cubicBezTo>
                    <a:cubicBezTo>
                      <a:pt x="529304" y="1860709"/>
                      <a:pt x="623030" y="1779556"/>
                      <a:pt x="737140" y="1736884"/>
                    </a:cubicBezTo>
                    <a:cubicBezTo>
                      <a:pt x="830866" y="1701736"/>
                      <a:pt x="932021" y="1695450"/>
                      <a:pt x="1031843" y="1685068"/>
                    </a:cubicBezTo>
                    <a:cubicBezTo>
                      <a:pt x="1117092" y="1676210"/>
                      <a:pt x="1202055" y="1665160"/>
                      <a:pt x="1287304" y="1655826"/>
                    </a:cubicBezTo>
                    <a:cubicBezTo>
                      <a:pt x="1348931" y="1649063"/>
                      <a:pt x="1410653" y="1643539"/>
                      <a:pt x="1471994" y="1634300"/>
                    </a:cubicBezTo>
                    <a:cubicBezTo>
                      <a:pt x="1618679" y="1612011"/>
                      <a:pt x="1761935" y="1571149"/>
                      <a:pt x="1898237" y="1512665"/>
                    </a:cubicBezTo>
                    <a:cubicBezTo>
                      <a:pt x="2010442" y="1464564"/>
                      <a:pt x="2117503" y="1405128"/>
                      <a:pt x="2229136" y="1355598"/>
                    </a:cubicBezTo>
                    <a:cubicBezTo>
                      <a:pt x="2322481" y="1314164"/>
                      <a:pt x="2418969" y="1280160"/>
                      <a:pt x="2512314" y="1238631"/>
                    </a:cubicBezTo>
                    <a:cubicBezTo>
                      <a:pt x="2599087" y="1199960"/>
                      <a:pt x="2683193" y="1154811"/>
                      <a:pt x="2758535" y="1096994"/>
                    </a:cubicBezTo>
                    <a:cubicBezTo>
                      <a:pt x="2825020" y="1046035"/>
                      <a:pt x="2883789" y="985837"/>
                      <a:pt x="2935510" y="919925"/>
                    </a:cubicBezTo>
                    <a:cubicBezTo>
                      <a:pt x="2992184" y="847725"/>
                      <a:pt x="3039904" y="769144"/>
                      <a:pt x="3081719" y="687419"/>
                    </a:cubicBezTo>
                    <a:cubicBezTo>
                      <a:pt x="3138297" y="576739"/>
                      <a:pt x="3314129" y="116776"/>
                      <a:pt x="3356800" y="0"/>
                    </a:cubicBezTo>
                  </a:path>
                </a:pathLst>
              </a:custGeom>
              <a:noFill/>
              <a:ln w="9525" cap="rnd">
                <a:solidFill>
                  <a:schemeClr val="accent2">
                    <a:alpha val="35000"/>
                  </a:schemeClr>
                </a:solidFill>
                <a:prstDash val="lgDash"/>
                <a:round/>
              </a:ln>
            </p:spPr>
            <p:txBody>
              <a:bodyPr rtlCol="0" anchor="ctr"/>
              <a:lstStyle/>
              <a:p>
                <a:endParaRPr lang="en-US"/>
              </a:p>
            </p:txBody>
          </p:sp>
        </p:grpSp>
        <p:sp>
          <p:nvSpPr>
            <p:cNvPr id="84" name="Freeform: Shape 54">
              <a:extLst>
                <a:ext uri="{FF2B5EF4-FFF2-40B4-BE49-F238E27FC236}">
                  <a16:creationId xmlns:a16="http://schemas.microsoft.com/office/drawing/2014/main" id="{0A374A4F-696B-4911-BE1B-B180D09A172E}"/>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7980400" y="5197178"/>
              <a:ext cx="4211600" cy="1660822"/>
            </a:xfrm>
            <a:custGeom>
              <a:avLst/>
              <a:gdLst>
                <a:gd name="connsiteX0" fmla="*/ 4211600 w 4211600"/>
                <a:gd name="connsiteY0" fmla="*/ 0 h 1660822"/>
                <a:gd name="connsiteX1" fmla="*/ 4211600 w 4211600"/>
                <a:gd name="connsiteY1" fmla="*/ 58430 h 1660822"/>
                <a:gd name="connsiteX2" fmla="*/ 4136524 w 4211600"/>
                <a:gd name="connsiteY2" fmla="*/ 208808 h 1660822"/>
                <a:gd name="connsiteX3" fmla="*/ 3973354 w 4211600"/>
                <a:gd name="connsiteY3" fmla="*/ 437313 h 1660822"/>
                <a:gd name="connsiteX4" fmla="*/ 3884746 w 4211600"/>
                <a:gd name="connsiteY4" fmla="*/ 553613 h 1660822"/>
                <a:gd name="connsiteX5" fmla="*/ 3849435 w 4211600"/>
                <a:gd name="connsiteY5" fmla="*/ 603143 h 1660822"/>
                <a:gd name="connsiteX6" fmla="*/ 3661849 w 4211600"/>
                <a:gd name="connsiteY6" fmla="*/ 819075 h 1660822"/>
                <a:gd name="connsiteX7" fmla="*/ 3402589 w 4211600"/>
                <a:gd name="connsiteY7" fmla="*/ 952996 h 1660822"/>
                <a:gd name="connsiteX8" fmla="*/ 3130202 w 4211600"/>
                <a:gd name="connsiteY8" fmla="*/ 1023386 h 1660822"/>
                <a:gd name="connsiteX9" fmla="*/ 2914657 w 4211600"/>
                <a:gd name="connsiteY9" fmla="*/ 1068058 h 1660822"/>
                <a:gd name="connsiteX10" fmla="*/ 2582149 w 4211600"/>
                <a:gd name="connsiteY10" fmla="*/ 1138924 h 1660822"/>
                <a:gd name="connsiteX11" fmla="*/ 2483958 w 4211600"/>
                <a:gd name="connsiteY11" fmla="*/ 1162356 h 1660822"/>
                <a:gd name="connsiteX12" fmla="*/ 2123750 w 4211600"/>
                <a:gd name="connsiteY12" fmla="*/ 1238651 h 1660822"/>
                <a:gd name="connsiteX13" fmla="*/ 1761444 w 4211600"/>
                <a:gd name="connsiteY13" fmla="*/ 1273417 h 1660822"/>
                <a:gd name="connsiteX14" fmla="*/ 1608382 w 4211600"/>
                <a:gd name="connsiteY14" fmla="*/ 1284466 h 1660822"/>
                <a:gd name="connsiteX15" fmla="*/ 999942 w 4211600"/>
                <a:gd name="connsiteY15" fmla="*/ 1354284 h 1660822"/>
                <a:gd name="connsiteX16" fmla="*/ 484705 w 4211600"/>
                <a:gd name="connsiteY16" fmla="*/ 1450487 h 1660822"/>
                <a:gd name="connsiteX17" fmla="*/ 113310 w 4211600"/>
                <a:gd name="connsiteY17" fmla="*/ 1613700 h 1660822"/>
                <a:gd name="connsiteX18" fmla="*/ 39668 w 4211600"/>
                <a:gd name="connsiteY18" fmla="*/ 1660822 h 1660822"/>
                <a:gd name="connsiteX19" fmla="*/ 0 w 4211600"/>
                <a:gd name="connsiteY19" fmla="*/ 1660822 h 1660822"/>
                <a:gd name="connsiteX20" fmla="*/ 96701 w 4211600"/>
                <a:gd name="connsiteY20" fmla="*/ 1598934 h 1660822"/>
                <a:gd name="connsiteX21" fmla="*/ 474335 w 4211600"/>
                <a:gd name="connsiteY21" fmla="*/ 1433056 h 1660822"/>
                <a:gd name="connsiteX22" fmla="*/ 994299 w 4211600"/>
                <a:gd name="connsiteY22" fmla="*/ 1335806 h 1660822"/>
                <a:gd name="connsiteX23" fmla="*/ 1605231 w 4211600"/>
                <a:gd name="connsiteY23" fmla="*/ 1265702 h 1660822"/>
                <a:gd name="connsiteX24" fmla="*/ 1758819 w 4211600"/>
                <a:gd name="connsiteY24" fmla="*/ 1254558 h 1660822"/>
                <a:gd name="connsiteX25" fmla="*/ 2118106 w 4211600"/>
                <a:gd name="connsiteY25" fmla="*/ 1220077 h 1660822"/>
                <a:gd name="connsiteX26" fmla="*/ 2475557 w 4211600"/>
                <a:gd name="connsiteY26" fmla="*/ 1144353 h 1660822"/>
                <a:gd name="connsiteX27" fmla="*/ 2573878 w 4211600"/>
                <a:gd name="connsiteY27" fmla="*/ 1120827 h 1660822"/>
                <a:gd name="connsiteX28" fmla="*/ 2907437 w 4211600"/>
                <a:gd name="connsiteY28" fmla="*/ 1049675 h 1660822"/>
                <a:gd name="connsiteX29" fmla="*/ 3122589 w 4211600"/>
                <a:gd name="connsiteY29" fmla="*/ 1005098 h 1660822"/>
                <a:gd name="connsiteX30" fmla="*/ 3391169 w 4211600"/>
                <a:gd name="connsiteY30" fmla="*/ 935756 h 1660822"/>
                <a:gd name="connsiteX31" fmla="*/ 3642290 w 4211600"/>
                <a:gd name="connsiteY31" fmla="*/ 806216 h 1660822"/>
                <a:gd name="connsiteX32" fmla="*/ 3825937 w 4211600"/>
                <a:gd name="connsiteY32" fmla="*/ 594475 h 1660822"/>
                <a:gd name="connsiteX33" fmla="*/ 3861381 w 4211600"/>
                <a:gd name="connsiteY33" fmla="*/ 544755 h 1660822"/>
                <a:gd name="connsiteX34" fmla="*/ 3950381 w 4211600"/>
                <a:gd name="connsiteY34" fmla="*/ 427978 h 1660822"/>
                <a:gd name="connsiteX35" fmla="*/ 4112370 w 4211600"/>
                <a:gd name="connsiteY35" fmla="*/ 201378 h 1660822"/>
                <a:gd name="connsiteX36" fmla="*/ 4195989 w 4211600"/>
                <a:gd name="connsiteY36" fmla="*/ 33834 h 166082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Lst>
              <a:rect l="l" t="t" r="r" b="b"/>
              <a:pathLst>
                <a:path w="4211600" h="1660822">
                  <a:moveTo>
                    <a:pt x="4211600" y="0"/>
                  </a:moveTo>
                  <a:lnTo>
                    <a:pt x="4211600" y="58430"/>
                  </a:lnTo>
                  <a:lnTo>
                    <a:pt x="4136524" y="208808"/>
                  </a:lnTo>
                  <a:cubicBezTo>
                    <a:pt x="4089791" y="287770"/>
                    <a:pt x="4030588" y="363780"/>
                    <a:pt x="3973354" y="437313"/>
                  </a:cubicBezTo>
                  <a:cubicBezTo>
                    <a:pt x="3943819" y="475222"/>
                    <a:pt x="3913231" y="514465"/>
                    <a:pt x="3884746" y="553613"/>
                  </a:cubicBezTo>
                  <a:cubicBezTo>
                    <a:pt x="3872801" y="569996"/>
                    <a:pt x="3861119" y="586569"/>
                    <a:pt x="3849435" y="603143"/>
                  </a:cubicBezTo>
                  <a:cubicBezTo>
                    <a:pt x="3796665" y="678009"/>
                    <a:pt x="3742187" y="755352"/>
                    <a:pt x="3661849" y="819075"/>
                  </a:cubicBezTo>
                  <a:cubicBezTo>
                    <a:pt x="3596214" y="871176"/>
                    <a:pt x="3509050" y="916230"/>
                    <a:pt x="3402589" y="952996"/>
                  </a:cubicBezTo>
                  <a:cubicBezTo>
                    <a:pt x="3312406" y="984048"/>
                    <a:pt x="3215660" y="1005003"/>
                    <a:pt x="3130202" y="1023386"/>
                  </a:cubicBezTo>
                  <a:cubicBezTo>
                    <a:pt x="3058529" y="1038816"/>
                    <a:pt x="2985412" y="1053675"/>
                    <a:pt x="2914657" y="1068058"/>
                  </a:cubicBezTo>
                  <a:cubicBezTo>
                    <a:pt x="2805176" y="1090251"/>
                    <a:pt x="2692021" y="1113207"/>
                    <a:pt x="2582149" y="1138924"/>
                  </a:cubicBezTo>
                  <a:cubicBezTo>
                    <a:pt x="2549330" y="1146639"/>
                    <a:pt x="2516644" y="1154450"/>
                    <a:pt x="2483958" y="1162356"/>
                  </a:cubicBezTo>
                  <a:cubicBezTo>
                    <a:pt x="2367257" y="1190550"/>
                    <a:pt x="2246621" y="1219601"/>
                    <a:pt x="2123750" y="1238651"/>
                  </a:cubicBezTo>
                  <a:cubicBezTo>
                    <a:pt x="2004294" y="1257129"/>
                    <a:pt x="1880769" y="1265416"/>
                    <a:pt x="1761444" y="1273417"/>
                  </a:cubicBezTo>
                  <a:cubicBezTo>
                    <a:pt x="1711167" y="1276751"/>
                    <a:pt x="1659184" y="1280275"/>
                    <a:pt x="1608382" y="1284466"/>
                  </a:cubicBezTo>
                  <a:cubicBezTo>
                    <a:pt x="1408589" y="1300944"/>
                    <a:pt x="1214570" y="1325805"/>
                    <a:pt x="999942" y="1354284"/>
                  </a:cubicBezTo>
                  <a:cubicBezTo>
                    <a:pt x="826403" y="1377240"/>
                    <a:pt x="647744" y="1400957"/>
                    <a:pt x="484705" y="1450487"/>
                  </a:cubicBezTo>
                  <a:cubicBezTo>
                    <a:pt x="355831" y="1489635"/>
                    <a:pt x="231387" y="1544374"/>
                    <a:pt x="113310" y="1613700"/>
                  </a:cubicBezTo>
                  <a:lnTo>
                    <a:pt x="39668" y="1660822"/>
                  </a:lnTo>
                  <a:lnTo>
                    <a:pt x="0" y="1660822"/>
                  </a:lnTo>
                  <a:lnTo>
                    <a:pt x="96701" y="1598934"/>
                  </a:lnTo>
                  <a:cubicBezTo>
                    <a:pt x="216635" y="1528533"/>
                    <a:pt x="343196" y="1472919"/>
                    <a:pt x="474335" y="1433056"/>
                  </a:cubicBezTo>
                  <a:cubicBezTo>
                    <a:pt x="639999" y="1382669"/>
                    <a:pt x="820102" y="1358856"/>
                    <a:pt x="994299" y="1335806"/>
                  </a:cubicBezTo>
                  <a:cubicBezTo>
                    <a:pt x="1210239" y="1307231"/>
                    <a:pt x="1404650" y="1282275"/>
                    <a:pt x="1605231" y="1265702"/>
                  </a:cubicBezTo>
                  <a:cubicBezTo>
                    <a:pt x="1656428" y="1261511"/>
                    <a:pt x="1708411" y="1257987"/>
                    <a:pt x="1758819" y="1254558"/>
                  </a:cubicBezTo>
                  <a:cubicBezTo>
                    <a:pt x="1877487" y="1246557"/>
                    <a:pt x="2000094" y="1238365"/>
                    <a:pt x="2118106" y="1220077"/>
                  </a:cubicBezTo>
                  <a:cubicBezTo>
                    <a:pt x="2239531" y="1201313"/>
                    <a:pt x="2359513" y="1172357"/>
                    <a:pt x="2475557" y="1144353"/>
                  </a:cubicBezTo>
                  <a:cubicBezTo>
                    <a:pt x="2508243" y="1136448"/>
                    <a:pt x="2541060" y="1128542"/>
                    <a:pt x="2573878" y="1120827"/>
                  </a:cubicBezTo>
                  <a:cubicBezTo>
                    <a:pt x="2684276" y="1094919"/>
                    <a:pt x="2797694" y="1071963"/>
                    <a:pt x="2907437" y="1049675"/>
                  </a:cubicBezTo>
                  <a:cubicBezTo>
                    <a:pt x="2978061" y="1035387"/>
                    <a:pt x="3051178" y="1020528"/>
                    <a:pt x="3122589" y="1005098"/>
                  </a:cubicBezTo>
                  <a:cubicBezTo>
                    <a:pt x="3206997" y="986810"/>
                    <a:pt x="3302823" y="966141"/>
                    <a:pt x="3391169" y="935756"/>
                  </a:cubicBezTo>
                  <a:cubicBezTo>
                    <a:pt x="3494479" y="900132"/>
                    <a:pt x="3578886" y="856508"/>
                    <a:pt x="3642290" y="806216"/>
                  </a:cubicBezTo>
                  <a:cubicBezTo>
                    <a:pt x="3720133" y="744303"/>
                    <a:pt x="3773953" y="668103"/>
                    <a:pt x="3825937" y="594475"/>
                  </a:cubicBezTo>
                  <a:cubicBezTo>
                    <a:pt x="3837621" y="577902"/>
                    <a:pt x="3849435" y="561233"/>
                    <a:pt x="3861381" y="544755"/>
                  </a:cubicBezTo>
                  <a:cubicBezTo>
                    <a:pt x="3889997" y="505416"/>
                    <a:pt x="3920715" y="465983"/>
                    <a:pt x="3950381" y="427978"/>
                  </a:cubicBezTo>
                  <a:cubicBezTo>
                    <a:pt x="4007353" y="354921"/>
                    <a:pt x="4066163" y="279388"/>
                    <a:pt x="4112370" y="201378"/>
                  </a:cubicBezTo>
                  <a:cubicBezTo>
                    <a:pt x="4144662" y="146800"/>
                    <a:pt x="4170785" y="89364"/>
                    <a:pt x="4195989" y="33834"/>
                  </a:cubicBezTo>
                  <a:close/>
                </a:path>
              </a:pathLst>
            </a:cu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a:p>
          </p:txBody>
        </p:sp>
      </p:grpSp>
      <p:graphicFrame>
        <p:nvGraphicFramePr>
          <p:cNvPr id="6" name="Rectangle 1">
            <a:extLst>
              <a:ext uri="{FF2B5EF4-FFF2-40B4-BE49-F238E27FC236}">
                <a16:creationId xmlns:a16="http://schemas.microsoft.com/office/drawing/2014/main" id="{46929BA5-FF6F-62E7-AC30-E6017AB56D75}"/>
              </a:ext>
            </a:extLst>
          </p:cNvPr>
          <p:cNvGraphicFramePr>
            <a:graphicFrameLocks noGrp="1"/>
          </p:cNvGraphicFramePr>
          <p:nvPr>
            <p:ph idx="1"/>
            <p:extLst>
              <p:ext uri="{D42A27DB-BD31-4B8C-83A1-F6EECF244321}">
                <p14:modId xmlns:p14="http://schemas.microsoft.com/office/powerpoint/2010/main" val="340181278"/>
              </p:ext>
            </p:extLst>
          </p:nvPr>
        </p:nvGraphicFramePr>
        <p:xfrm>
          <a:off x="1185755" y="2384474"/>
          <a:ext cx="5604997" cy="3728613"/>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spTree>
    <p:extLst>
      <p:ext uri="{BB962C8B-B14F-4D97-AF65-F5344CB8AC3E}">
        <p14:creationId xmlns:p14="http://schemas.microsoft.com/office/powerpoint/2010/main" val="2712658797"/>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10" name="Rectangle 9">
            <a:extLst>
              <a:ext uri="{FF2B5EF4-FFF2-40B4-BE49-F238E27FC236}">
                <a16:creationId xmlns:a16="http://schemas.microsoft.com/office/drawing/2014/main" id="{8651CFA9-6065-4243-AC48-858E359780B1}"/>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3048" y="0"/>
            <a:ext cx="12188952" cy="6858000"/>
          </a:xfrm>
          <a:prstGeom prst="rect">
            <a:avLst/>
          </a:prstGeom>
          <a:ln>
            <a:solidFill>
              <a:schemeClr val="bg1">
                <a:lumMod val="9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solidFill>
                <a:schemeClr val="tx1">
                  <a:lumMod val="65000"/>
                  <a:lumOff val="35000"/>
                </a:schemeClr>
              </a:solidFill>
              <a:latin typeface="AvenirNext LT Pro Medium" panose="020B0504020202020204" pitchFamily="34" charset="0"/>
            </a:endParaRPr>
          </a:p>
        </p:txBody>
      </p:sp>
      <p:sp>
        <p:nvSpPr>
          <p:cNvPr id="12" name="Rectangle 11">
            <a:extLst>
              <a:ext uri="{FF2B5EF4-FFF2-40B4-BE49-F238E27FC236}">
                <a16:creationId xmlns:a16="http://schemas.microsoft.com/office/drawing/2014/main" id="{37962AE0-6A1C-4B76-9D52-10E5E6D7D3BB}"/>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3048" y="0"/>
            <a:ext cx="12188952" cy="6858000"/>
          </a:xfrm>
          <a:prstGeom prst="rect">
            <a:avLst/>
          </a:prstGeom>
          <a:solidFill>
            <a:schemeClr val="bg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solidFill>
                <a:schemeClr val="tx1">
                  <a:lumMod val="65000"/>
                  <a:lumOff val="35000"/>
                </a:schemeClr>
              </a:solidFill>
              <a:latin typeface="AvenirNext LT Pro Medium" panose="020B0504020202020204" pitchFamily="34" charset="0"/>
            </a:endParaRPr>
          </a:p>
        </p:txBody>
      </p:sp>
      <p:sp>
        <p:nvSpPr>
          <p:cNvPr id="2" name="Title 1">
            <a:extLst>
              <a:ext uri="{FF2B5EF4-FFF2-40B4-BE49-F238E27FC236}">
                <a16:creationId xmlns:a16="http://schemas.microsoft.com/office/drawing/2014/main" id="{C1094A02-E10C-75F7-D8FB-3E185664EB0D}"/>
              </a:ext>
            </a:extLst>
          </p:cNvPr>
          <p:cNvSpPr>
            <a:spLocks noGrp="1"/>
          </p:cNvSpPr>
          <p:nvPr>
            <p:ph type="title"/>
          </p:nvPr>
        </p:nvSpPr>
        <p:spPr>
          <a:xfrm>
            <a:off x="5388460" y="559813"/>
            <a:ext cx="5605358" cy="1664573"/>
          </a:xfrm>
        </p:spPr>
        <p:txBody>
          <a:bodyPr>
            <a:normAutofit/>
          </a:bodyPr>
          <a:lstStyle/>
          <a:p>
            <a:r>
              <a:rPr lang="en-US" dirty="0"/>
              <a:t>What is Blockchain Sharding?</a:t>
            </a:r>
          </a:p>
        </p:txBody>
      </p:sp>
      <p:pic>
        <p:nvPicPr>
          <p:cNvPr id="7" name="Graphic 6" descr="Database">
            <a:extLst>
              <a:ext uri="{FF2B5EF4-FFF2-40B4-BE49-F238E27FC236}">
                <a16:creationId xmlns:a16="http://schemas.microsoft.com/office/drawing/2014/main" id="{BD2A83E0-717D-8B07-D0B9-51A6308A4BB3}"/>
              </a:ext>
            </a:extLst>
          </p:cNvPr>
          <p:cNvPicPr>
            <a:picLocks noChangeAspect="1"/>
          </p:cNvPicPr>
          <p:nvPr/>
        </p:nvPicPr>
        <p:blipFill>
          <a:blip r:embed="rId2">
            <a:extLst>
              <a:ext uri="{28A0092B-C50C-407E-A947-70E740481C1C}">
                <a14:useLocalDpi xmlns:a14="http://schemas.microsoft.com/office/drawing/2010/main" val="0"/>
              </a:ext>
              <a:ext uri="{96DAC541-7B7A-43D3-8B79-37D633B846F1}">
                <asvg:svgBlip xmlns:asvg="http://schemas.microsoft.com/office/drawing/2016/SVG/main" r:embed="rId3"/>
              </a:ext>
            </a:extLst>
          </a:blip>
          <a:stretch>
            <a:fillRect/>
          </a:stretch>
        </p:blipFill>
        <p:spPr>
          <a:xfrm>
            <a:off x="201906" y="1017640"/>
            <a:ext cx="4817466" cy="4817466"/>
          </a:xfrm>
          <a:prstGeom prst="rect">
            <a:avLst/>
          </a:prstGeom>
        </p:spPr>
      </p:pic>
      <p:grpSp>
        <p:nvGrpSpPr>
          <p:cNvPr id="14" name="Top left">
            <a:extLst>
              <a:ext uri="{FF2B5EF4-FFF2-40B4-BE49-F238E27FC236}">
                <a16:creationId xmlns:a16="http://schemas.microsoft.com/office/drawing/2014/main" id="{C4F70370-17DE-499D-8256-4F9A352BA9F7}"/>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10849" y="-3086"/>
            <a:ext cx="2198951" cy="3349518"/>
            <a:chOff x="10849" y="-3086"/>
            <a:chExt cx="2198951" cy="3349518"/>
          </a:xfrm>
        </p:grpSpPr>
        <p:sp>
          <p:nvSpPr>
            <p:cNvPr id="15" name="Freeform: Shape 14">
              <a:extLst>
                <a:ext uri="{FF2B5EF4-FFF2-40B4-BE49-F238E27FC236}">
                  <a16:creationId xmlns:a16="http://schemas.microsoft.com/office/drawing/2014/main" id="{267F3889-D5A7-4B0B-A5C8-910CE49F90E9}"/>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rot="10800000">
              <a:off x="692844" y="-3086"/>
              <a:ext cx="1326111" cy="597603"/>
            </a:xfrm>
            <a:custGeom>
              <a:avLst/>
              <a:gdLst>
                <a:gd name="connsiteX0" fmla="*/ 741051 w 1482102"/>
                <a:gd name="connsiteY0" fmla="*/ 0 h 679363"/>
                <a:gd name="connsiteX1" fmla="*/ 1473822 w 1482102"/>
                <a:gd name="connsiteY1" fmla="*/ 597226 h 679363"/>
                <a:gd name="connsiteX2" fmla="*/ 1482102 w 1482102"/>
                <a:gd name="connsiteY2" fmla="*/ 679363 h 679363"/>
                <a:gd name="connsiteX3" fmla="*/ 0 w 1482102"/>
                <a:gd name="connsiteY3" fmla="*/ 679363 h 679363"/>
                <a:gd name="connsiteX4" fmla="*/ 8280 w 1482102"/>
                <a:gd name="connsiteY4" fmla="*/ 597226 h 679363"/>
                <a:gd name="connsiteX5" fmla="*/ 741051 w 1482102"/>
                <a:gd name="connsiteY5" fmla="*/ 0 h 67936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1482102" h="679363">
                  <a:moveTo>
                    <a:pt x="741051" y="0"/>
                  </a:moveTo>
                  <a:cubicBezTo>
                    <a:pt x="1102506" y="0"/>
                    <a:pt x="1404077" y="256390"/>
                    <a:pt x="1473822" y="597226"/>
                  </a:cubicBezTo>
                  <a:lnTo>
                    <a:pt x="1482102" y="679363"/>
                  </a:lnTo>
                  <a:lnTo>
                    <a:pt x="0" y="679363"/>
                  </a:lnTo>
                  <a:lnTo>
                    <a:pt x="8280" y="597226"/>
                  </a:lnTo>
                  <a:cubicBezTo>
                    <a:pt x="78025" y="256390"/>
                    <a:pt x="379596" y="0"/>
                    <a:pt x="741051" y="0"/>
                  </a:cubicBezTo>
                  <a:close/>
                </a:path>
              </a:pathLst>
            </a:cu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dirty="0">
                <a:solidFill>
                  <a:schemeClr val="tx1">
                    <a:lumMod val="65000"/>
                    <a:lumOff val="35000"/>
                  </a:schemeClr>
                </a:solidFill>
                <a:latin typeface="AvenirNext LT Pro Medium" panose="020B0504020202020204" pitchFamily="34" charset="0"/>
              </a:endParaRPr>
            </a:p>
          </p:txBody>
        </p:sp>
        <p:sp>
          <p:nvSpPr>
            <p:cNvPr id="16" name="Freeform: Shape 15">
              <a:extLst>
                <a:ext uri="{FF2B5EF4-FFF2-40B4-BE49-F238E27FC236}">
                  <a16:creationId xmlns:a16="http://schemas.microsoft.com/office/drawing/2014/main" id="{80968393-494B-4758-914C-AC92C7411017}"/>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19394" y="15241"/>
              <a:ext cx="2190406" cy="3331191"/>
            </a:xfrm>
            <a:custGeom>
              <a:avLst/>
              <a:gdLst>
                <a:gd name="connsiteX0" fmla="*/ 0 w 3296088"/>
                <a:gd name="connsiteY0" fmla="*/ 5012722 h 5012722"/>
                <a:gd name="connsiteX1" fmla="*/ 244031 w 3296088"/>
                <a:gd name="connsiteY1" fmla="*/ 4820222 h 5012722"/>
                <a:gd name="connsiteX2" fmla="*/ 729234 w 3296088"/>
                <a:gd name="connsiteY2" fmla="*/ 4360641 h 5012722"/>
                <a:gd name="connsiteX3" fmla="*/ 881444 w 3296088"/>
                <a:gd name="connsiteY3" fmla="*/ 4173950 h 5012722"/>
                <a:gd name="connsiteX4" fmla="*/ 1151287 w 3296088"/>
                <a:gd name="connsiteY4" fmla="*/ 3972877 h 5012722"/>
                <a:gd name="connsiteX5" fmla="*/ 1498664 w 3296088"/>
                <a:gd name="connsiteY5" fmla="*/ 3786188 h 5012722"/>
                <a:gd name="connsiteX6" fmla="*/ 1716881 w 3296088"/>
                <a:gd name="connsiteY6" fmla="*/ 3674174 h 5012722"/>
                <a:gd name="connsiteX7" fmla="*/ 1913573 w 3296088"/>
                <a:gd name="connsiteY7" fmla="*/ 3477387 h 5012722"/>
                <a:gd name="connsiteX8" fmla="*/ 2167700 w 3296088"/>
                <a:gd name="connsiteY8" fmla="*/ 3042190 h 5012722"/>
                <a:gd name="connsiteX9" fmla="*/ 2273903 w 3296088"/>
                <a:gd name="connsiteY9" fmla="*/ 2775014 h 5012722"/>
                <a:gd name="connsiteX10" fmla="*/ 2463356 w 3296088"/>
                <a:gd name="connsiteY10" fmla="*/ 2335530 h 5012722"/>
                <a:gd name="connsiteX11" fmla="*/ 2741866 w 3296088"/>
                <a:gd name="connsiteY11" fmla="*/ 1982248 h 5012722"/>
                <a:gd name="connsiteX12" fmla="*/ 2985897 w 3296088"/>
                <a:gd name="connsiteY12" fmla="*/ 1634681 h 5012722"/>
                <a:gd name="connsiteX13" fmla="*/ 3212687 w 3296088"/>
                <a:gd name="connsiteY13" fmla="*/ 1226820 h 5012722"/>
                <a:gd name="connsiteX14" fmla="*/ 3281553 w 3296088"/>
                <a:gd name="connsiteY14" fmla="*/ 959644 h 5012722"/>
                <a:gd name="connsiteX15" fmla="*/ 3295936 w 3296088"/>
                <a:gd name="connsiteY15" fmla="*/ 701135 h 5012722"/>
                <a:gd name="connsiteX16" fmla="*/ 3267266 w 3296088"/>
                <a:gd name="connsiteY16" fmla="*/ 436817 h 5012722"/>
                <a:gd name="connsiteX17" fmla="*/ 3105341 w 3296088"/>
                <a:gd name="connsiteY17" fmla="*/ 0 h 501272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Lst>
              <a:rect l="l" t="t" r="r" b="b"/>
              <a:pathLst>
                <a:path w="3296088" h="5012722">
                  <a:moveTo>
                    <a:pt x="0" y="5012722"/>
                  </a:moveTo>
                  <a:cubicBezTo>
                    <a:pt x="81820" y="4949095"/>
                    <a:pt x="163544" y="4885468"/>
                    <a:pt x="244031" y="4820222"/>
                  </a:cubicBezTo>
                  <a:cubicBezTo>
                    <a:pt x="417671" y="4679633"/>
                    <a:pt x="589883" y="4535139"/>
                    <a:pt x="729234" y="4360641"/>
                  </a:cubicBezTo>
                  <a:cubicBezTo>
                    <a:pt x="779431" y="4297776"/>
                    <a:pt x="825818" y="4231958"/>
                    <a:pt x="881444" y="4173950"/>
                  </a:cubicBezTo>
                  <a:cubicBezTo>
                    <a:pt x="959358" y="4092607"/>
                    <a:pt x="1054799" y="4031075"/>
                    <a:pt x="1151287" y="3972877"/>
                  </a:cubicBezTo>
                  <a:cubicBezTo>
                    <a:pt x="1263968" y="3904964"/>
                    <a:pt x="1379315" y="3841337"/>
                    <a:pt x="1498664" y="3786188"/>
                  </a:cubicBezTo>
                  <a:cubicBezTo>
                    <a:pt x="1573149" y="3751802"/>
                    <a:pt x="1649159" y="3720179"/>
                    <a:pt x="1716881" y="3674174"/>
                  </a:cubicBezTo>
                  <a:cubicBezTo>
                    <a:pt x="1794034" y="3621691"/>
                    <a:pt x="1856708" y="3551492"/>
                    <a:pt x="1913573" y="3477387"/>
                  </a:cubicBezTo>
                  <a:cubicBezTo>
                    <a:pt x="2016157" y="3343751"/>
                    <a:pt x="2099024" y="3196114"/>
                    <a:pt x="2167700" y="3042190"/>
                  </a:cubicBezTo>
                  <a:cubicBezTo>
                    <a:pt x="2206752" y="2954655"/>
                    <a:pt x="2241233" y="2865215"/>
                    <a:pt x="2273903" y="2775014"/>
                  </a:cubicBezTo>
                  <a:cubicBezTo>
                    <a:pt x="2328482" y="2624423"/>
                    <a:pt x="2379440" y="2471642"/>
                    <a:pt x="2463356" y="2335530"/>
                  </a:cubicBezTo>
                  <a:cubicBezTo>
                    <a:pt x="2542127" y="2207705"/>
                    <a:pt x="2647855" y="2099501"/>
                    <a:pt x="2741866" y="1982248"/>
                  </a:cubicBezTo>
                  <a:cubicBezTo>
                    <a:pt x="2830449" y="1871758"/>
                    <a:pt x="2908554" y="1753362"/>
                    <a:pt x="2985897" y="1634681"/>
                  </a:cubicBezTo>
                  <a:cubicBezTo>
                    <a:pt x="3071146" y="1503902"/>
                    <a:pt x="3156395" y="1372172"/>
                    <a:pt x="3212687" y="1226820"/>
                  </a:cubicBezTo>
                  <a:cubicBezTo>
                    <a:pt x="3246025" y="1140809"/>
                    <a:pt x="3268790" y="1051084"/>
                    <a:pt x="3281553" y="959644"/>
                  </a:cubicBezTo>
                  <a:cubicBezTo>
                    <a:pt x="3293555" y="874014"/>
                    <a:pt x="3296888" y="787527"/>
                    <a:pt x="3295936" y="701135"/>
                  </a:cubicBezTo>
                  <a:cubicBezTo>
                    <a:pt x="3294888" y="612172"/>
                    <a:pt x="3289268" y="523018"/>
                    <a:pt x="3267266" y="436817"/>
                  </a:cubicBezTo>
                  <a:cubicBezTo>
                    <a:pt x="3227832" y="282416"/>
                    <a:pt x="3105341" y="0"/>
                    <a:pt x="3105341" y="0"/>
                  </a:cubicBezTo>
                </a:path>
              </a:pathLst>
            </a:custGeom>
            <a:noFill/>
            <a:ln w="9525" cap="rnd">
              <a:solidFill>
                <a:schemeClr val="accent2">
                  <a:alpha val="50000"/>
                </a:schemeClr>
              </a:solidFill>
              <a:prstDash val="lgDash"/>
              <a:round/>
            </a:ln>
          </p:spPr>
          <p:txBody>
            <a:bodyPr rtlCol="0" anchor="ctr"/>
            <a:lstStyle/>
            <a:p>
              <a:endParaRPr lang="en-US"/>
            </a:p>
          </p:txBody>
        </p:sp>
        <p:sp>
          <p:nvSpPr>
            <p:cNvPr id="17" name="Freeform: Shape 16">
              <a:extLst>
                <a:ext uri="{FF2B5EF4-FFF2-40B4-BE49-F238E27FC236}">
                  <a16:creationId xmlns:a16="http://schemas.microsoft.com/office/drawing/2014/main" id="{13B9ECD2-208D-4E4C-85C7-86FAEFBCF679}"/>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10849" y="15178"/>
              <a:ext cx="1978674" cy="3074959"/>
            </a:xfrm>
            <a:custGeom>
              <a:avLst/>
              <a:gdLst>
                <a:gd name="connsiteX0" fmla="*/ 0 w 2977477"/>
                <a:gd name="connsiteY0" fmla="*/ 4627150 h 4627149"/>
                <a:gd name="connsiteX1" fmla="*/ 275082 w 2977477"/>
                <a:gd name="connsiteY1" fmla="*/ 4341590 h 4627149"/>
                <a:gd name="connsiteX2" fmla="*/ 502825 w 2977477"/>
                <a:gd name="connsiteY2" fmla="*/ 4054126 h 4627149"/>
                <a:gd name="connsiteX3" fmla="*/ 666179 w 2977477"/>
                <a:gd name="connsiteY3" fmla="*/ 3890677 h 4627149"/>
                <a:gd name="connsiteX4" fmla="*/ 864203 w 2977477"/>
                <a:gd name="connsiteY4" fmla="*/ 3675983 h 4627149"/>
                <a:gd name="connsiteX5" fmla="*/ 982599 w 2977477"/>
                <a:gd name="connsiteY5" fmla="*/ 3557492 h 4627149"/>
                <a:gd name="connsiteX6" fmla="*/ 1188244 w 2977477"/>
                <a:gd name="connsiteY6" fmla="*/ 3329654 h 4627149"/>
                <a:gd name="connsiteX7" fmla="*/ 1344740 w 2977477"/>
                <a:gd name="connsiteY7" fmla="*/ 3146774 h 4627149"/>
                <a:gd name="connsiteX8" fmla="*/ 1470755 w 2977477"/>
                <a:gd name="connsiteY8" fmla="*/ 2984659 h 4627149"/>
                <a:gd name="connsiteX9" fmla="*/ 1657636 w 2977477"/>
                <a:gd name="connsiteY9" fmla="*/ 2670239 h 4627149"/>
                <a:gd name="connsiteX10" fmla="*/ 1762887 w 2977477"/>
                <a:gd name="connsiteY10" fmla="*/ 2473547 h 4627149"/>
                <a:gd name="connsiteX11" fmla="*/ 1866710 w 2977477"/>
                <a:gd name="connsiteY11" fmla="*/ 2290667 h 4627149"/>
                <a:gd name="connsiteX12" fmla="*/ 2106263 w 2977477"/>
                <a:gd name="connsiteY12" fmla="*/ 2030254 h 4627149"/>
                <a:gd name="connsiteX13" fmla="*/ 2277237 w 2977477"/>
                <a:gd name="connsiteY13" fmla="*/ 1859185 h 4627149"/>
                <a:gd name="connsiteX14" fmla="*/ 2499455 w 2977477"/>
                <a:gd name="connsiteY14" fmla="*/ 1656207 h 4627149"/>
                <a:gd name="connsiteX15" fmla="*/ 2707100 w 2977477"/>
                <a:gd name="connsiteY15" fmla="*/ 1390269 h 4627149"/>
                <a:gd name="connsiteX16" fmla="*/ 2812352 w 2977477"/>
                <a:gd name="connsiteY16" fmla="*/ 1230916 h 4627149"/>
                <a:gd name="connsiteX17" fmla="*/ 2898172 w 2977477"/>
                <a:gd name="connsiteY17" fmla="*/ 1036987 h 4627149"/>
                <a:gd name="connsiteX18" fmla="*/ 2963228 w 2977477"/>
                <a:gd name="connsiteY18" fmla="*/ 850011 h 4627149"/>
                <a:gd name="connsiteX19" fmla="*/ 2977325 w 2977477"/>
                <a:gd name="connsiteY19" fmla="*/ 745427 h 4627149"/>
                <a:gd name="connsiteX20" fmla="*/ 2929509 w 2977477"/>
                <a:gd name="connsiteY20" fmla="*/ 480155 h 4627149"/>
                <a:gd name="connsiteX21" fmla="*/ 2563082 w 2977477"/>
                <a:gd name="connsiteY21" fmla="*/ 0 h 462714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Lst>
              <a:rect l="l" t="t" r="r" b="b"/>
              <a:pathLst>
                <a:path w="2977477" h="4627149">
                  <a:moveTo>
                    <a:pt x="0" y="4627150"/>
                  </a:moveTo>
                  <a:cubicBezTo>
                    <a:pt x="79820" y="4552283"/>
                    <a:pt x="203835" y="4424648"/>
                    <a:pt x="275082" y="4341590"/>
                  </a:cubicBezTo>
                  <a:cubicBezTo>
                    <a:pt x="354711" y="4248722"/>
                    <a:pt x="421005" y="4145090"/>
                    <a:pt x="502825" y="4054126"/>
                  </a:cubicBezTo>
                  <a:cubicBezTo>
                    <a:pt x="554355" y="3996881"/>
                    <a:pt x="612362" y="3945827"/>
                    <a:pt x="666179" y="3890677"/>
                  </a:cubicBezTo>
                  <a:cubicBezTo>
                    <a:pt x="734187" y="3821049"/>
                    <a:pt x="796671" y="3746183"/>
                    <a:pt x="864203" y="3675983"/>
                  </a:cubicBezTo>
                  <a:cubicBezTo>
                    <a:pt x="902875" y="3635788"/>
                    <a:pt x="943642" y="3597593"/>
                    <a:pt x="982599" y="3557492"/>
                  </a:cubicBezTo>
                  <a:cubicBezTo>
                    <a:pt x="1053941" y="3484150"/>
                    <a:pt x="1121378" y="3407093"/>
                    <a:pt x="1188244" y="3329654"/>
                  </a:cubicBezTo>
                  <a:cubicBezTo>
                    <a:pt x="1240631" y="3268885"/>
                    <a:pt x="1293495" y="3208496"/>
                    <a:pt x="1344740" y="3146774"/>
                  </a:cubicBezTo>
                  <a:cubicBezTo>
                    <a:pt x="1388459" y="3094101"/>
                    <a:pt x="1431512" y="3040761"/>
                    <a:pt x="1470755" y="2984659"/>
                  </a:cubicBezTo>
                  <a:cubicBezTo>
                    <a:pt x="1540764" y="2884646"/>
                    <a:pt x="1598771" y="2777109"/>
                    <a:pt x="1657636" y="2670239"/>
                  </a:cubicBezTo>
                  <a:cubicBezTo>
                    <a:pt x="1693545" y="2605088"/>
                    <a:pt x="1728502" y="2539460"/>
                    <a:pt x="1762887" y="2473547"/>
                  </a:cubicBezTo>
                  <a:cubicBezTo>
                    <a:pt x="1795367" y="2411349"/>
                    <a:pt x="1826419" y="2348103"/>
                    <a:pt x="1866710" y="2290667"/>
                  </a:cubicBezTo>
                  <a:cubicBezTo>
                    <a:pt x="1934623" y="2193893"/>
                    <a:pt x="2022729" y="2114169"/>
                    <a:pt x="2106263" y="2030254"/>
                  </a:cubicBezTo>
                  <a:cubicBezTo>
                    <a:pt x="2163128" y="1973104"/>
                    <a:pt x="2218182" y="1914049"/>
                    <a:pt x="2277237" y="1859185"/>
                  </a:cubicBezTo>
                  <a:cubicBezTo>
                    <a:pt x="2350770" y="1790891"/>
                    <a:pt x="2430304" y="1728978"/>
                    <a:pt x="2499455" y="1656207"/>
                  </a:cubicBezTo>
                  <a:cubicBezTo>
                    <a:pt x="2576989" y="1574578"/>
                    <a:pt x="2641568" y="1481900"/>
                    <a:pt x="2707100" y="1390269"/>
                  </a:cubicBezTo>
                  <a:cubicBezTo>
                    <a:pt x="2744153" y="1338453"/>
                    <a:pt x="2781586" y="1286732"/>
                    <a:pt x="2812352" y="1230916"/>
                  </a:cubicBezTo>
                  <a:cubicBezTo>
                    <a:pt x="2846546" y="1168908"/>
                    <a:pt x="2872550" y="1102900"/>
                    <a:pt x="2898172" y="1036987"/>
                  </a:cubicBezTo>
                  <a:cubicBezTo>
                    <a:pt x="2922175" y="975455"/>
                    <a:pt x="2948273" y="914305"/>
                    <a:pt x="2963228" y="850011"/>
                  </a:cubicBezTo>
                  <a:cubicBezTo>
                    <a:pt x="2971229" y="815626"/>
                    <a:pt x="2976563" y="780764"/>
                    <a:pt x="2977325" y="745427"/>
                  </a:cubicBezTo>
                  <a:cubicBezTo>
                    <a:pt x="2979230" y="654844"/>
                    <a:pt x="2963323" y="564261"/>
                    <a:pt x="2929509" y="480155"/>
                  </a:cubicBezTo>
                  <a:cubicBezTo>
                    <a:pt x="2851309" y="285655"/>
                    <a:pt x="2563082" y="0"/>
                    <a:pt x="2563082" y="0"/>
                  </a:cubicBezTo>
                </a:path>
              </a:pathLst>
            </a:custGeom>
            <a:noFill/>
            <a:ln w="9525" cap="rnd">
              <a:solidFill>
                <a:schemeClr val="accent2">
                  <a:alpha val="50000"/>
                </a:schemeClr>
              </a:solidFill>
              <a:prstDash val="lgDash"/>
              <a:round/>
            </a:ln>
          </p:spPr>
          <p:txBody>
            <a:bodyPr rtlCol="0" anchor="ctr"/>
            <a:lstStyle/>
            <a:p>
              <a:endParaRPr lang="en-US"/>
            </a:p>
          </p:txBody>
        </p:sp>
        <p:sp>
          <p:nvSpPr>
            <p:cNvPr id="18" name="Freeform: Shape 17">
              <a:extLst>
                <a:ext uri="{FF2B5EF4-FFF2-40B4-BE49-F238E27FC236}">
                  <a16:creationId xmlns:a16="http://schemas.microsoft.com/office/drawing/2014/main" id="{5CEC0DB1-FD35-4E6A-A339-227F3A2D6191}"/>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25092" y="15178"/>
              <a:ext cx="1566146" cy="2737264"/>
            </a:xfrm>
            <a:custGeom>
              <a:avLst/>
              <a:gdLst>
                <a:gd name="connsiteX0" fmla="*/ 1707071 w 2356712"/>
                <a:gd name="connsiteY0" fmla="*/ 0 h 4118991"/>
                <a:gd name="connsiteX1" fmla="*/ 1824514 w 2356712"/>
                <a:gd name="connsiteY1" fmla="*/ 244697 h 4118991"/>
                <a:gd name="connsiteX2" fmla="*/ 1908715 w 2356712"/>
                <a:gd name="connsiteY2" fmla="*/ 328994 h 4118991"/>
                <a:gd name="connsiteX3" fmla="*/ 2226469 w 2356712"/>
                <a:gd name="connsiteY3" fmla="*/ 603695 h 4118991"/>
                <a:gd name="connsiteX4" fmla="*/ 2355628 w 2356712"/>
                <a:gd name="connsiteY4" fmla="*/ 900494 h 4118991"/>
                <a:gd name="connsiteX5" fmla="*/ 2281428 w 2356712"/>
                <a:gd name="connsiteY5" fmla="*/ 1206913 h 4118991"/>
                <a:gd name="connsiteX6" fmla="*/ 2092452 w 2356712"/>
                <a:gd name="connsiteY6" fmla="*/ 1460659 h 4118991"/>
                <a:gd name="connsiteX7" fmla="*/ 1834039 w 2356712"/>
                <a:gd name="connsiteY7" fmla="*/ 1625822 h 4118991"/>
                <a:gd name="connsiteX8" fmla="*/ 1558862 w 2356712"/>
                <a:gd name="connsiteY8" fmla="*/ 1743075 h 4118991"/>
                <a:gd name="connsiteX9" fmla="*/ 1386554 w 2356712"/>
                <a:gd name="connsiteY9" fmla="*/ 1869948 h 4118991"/>
                <a:gd name="connsiteX10" fmla="*/ 1271683 w 2356712"/>
                <a:gd name="connsiteY10" fmla="*/ 2073402 h 4118991"/>
                <a:gd name="connsiteX11" fmla="*/ 1178338 w 2356712"/>
                <a:gd name="connsiteY11" fmla="*/ 2355914 h 4118991"/>
                <a:gd name="connsiteX12" fmla="*/ 1113758 w 2356712"/>
                <a:gd name="connsiteY12" fmla="*/ 2578513 h 4118991"/>
                <a:gd name="connsiteX13" fmla="*/ 1034796 w 2356712"/>
                <a:gd name="connsiteY13" fmla="*/ 2834640 h 4118991"/>
                <a:gd name="connsiteX14" fmla="*/ 905637 w 2356712"/>
                <a:gd name="connsiteY14" fmla="*/ 3081242 h 4118991"/>
                <a:gd name="connsiteX15" fmla="*/ 793147 w 2356712"/>
                <a:gd name="connsiteY15" fmla="*/ 3258407 h 4118991"/>
                <a:gd name="connsiteX16" fmla="*/ 546735 w 2356712"/>
                <a:gd name="connsiteY16" fmla="*/ 3571970 h 4118991"/>
                <a:gd name="connsiteX17" fmla="*/ 346996 w 2356712"/>
                <a:gd name="connsiteY17" fmla="*/ 3771900 h 4118991"/>
                <a:gd name="connsiteX18" fmla="*/ 174689 w 2356712"/>
                <a:gd name="connsiteY18" fmla="*/ 3944207 h 4118991"/>
                <a:gd name="connsiteX19" fmla="*/ 0 w 2356712"/>
                <a:gd name="connsiteY19" fmla="*/ 4118991 h 411899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Lst>
              <a:rect l="l" t="t" r="r" b="b"/>
              <a:pathLst>
                <a:path w="2356712" h="4118991">
                  <a:moveTo>
                    <a:pt x="1707071" y="0"/>
                  </a:moveTo>
                  <a:cubicBezTo>
                    <a:pt x="1715357" y="22098"/>
                    <a:pt x="1812608" y="224409"/>
                    <a:pt x="1824514" y="244697"/>
                  </a:cubicBezTo>
                  <a:cubicBezTo>
                    <a:pt x="1844802" y="279273"/>
                    <a:pt x="1876996" y="304324"/>
                    <a:pt x="1908715" y="328994"/>
                  </a:cubicBezTo>
                  <a:cubicBezTo>
                    <a:pt x="2019967" y="415195"/>
                    <a:pt x="2137886" y="494633"/>
                    <a:pt x="2226469" y="603695"/>
                  </a:cubicBezTo>
                  <a:cubicBezTo>
                    <a:pt x="2296287" y="689610"/>
                    <a:pt x="2347817" y="790480"/>
                    <a:pt x="2355628" y="900494"/>
                  </a:cubicBezTo>
                  <a:cubicBezTo>
                    <a:pt x="2363248" y="1007078"/>
                    <a:pt x="2329910" y="1111187"/>
                    <a:pt x="2281428" y="1206913"/>
                  </a:cubicBezTo>
                  <a:cubicBezTo>
                    <a:pt x="2233422" y="1301877"/>
                    <a:pt x="2170938" y="1388936"/>
                    <a:pt x="2092452" y="1460659"/>
                  </a:cubicBezTo>
                  <a:cubicBezTo>
                    <a:pt x="2016538" y="1530001"/>
                    <a:pt x="1927765" y="1583436"/>
                    <a:pt x="1834039" y="1625822"/>
                  </a:cubicBezTo>
                  <a:cubicBezTo>
                    <a:pt x="1743075" y="1666970"/>
                    <a:pt x="1647730" y="1697736"/>
                    <a:pt x="1558862" y="1743075"/>
                  </a:cubicBezTo>
                  <a:cubicBezTo>
                    <a:pt x="1494758" y="1775841"/>
                    <a:pt x="1434275" y="1816132"/>
                    <a:pt x="1386554" y="1869948"/>
                  </a:cubicBezTo>
                  <a:cubicBezTo>
                    <a:pt x="1334548" y="1928622"/>
                    <a:pt x="1300544" y="2000345"/>
                    <a:pt x="1271683" y="2073402"/>
                  </a:cubicBezTo>
                  <a:cubicBezTo>
                    <a:pt x="1235202" y="2165699"/>
                    <a:pt x="1206722" y="2260759"/>
                    <a:pt x="1178338" y="2355914"/>
                  </a:cubicBezTo>
                  <a:cubicBezTo>
                    <a:pt x="1156240" y="2429923"/>
                    <a:pt x="1134237" y="2504028"/>
                    <a:pt x="1113758" y="2578513"/>
                  </a:cubicBezTo>
                  <a:cubicBezTo>
                    <a:pt x="1090041" y="2664714"/>
                    <a:pt x="1068134" y="2751678"/>
                    <a:pt x="1034796" y="2834640"/>
                  </a:cubicBezTo>
                  <a:cubicBezTo>
                    <a:pt x="1000125" y="2920841"/>
                    <a:pt x="953643" y="3001613"/>
                    <a:pt x="905637" y="3081242"/>
                  </a:cubicBezTo>
                  <a:cubicBezTo>
                    <a:pt x="869442" y="3141155"/>
                    <a:pt x="832295" y="3200400"/>
                    <a:pt x="793147" y="3258407"/>
                  </a:cubicBezTo>
                  <a:cubicBezTo>
                    <a:pt x="718661" y="3368802"/>
                    <a:pt x="637223" y="3474434"/>
                    <a:pt x="546735" y="3571970"/>
                  </a:cubicBezTo>
                  <a:cubicBezTo>
                    <a:pt x="482632" y="3641027"/>
                    <a:pt x="414147" y="3705797"/>
                    <a:pt x="346996" y="3771900"/>
                  </a:cubicBezTo>
                  <a:cubicBezTo>
                    <a:pt x="288989" y="3828764"/>
                    <a:pt x="232029" y="3886676"/>
                    <a:pt x="174689" y="3944207"/>
                  </a:cubicBezTo>
                  <a:cubicBezTo>
                    <a:pt x="116586" y="4002596"/>
                    <a:pt x="58293" y="4060698"/>
                    <a:pt x="0" y="4118991"/>
                  </a:cubicBezTo>
                </a:path>
              </a:pathLst>
            </a:custGeom>
            <a:noFill/>
            <a:ln w="9525" cap="rnd">
              <a:solidFill>
                <a:schemeClr val="accent2">
                  <a:alpha val="50000"/>
                </a:schemeClr>
              </a:solidFill>
              <a:prstDash val="lgDash"/>
              <a:round/>
            </a:ln>
          </p:spPr>
          <p:txBody>
            <a:bodyPr rtlCol="0" anchor="ctr"/>
            <a:lstStyle/>
            <a:p>
              <a:endParaRPr lang="en-US"/>
            </a:p>
          </p:txBody>
        </p:sp>
        <p:sp>
          <p:nvSpPr>
            <p:cNvPr id="19" name="Freeform: Shape 18">
              <a:extLst>
                <a:ext uri="{FF2B5EF4-FFF2-40B4-BE49-F238E27FC236}">
                  <a16:creationId xmlns:a16="http://schemas.microsoft.com/office/drawing/2014/main" id="{FE530033-EC4D-4252-B937-8ABB2D681DE0}"/>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10849" y="15178"/>
              <a:ext cx="1368431" cy="2644975"/>
            </a:xfrm>
            <a:custGeom>
              <a:avLst/>
              <a:gdLst>
                <a:gd name="connsiteX0" fmla="*/ 0 w 2059193"/>
                <a:gd name="connsiteY0" fmla="*/ 3980116 h 3980116"/>
                <a:gd name="connsiteX1" fmla="*/ 471583 w 2059193"/>
                <a:gd name="connsiteY1" fmla="*/ 3515678 h 3980116"/>
                <a:gd name="connsiteX2" fmla="*/ 758666 w 2059193"/>
                <a:gd name="connsiteY2" fmla="*/ 3163824 h 3980116"/>
                <a:gd name="connsiteX3" fmla="*/ 940499 w 2059193"/>
                <a:gd name="connsiteY3" fmla="*/ 2780824 h 3980116"/>
                <a:gd name="connsiteX4" fmla="*/ 1055370 w 2059193"/>
                <a:gd name="connsiteY4" fmla="*/ 2242185 h 3980116"/>
                <a:gd name="connsiteX5" fmla="*/ 1136714 w 2059193"/>
                <a:gd name="connsiteY5" fmla="*/ 1878330 h 3980116"/>
                <a:gd name="connsiteX6" fmla="*/ 1246727 w 2059193"/>
                <a:gd name="connsiteY6" fmla="*/ 1562386 h 3980116"/>
                <a:gd name="connsiteX7" fmla="*/ 1378363 w 2059193"/>
                <a:gd name="connsiteY7" fmla="*/ 1430750 h 3980116"/>
                <a:gd name="connsiteX8" fmla="*/ 1691831 w 2059193"/>
                <a:gd name="connsiteY8" fmla="*/ 1394841 h 3980116"/>
                <a:gd name="connsiteX9" fmla="*/ 1914335 w 2059193"/>
                <a:gd name="connsiteY9" fmla="*/ 1323023 h 3980116"/>
                <a:gd name="connsiteX10" fmla="*/ 2055495 w 2059193"/>
                <a:gd name="connsiteY10" fmla="*/ 1098042 h 3980116"/>
                <a:gd name="connsiteX11" fmla="*/ 2033969 w 2059193"/>
                <a:gd name="connsiteY11" fmla="*/ 930497 h 3980116"/>
                <a:gd name="connsiteX12" fmla="*/ 1885664 w 2059193"/>
                <a:gd name="connsiteY12" fmla="*/ 760571 h 3980116"/>
                <a:gd name="connsiteX13" fmla="*/ 1636871 w 2059193"/>
                <a:gd name="connsiteY13" fmla="*/ 612172 h 3980116"/>
                <a:gd name="connsiteX14" fmla="*/ 1335405 w 2059193"/>
                <a:gd name="connsiteY14" fmla="*/ 459010 h 3980116"/>
                <a:gd name="connsiteX15" fmla="*/ 1234916 w 2059193"/>
                <a:gd name="connsiteY15" fmla="*/ 269939 h 3980116"/>
                <a:gd name="connsiteX16" fmla="*/ 1386935 w 2059193"/>
                <a:gd name="connsiteY16" fmla="*/ 0 h 398011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Lst>
              <a:rect l="l" t="t" r="r" b="b"/>
              <a:pathLst>
                <a:path w="2059193" h="3980116">
                  <a:moveTo>
                    <a:pt x="0" y="3980116"/>
                  </a:moveTo>
                  <a:cubicBezTo>
                    <a:pt x="91345" y="3889534"/>
                    <a:pt x="382715" y="3608737"/>
                    <a:pt x="471583" y="3515678"/>
                  </a:cubicBezTo>
                  <a:cubicBezTo>
                    <a:pt x="576358" y="3405949"/>
                    <a:pt x="675989" y="3290983"/>
                    <a:pt x="758666" y="3163824"/>
                  </a:cubicBezTo>
                  <a:cubicBezTo>
                    <a:pt x="836105" y="3044857"/>
                    <a:pt x="897445" y="2916079"/>
                    <a:pt x="940499" y="2780824"/>
                  </a:cubicBezTo>
                  <a:cubicBezTo>
                    <a:pt x="996315" y="2605754"/>
                    <a:pt x="1020985" y="2422874"/>
                    <a:pt x="1055370" y="2242185"/>
                  </a:cubicBezTo>
                  <a:cubicBezTo>
                    <a:pt x="1078611" y="2120075"/>
                    <a:pt x="1107472" y="1999107"/>
                    <a:pt x="1136714" y="1878330"/>
                  </a:cubicBezTo>
                  <a:cubicBezTo>
                    <a:pt x="1163098" y="1769174"/>
                    <a:pt x="1189482" y="1658588"/>
                    <a:pt x="1246727" y="1562386"/>
                  </a:cubicBezTo>
                  <a:cubicBezTo>
                    <a:pt x="1279208" y="1507808"/>
                    <a:pt x="1321689" y="1459039"/>
                    <a:pt x="1378363" y="1430750"/>
                  </a:cubicBezTo>
                  <a:cubicBezTo>
                    <a:pt x="1473327" y="1383221"/>
                    <a:pt x="1584865" y="1402652"/>
                    <a:pt x="1691831" y="1394841"/>
                  </a:cubicBezTo>
                  <a:cubicBezTo>
                    <a:pt x="1771079" y="1389031"/>
                    <a:pt x="1849279" y="1368266"/>
                    <a:pt x="1914335" y="1323023"/>
                  </a:cubicBezTo>
                  <a:cubicBezTo>
                    <a:pt x="1989963" y="1270445"/>
                    <a:pt x="2041493" y="1189101"/>
                    <a:pt x="2055495" y="1098042"/>
                  </a:cubicBezTo>
                  <a:cubicBezTo>
                    <a:pt x="2064258" y="1041178"/>
                    <a:pt x="2057591" y="982980"/>
                    <a:pt x="2033969" y="930497"/>
                  </a:cubicBezTo>
                  <a:cubicBezTo>
                    <a:pt x="2002727" y="861060"/>
                    <a:pt x="1945958" y="807625"/>
                    <a:pt x="1885664" y="760571"/>
                  </a:cubicBezTo>
                  <a:cubicBezTo>
                    <a:pt x="1809179" y="700945"/>
                    <a:pt x="1725549" y="651415"/>
                    <a:pt x="1636871" y="612172"/>
                  </a:cubicBezTo>
                  <a:cubicBezTo>
                    <a:pt x="1532763" y="566071"/>
                    <a:pt x="1421606" y="532543"/>
                    <a:pt x="1335405" y="459010"/>
                  </a:cubicBezTo>
                  <a:cubicBezTo>
                    <a:pt x="1277969" y="409956"/>
                    <a:pt x="1232059" y="344615"/>
                    <a:pt x="1234916" y="269939"/>
                  </a:cubicBezTo>
                  <a:cubicBezTo>
                    <a:pt x="1237012" y="211741"/>
                    <a:pt x="1386935" y="0"/>
                    <a:pt x="1386935" y="0"/>
                  </a:cubicBezTo>
                </a:path>
              </a:pathLst>
            </a:custGeom>
            <a:noFill/>
            <a:ln w="9525" cap="rnd">
              <a:solidFill>
                <a:schemeClr val="accent2">
                  <a:alpha val="50000"/>
                </a:schemeClr>
              </a:solidFill>
              <a:prstDash val="lgDash"/>
              <a:round/>
            </a:ln>
          </p:spPr>
          <p:txBody>
            <a:bodyPr rtlCol="0" anchor="ctr"/>
            <a:lstStyle/>
            <a:p>
              <a:endParaRPr lang="en-US"/>
            </a:p>
          </p:txBody>
        </p:sp>
        <p:sp>
          <p:nvSpPr>
            <p:cNvPr id="20" name="Freeform: Shape 19">
              <a:extLst>
                <a:ext uri="{FF2B5EF4-FFF2-40B4-BE49-F238E27FC236}">
                  <a16:creationId xmlns:a16="http://schemas.microsoft.com/office/drawing/2014/main" id="{2136133D-A7F2-42FA-B919-60AC41C77853}"/>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18825" y="543780"/>
              <a:ext cx="494287" cy="1905590"/>
            </a:xfrm>
            <a:custGeom>
              <a:avLst/>
              <a:gdLst>
                <a:gd name="connsiteX0" fmla="*/ 11144 w 743796"/>
                <a:gd name="connsiteY0" fmla="*/ 0 h 2867501"/>
                <a:gd name="connsiteX1" fmla="*/ 353663 w 743796"/>
                <a:gd name="connsiteY1" fmla="*/ 55245 h 2867501"/>
                <a:gd name="connsiteX2" fmla="*/ 571405 w 743796"/>
                <a:gd name="connsiteY2" fmla="*/ 179737 h 2867501"/>
                <a:gd name="connsiteX3" fmla="*/ 688658 w 743796"/>
                <a:gd name="connsiteY3" fmla="*/ 368808 h 2867501"/>
                <a:gd name="connsiteX4" fmla="*/ 731711 w 743796"/>
                <a:gd name="connsiteY4" fmla="*/ 612934 h 2867501"/>
                <a:gd name="connsiteX5" fmla="*/ 725233 w 743796"/>
                <a:gd name="connsiteY5" fmla="*/ 995648 h 2867501"/>
                <a:gd name="connsiteX6" fmla="*/ 742855 w 743796"/>
                <a:gd name="connsiteY6" fmla="*/ 1499330 h 2867501"/>
                <a:gd name="connsiteX7" fmla="*/ 707898 w 743796"/>
                <a:gd name="connsiteY7" fmla="*/ 1793081 h 2867501"/>
                <a:gd name="connsiteX8" fmla="*/ 633222 w 743796"/>
                <a:gd name="connsiteY8" fmla="*/ 2073592 h 2867501"/>
                <a:gd name="connsiteX9" fmla="*/ 404527 w 743796"/>
                <a:gd name="connsiteY9" fmla="*/ 2472404 h 2867501"/>
                <a:gd name="connsiteX10" fmla="*/ 0 w 743796"/>
                <a:gd name="connsiteY10" fmla="*/ 2867501 h 286750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743796" h="2867501">
                  <a:moveTo>
                    <a:pt x="11144" y="0"/>
                  </a:moveTo>
                  <a:cubicBezTo>
                    <a:pt x="101060" y="2953"/>
                    <a:pt x="268796" y="25146"/>
                    <a:pt x="353663" y="55245"/>
                  </a:cubicBezTo>
                  <a:cubicBezTo>
                    <a:pt x="433483" y="83534"/>
                    <a:pt x="510635" y="120967"/>
                    <a:pt x="571405" y="179737"/>
                  </a:cubicBezTo>
                  <a:cubicBezTo>
                    <a:pt x="625412" y="231934"/>
                    <a:pt x="663607" y="297942"/>
                    <a:pt x="688658" y="368808"/>
                  </a:cubicBezTo>
                  <a:cubicBezTo>
                    <a:pt x="716375" y="447103"/>
                    <a:pt x="727996" y="529876"/>
                    <a:pt x="731711" y="612934"/>
                  </a:cubicBezTo>
                  <a:cubicBezTo>
                    <a:pt x="737426" y="740474"/>
                    <a:pt x="724948" y="867918"/>
                    <a:pt x="725233" y="995648"/>
                  </a:cubicBezTo>
                  <a:cubicBezTo>
                    <a:pt x="725710" y="1163765"/>
                    <a:pt x="748665" y="1331309"/>
                    <a:pt x="742855" y="1499330"/>
                  </a:cubicBezTo>
                  <a:cubicBezTo>
                    <a:pt x="739426" y="1598009"/>
                    <a:pt x="725996" y="1696022"/>
                    <a:pt x="707898" y="1793081"/>
                  </a:cubicBezTo>
                  <a:cubicBezTo>
                    <a:pt x="690086" y="1888426"/>
                    <a:pt x="666845" y="1982724"/>
                    <a:pt x="633222" y="2073592"/>
                  </a:cubicBezTo>
                  <a:cubicBezTo>
                    <a:pt x="579692" y="2218182"/>
                    <a:pt x="499682" y="2351056"/>
                    <a:pt x="404527" y="2472404"/>
                  </a:cubicBezTo>
                  <a:cubicBezTo>
                    <a:pt x="266033" y="2648902"/>
                    <a:pt x="179642" y="2732818"/>
                    <a:pt x="0" y="2867501"/>
                  </a:cubicBezTo>
                </a:path>
              </a:pathLst>
            </a:custGeom>
            <a:noFill/>
            <a:ln w="9525" cap="rnd">
              <a:solidFill>
                <a:schemeClr val="accent2">
                  <a:alpha val="50000"/>
                </a:schemeClr>
              </a:solidFill>
              <a:prstDash val="lgDash"/>
              <a:round/>
            </a:ln>
          </p:spPr>
          <p:txBody>
            <a:bodyPr rtlCol="0" anchor="ctr"/>
            <a:lstStyle/>
            <a:p>
              <a:endParaRPr lang="en-US"/>
            </a:p>
          </p:txBody>
        </p:sp>
        <p:sp>
          <p:nvSpPr>
            <p:cNvPr id="21" name="Freeform: Shape 20">
              <a:extLst>
                <a:ext uri="{FF2B5EF4-FFF2-40B4-BE49-F238E27FC236}">
                  <a16:creationId xmlns:a16="http://schemas.microsoft.com/office/drawing/2014/main" id="{54D267CA-94E7-4FD5-942D-5C3DE29C9118}"/>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10849" y="672286"/>
              <a:ext cx="396930" cy="1690303"/>
            </a:xfrm>
            <a:custGeom>
              <a:avLst/>
              <a:gdLst>
                <a:gd name="connsiteX0" fmla="*/ 16478 w 597294"/>
                <a:gd name="connsiteY0" fmla="*/ 2079 h 2543540"/>
                <a:gd name="connsiteX1" fmla="*/ 299847 w 597294"/>
                <a:gd name="connsiteY1" fmla="*/ 53991 h 2543540"/>
                <a:gd name="connsiteX2" fmla="*/ 503206 w 597294"/>
                <a:gd name="connsiteY2" fmla="*/ 291354 h 2543540"/>
                <a:gd name="connsiteX3" fmla="*/ 525113 w 597294"/>
                <a:gd name="connsiteY3" fmla="*/ 724265 h 2543540"/>
                <a:gd name="connsiteX4" fmla="*/ 578930 w 597294"/>
                <a:gd name="connsiteY4" fmla="*/ 1117267 h 2543540"/>
                <a:gd name="connsiteX5" fmla="*/ 592931 w 597294"/>
                <a:gd name="connsiteY5" fmla="*/ 1476359 h 2543540"/>
                <a:gd name="connsiteX6" fmla="*/ 503206 w 597294"/>
                <a:gd name="connsiteY6" fmla="*/ 1859359 h 2543540"/>
                <a:gd name="connsiteX7" fmla="*/ 291846 w 597294"/>
                <a:gd name="connsiteY7" fmla="*/ 2250361 h 2543540"/>
                <a:gd name="connsiteX8" fmla="*/ 0 w 597294"/>
                <a:gd name="connsiteY8" fmla="*/ 2543540 h 254354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597294" h="2543540">
                  <a:moveTo>
                    <a:pt x="16478" y="2079"/>
                  </a:moveTo>
                  <a:cubicBezTo>
                    <a:pt x="101441" y="-6684"/>
                    <a:pt x="224885" y="12557"/>
                    <a:pt x="299847" y="53991"/>
                  </a:cubicBezTo>
                  <a:cubicBezTo>
                    <a:pt x="394240" y="106092"/>
                    <a:pt x="468440" y="189341"/>
                    <a:pt x="503206" y="291354"/>
                  </a:cubicBezTo>
                  <a:cubicBezTo>
                    <a:pt x="550069" y="429085"/>
                    <a:pt x="520827" y="577770"/>
                    <a:pt x="525113" y="724265"/>
                  </a:cubicBezTo>
                  <a:cubicBezTo>
                    <a:pt x="529019" y="856472"/>
                    <a:pt x="561118" y="986012"/>
                    <a:pt x="578930" y="1117267"/>
                  </a:cubicBezTo>
                  <a:cubicBezTo>
                    <a:pt x="595122" y="1236234"/>
                    <a:pt x="602742" y="1356630"/>
                    <a:pt x="592931" y="1476359"/>
                  </a:cubicBezTo>
                  <a:cubicBezTo>
                    <a:pt x="582073" y="1607709"/>
                    <a:pt x="549783" y="1736011"/>
                    <a:pt x="503206" y="1859359"/>
                  </a:cubicBezTo>
                  <a:cubicBezTo>
                    <a:pt x="450628" y="1998710"/>
                    <a:pt x="383857" y="2133298"/>
                    <a:pt x="291846" y="2250361"/>
                  </a:cubicBezTo>
                  <a:cubicBezTo>
                    <a:pt x="231553" y="2327132"/>
                    <a:pt x="73819" y="2479532"/>
                    <a:pt x="0" y="2543540"/>
                  </a:cubicBezTo>
                </a:path>
              </a:pathLst>
            </a:custGeom>
            <a:noFill/>
            <a:ln w="9525" cap="rnd">
              <a:solidFill>
                <a:schemeClr val="accent2">
                  <a:alpha val="50000"/>
                </a:schemeClr>
              </a:solidFill>
              <a:prstDash val="lgDash"/>
              <a:round/>
            </a:ln>
          </p:spPr>
          <p:txBody>
            <a:bodyPr rtlCol="0" anchor="ctr"/>
            <a:lstStyle/>
            <a:p>
              <a:endParaRPr lang="en-US"/>
            </a:p>
          </p:txBody>
        </p:sp>
        <p:sp>
          <p:nvSpPr>
            <p:cNvPr id="22" name="Freeform: Shape 21">
              <a:extLst>
                <a:ext uri="{FF2B5EF4-FFF2-40B4-BE49-F238E27FC236}">
                  <a16:creationId xmlns:a16="http://schemas.microsoft.com/office/drawing/2014/main" id="{30D7B39F-6C07-4FE8-A354-9F9A12609121}"/>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23002" y="881264"/>
              <a:ext cx="258791" cy="1336561"/>
            </a:xfrm>
            <a:custGeom>
              <a:avLst/>
              <a:gdLst>
                <a:gd name="connsiteX0" fmla="*/ 0 w 389425"/>
                <a:gd name="connsiteY0" fmla="*/ 33 h 2011236"/>
                <a:gd name="connsiteX1" fmla="*/ 171260 w 389425"/>
                <a:gd name="connsiteY1" fmla="*/ 60326 h 2011236"/>
                <a:gd name="connsiteX2" fmla="*/ 211455 w 389425"/>
                <a:gd name="connsiteY2" fmla="*/ 221204 h 2011236"/>
                <a:gd name="connsiteX3" fmla="*/ 243078 w 389425"/>
                <a:gd name="connsiteY3" fmla="*/ 448089 h 2011236"/>
                <a:gd name="connsiteX4" fmla="*/ 346424 w 389425"/>
                <a:gd name="connsiteY4" fmla="*/ 789941 h 2011236"/>
                <a:gd name="connsiteX5" fmla="*/ 372237 w 389425"/>
                <a:gd name="connsiteY5" fmla="*/ 942151 h 2011236"/>
                <a:gd name="connsiteX6" fmla="*/ 386620 w 389425"/>
                <a:gd name="connsiteY6" fmla="*/ 1272478 h 2011236"/>
                <a:gd name="connsiteX7" fmla="*/ 280416 w 389425"/>
                <a:gd name="connsiteY7" fmla="*/ 1660241 h 2011236"/>
                <a:gd name="connsiteX8" fmla="*/ 151257 w 389425"/>
                <a:gd name="connsiteY8" fmla="*/ 1844073 h 2011236"/>
                <a:gd name="connsiteX9" fmla="*/ 1905 w 389425"/>
                <a:gd name="connsiteY9" fmla="*/ 2011237 h 201123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389425" h="2011236">
                  <a:moveTo>
                    <a:pt x="0" y="33"/>
                  </a:moveTo>
                  <a:cubicBezTo>
                    <a:pt x="57912" y="-824"/>
                    <a:pt x="136112" y="14892"/>
                    <a:pt x="171260" y="60326"/>
                  </a:cubicBezTo>
                  <a:cubicBezTo>
                    <a:pt x="205645" y="104903"/>
                    <a:pt x="207740" y="164244"/>
                    <a:pt x="211455" y="221204"/>
                  </a:cubicBezTo>
                  <a:cubicBezTo>
                    <a:pt x="216408" y="297594"/>
                    <a:pt x="225838" y="373604"/>
                    <a:pt x="243078" y="448089"/>
                  </a:cubicBezTo>
                  <a:cubicBezTo>
                    <a:pt x="269939" y="564199"/>
                    <a:pt x="319183" y="673927"/>
                    <a:pt x="346424" y="789941"/>
                  </a:cubicBezTo>
                  <a:cubicBezTo>
                    <a:pt x="358235" y="840043"/>
                    <a:pt x="365951" y="891097"/>
                    <a:pt x="372237" y="942151"/>
                  </a:cubicBezTo>
                  <a:cubicBezTo>
                    <a:pt x="385858" y="1051784"/>
                    <a:pt x="394049" y="1162274"/>
                    <a:pt x="386620" y="1272478"/>
                  </a:cubicBezTo>
                  <a:cubicBezTo>
                    <a:pt x="377476" y="1407828"/>
                    <a:pt x="344996" y="1541178"/>
                    <a:pt x="280416" y="1660241"/>
                  </a:cubicBezTo>
                  <a:cubicBezTo>
                    <a:pt x="244602" y="1726249"/>
                    <a:pt x="199358" y="1786352"/>
                    <a:pt x="151257" y="1844073"/>
                  </a:cubicBezTo>
                  <a:cubicBezTo>
                    <a:pt x="79534" y="1930084"/>
                    <a:pt x="89345" y="1941419"/>
                    <a:pt x="1905" y="2011237"/>
                  </a:cubicBezTo>
                </a:path>
              </a:pathLst>
            </a:custGeom>
            <a:noFill/>
            <a:ln w="9525" cap="rnd">
              <a:solidFill>
                <a:schemeClr val="accent2">
                  <a:alpha val="50000"/>
                </a:schemeClr>
              </a:solidFill>
              <a:prstDash val="lgDash"/>
              <a:round/>
            </a:ln>
          </p:spPr>
          <p:txBody>
            <a:bodyPr rtlCol="0" anchor="ctr"/>
            <a:lstStyle/>
            <a:p>
              <a:endParaRPr lang="en-US" dirty="0"/>
            </a:p>
          </p:txBody>
        </p:sp>
      </p:grpSp>
      <p:grpSp>
        <p:nvGrpSpPr>
          <p:cNvPr id="24" name="Bottom Right">
            <a:extLst>
              <a:ext uri="{FF2B5EF4-FFF2-40B4-BE49-F238E27FC236}">
                <a16:creationId xmlns:a16="http://schemas.microsoft.com/office/drawing/2014/main" id="{C493BE25-7BED-4AAF-B05A-9EB10C80EF72}"/>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7980400" y="3276601"/>
            <a:ext cx="4211600" cy="3581399"/>
            <a:chOff x="7980400" y="3276601"/>
            <a:chExt cx="4211600" cy="3581399"/>
          </a:xfrm>
        </p:grpSpPr>
        <p:sp>
          <p:nvSpPr>
            <p:cNvPr id="25" name="Freeform: Shape 24">
              <a:extLst>
                <a:ext uri="{FF2B5EF4-FFF2-40B4-BE49-F238E27FC236}">
                  <a16:creationId xmlns:a16="http://schemas.microsoft.com/office/drawing/2014/main" id="{2C74F867-72FD-4FAA-9932-767684A7589C}"/>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10439256" y="6178637"/>
              <a:ext cx="1482102" cy="679363"/>
            </a:xfrm>
            <a:custGeom>
              <a:avLst/>
              <a:gdLst>
                <a:gd name="connsiteX0" fmla="*/ 741051 w 1482102"/>
                <a:gd name="connsiteY0" fmla="*/ 0 h 679363"/>
                <a:gd name="connsiteX1" fmla="*/ 1473822 w 1482102"/>
                <a:gd name="connsiteY1" fmla="*/ 597226 h 679363"/>
                <a:gd name="connsiteX2" fmla="*/ 1482102 w 1482102"/>
                <a:gd name="connsiteY2" fmla="*/ 679363 h 679363"/>
                <a:gd name="connsiteX3" fmla="*/ 0 w 1482102"/>
                <a:gd name="connsiteY3" fmla="*/ 679363 h 679363"/>
                <a:gd name="connsiteX4" fmla="*/ 8280 w 1482102"/>
                <a:gd name="connsiteY4" fmla="*/ 597226 h 679363"/>
                <a:gd name="connsiteX5" fmla="*/ 741051 w 1482102"/>
                <a:gd name="connsiteY5" fmla="*/ 0 h 67936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1482102" h="679363">
                  <a:moveTo>
                    <a:pt x="741051" y="0"/>
                  </a:moveTo>
                  <a:cubicBezTo>
                    <a:pt x="1102506" y="0"/>
                    <a:pt x="1404077" y="256390"/>
                    <a:pt x="1473822" y="597226"/>
                  </a:cubicBezTo>
                  <a:lnTo>
                    <a:pt x="1482102" y="679363"/>
                  </a:lnTo>
                  <a:lnTo>
                    <a:pt x="0" y="679363"/>
                  </a:lnTo>
                  <a:lnTo>
                    <a:pt x="8280" y="597226"/>
                  </a:lnTo>
                  <a:cubicBezTo>
                    <a:pt x="78025" y="256390"/>
                    <a:pt x="379596" y="0"/>
                    <a:pt x="741051" y="0"/>
                  </a:cubicBezTo>
                  <a:close/>
                </a:path>
              </a:pathLst>
            </a:cu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dirty="0">
                <a:solidFill>
                  <a:schemeClr val="tx1">
                    <a:lumMod val="65000"/>
                    <a:lumOff val="35000"/>
                  </a:schemeClr>
                </a:solidFill>
                <a:latin typeface="AvenirNext LT Pro Medium" panose="020B0504020202020204" pitchFamily="34" charset="0"/>
              </a:endParaRPr>
            </a:p>
          </p:txBody>
        </p:sp>
        <p:grpSp>
          <p:nvGrpSpPr>
            <p:cNvPr id="26" name="Graphic 157">
              <a:extLst>
                <a:ext uri="{FF2B5EF4-FFF2-40B4-BE49-F238E27FC236}">
                  <a16:creationId xmlns:a16="http://schemas.microsoft.com/office/drawing/2014/main" id="{186A5D6B-01F1-41A2-8AE2-E20E30B0488B}"/>
                </a:ext>
                <a:ext uri="{C183D7F6-B498-43B3-948B-1728B52AA6E4}">
                  <adec:decorative xmlns:adec="http://schemas.microsoft.com/office/drawing/2017/decorative" val="1"/>
                </a:ext>
              </a:extLst>
            </p:cNvPr>
            <p:cNvGrpSpPr/>
            <p:nvPr>
              <p:extLst>
                <p:ext uri="{386F3935-93C4-4BCD-93E2-E3B085C9AB24}">
                  <p16:designElem xmlns:p16="http://schemas.microsoft.com/office/powerpoint/2015/main" val="1"/>
                </p:ext>
              </p:extLst>
            </p:nvPr>
          </p:nvGrpSpPr>
          <p:grpSpPr>
            <a:xfrm>
              <a:off x="8662740" y="3276601"/>
              <a:ext cx="3529260" cy="3581398"/>
              <a:chOff x="4114800" y="1423987"/>
              <a:chExt cx="3961542" cy="4007547"/>
            </a:xfrm>
            <a:noFill/>
          </p:grpSpPr>
          <p:sp>
            <p:nvSpPr>
              <p:cNvPr id="28" name="Freeform: Shape 27">
                <a:extLst>
                  <a:ext uri="{FF2B5EF4-FFF2-40B4-BE49-F238E27FC236}">
                    <a16:creationId xmlns:a16="http://schemas.microsoft.com/office/drawing/2014/main" id="{6FB5D595-CCC3-47E7-B8F1-88394EF1FDF1}"/>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4114800" y="1423987"/>
                <a:ext cx="3946874" cy="3989641"/>
              </a:xfrm>
              <a:custGeom>
                <a:avLst/>
                <a:gdLst>
                  <a:gd name="connsiteX0" fmla="*/ 0 w 3946874"/>
                  <a:gd name="connsiteY0" fmla="*/ 3989641 h 3989641"/>
                  <a:gd name="connsiteX1" fmla="*/ 79439 w 3946874"/>
                  <a:gd name="connsiteY1" fmla="*/ 3891153 h 3989641"/>
                  <a:gd name="connsiteX2" fmla="*/ 297371 w 3946874"/>
                  <a:gd name="connsiteY2" fmla="*/ 3626930 h 3989641"/>
                  <a:gd name="connsiteX3" fmla="*/ 454343 w 3946874"/>
                  <a:gd name="connsiteY3" fmla="*/ 3440335 h 3989641"/>
                  <a:gd name="connsiteX4" fmla="*/ 622363 w 3946874"/>
                  <a:gd name="connsiteY4" fmla="*/ 3290697 h 3989641"/>
                  <a:gd name="connsiteX5" fmla="*/ 927068 w 3946874"/>
                  <a:gd name="connsiteY5" fmla="*/ 3087434 h 3989641"/>
                  <a:gd name="connsiteX6" fmla="*/ 1176338 w 3946874"/>
                  <a:gd name="connsiteY6" fmla="*/ 2915603 h 3989641"/>
                  <a:gd name="connsiteX7" fmla="*/ 1394270 w 3946874"/>
                  <a:gd name="connsiteY7" fmla="*/ 2780729 h 3989641"/>
                  <a:gd name="connsiteX8" fmla="*/ 1601057 w 3946874"/>
                  <a:gd name="connsiteY8" fmla="*/ 2723483 h 3989641"/>
                  <a:gd name="connsiteX9" fmla="*/ 1756220 w 3946874"/>
                  <a:gd name="connsiteY9" fmla="*/ 2743772 h 3989641"/>
                  <a:gd name="connsiteX10" fmla="*/ 1889189 w 3946874"/>
                  <a:gd name="connsiteY10" fmla="*/ 2765965 h 3989641"/>
                  <a:gd name="connsiteX11" fmla="*/ 2007394 w 3946874"/>
                  <a:gd name="connsiteY11" fmla="*/ 2765965 h 3989641"/>
                  <a:gd name="connsiteX12" fmla="*/ 2184654 w 3946874"/>
                  <a:gd name="connsiteY12" fmla="*/ 2671763 h 3989641"/>
                  <a:gd name="connsiteX13" fmla="*/ 2372773 w 3946874"/>
                  <a:gd name="connsiteY13" fmla="*/ 2538984 h 3989641"/>
                  <a:gd name="connsiteX14" fmla="*/ 2439543 w 3946874"/>
                  <a:gd name="connsiteY14" fmla="*/ 2510504 h 3989641"/>
                  <a:gd name="connsiteX15" fmla="*/ 2650617 w 3946874"/>
                  <a:gd name="connsiteY15" fmla="*/ 2434781 h 3989641"/>
                  <a:gd name="connsiteX16" fmla="*/ 2785110 w 3946874"/>
                  <a:gd name="connsiteY16" fmla="*/ 2383060 h 3989641"/>
                  <a:gd name="connsiteX17" fmla="*/ 2897315 w 3946874"/>
                  <a:gd name="connsiteY17" fmla="*/ 2318861 h 3989641"/>
                  <a:gd name="connsiteX18" fmla="*/ 2997994 w 3946874"/>
                  <a:gd name="connsiteY18" fmla="*/ 2226183 h 3989641"/>
                  <a:gd name="connsiteX19" fmla="*/ 3061240 w 3946874"/>
                  <a:gd name="connsiteY19" fmla="*/ 2141506 h 3989641"/>
                  <a:gd name="connsiteX20" fmla="*/ 3152108 w 3946874"/>
                  <a:gd name="connsiteY20" fmla="*/ 2005203 h 3989641"/>
                  <a:gd name="connsiteX21" fmla="*/ 3274124 w 3946874"/>
                  <a:gd name="connsiteY21" fmla="*/ 1871567 h 3989641"/>
                  <a:gd name="connsiteX22" fmla="*/ 3388138 w 3946874"/>
                  <a:gd name="connsiteY22" fmla="*/ 1770888 h 3989641"/>
                  <a:gd name="connsiteX23" fmla="*/ 3466529 w 3946874"/>
                  <a:gd name="connsiteY23" fmla="*/ 1679162 h 3989641"/>
                  <a:gd name="connsiteX24" fmla="*/ 3538633 w 3946874"/>
                  <a:gd name="connsiteY24" fmla="*/ 1551718 h 3989641"/>
                  <a:gd name="connsiteX25" fmla="*/ 3588544 w 3946874"/>
                  <a:gd name="connsiteY25" fmla="*/ 1376172 h 3989641"/>
                  <a:gd name="connsiteX26" fmla="*/ 3597402 w 3946874"/>
                  <a:gd name="connsiteY26" fmla="*/ 1293305 h 3989641"/>
                  <a:gd name="connsiteX27" fmla="*/ 3721227 w 3946874"/>
                  <a:gd name="connsiteY27" fmla="*/ 880491 h 3989641"/>
                  <a:gd name="connsiteX28" fmla="*/ 3761137 w 3946874"/>
                  <a:gd name="connsiteY28" fmla="*/ 463677 h 3989641"/>
                  <a:gd name="connsiteX29" fmla="*/ 3946874 w 3946874"/>
                  <a:gd name="connsiteY29" fmla="*/ 0 h 398964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Lst>
                <a:rect l="l" t="t" r="r" b="b"/>
                <a:pathLst>
                  <a:path w="3946874" h="3989641">
                    <a:moveTo>
                      <a:pt x="0" y="3989641"/>
                    </a:moveTo>
                    <a:cubicBezTo>
                      <a:pt x="19050" y="3957257"/>
                      <a:pt x="50959" y="3916013"/>
                      <a:pt x="79439" y="3891153"/>
                    </a:cubicBezTo>
                    <a:cubicBezTo>
                      <a:pt x="165544" y="3815906"/>
                      <a:pt x="227933" y="3717989"/>
                      <a:pt x="297371" y="3626930"/>
                    </a:cubicBezTo>
                    <a:cubicBezTo>
                      <a:pt x="346615" y="3562255"/>
                      <a:pt x="398050" y="3499009"/>
                      <a:pt x="454343" y="3440335"/>
                    </a:cubicBezTo>
                    <a:cubicBezTo>
                      <a:pt x="506349" y="3386042"/>
                      <a:pt x="562642" y="3336227"/>
                      <a:pt x="622363" y="3290697"/>
                    </a:cubicBezTo>
                    <a:cubicBezTo>
                      <a:pt x="719519" y="3216688"/>
                      <a:pt x="824960" y="3154585"/>
                      <a:pt x="927068" y="3087434"/>
                    </a:cubicBezTo>
                    <a:cubicBezTo>
                      <a:pt x="1011365" y="3031998"/>
                      <a:pt x="1093565" y="2973324"/>
                      <a:pt x="1176338" y="2915603"/>
                    </a:cubicBezTo>
                    <a:cubicBezTo>
                      <a:pt x="1246537" y="2866644"/>
                      <a:pt x="1317308" y="2818066"/>
                      <a:pt x="1394270" y="2780729"/>
                    </a:cubicBezTo>
                    <a:cubicBezTo>
                      <a:pt x="1459421" y="2749106"/>
                      <a:pt x="1528763" y="2724436"/>
                      <a:pt x="1601057" y="2723483"/>
                    </a:cubicBezTo>
                    <a:cubicBezTo>
                      <a:pt x="1653350" y="2722721"/>
                      <a:pt x="1704785" y="2733485"/>
                      <a:pt x="1756220" y="2743772"/>
                    </a:cubicBezTo>
                    <a:cubicBezTo>
                      <a:pt x="1800320" y="2752630"/>
                      <a:pt x="1844612" y="2760250"/>
                      <a:pt x="1889189" y="2765965"/>
                    </a:cubicBezTo>
                    <a:cubicBezTo>
                      <a:pt x="1928622" y="2771013"/>
                      <a:pt x="1968437" y="2773299"/>
                      <a:pt x="2007394" y="2765965"/>
                    </a:cubicBezTo>
                    <a:cubicBezTo>
                      <a:pt x="2073878" y="2753487"/>
                      <a:pt x="2130647" y="2712911"/>
                      <a:pt x="2184654" y="2671763"/>
                    </a:cubicBezTo>
                    <a:cubicBezTo>
                      <a:pt x="2245900" y="2625090"/>
                      <a:pt x="2304002" y="2573465"/>
                      <a:pt x="2372773" y="2538984"/>
                    </a:cubicBezTo>
                    <a:cubicBezTo>
                      <a:pt x="2394395" y="2528126"/>
                      <a:pt x="2416874" y="2518982"/>
                      <a:pt x="2439543" y="2510504"/>
                    </a:cubicBezTo>
                    <a:cubicBezTo>
                      <a:pt x="2509552" y="2484215"/>
                      <a:pt x="2580037" y="2459450"/>
                      <a:pt x="2650617" y="2434781"/>
                    </a:cubicBezTo>
                    <a:cubicBezTo>
                      <a:pt x="2695956" y="2418874"/>
                      <a:pt x="2741295" y="2402872"/>
                      <a:pt x="2785110" y="2383060"/>
                    </a:cubicBezTo>
                    <a:cubicBezTo>
                      <a:pt x="2824448" y="2365248"/>
                      <a:pt x="2862358" y="2344198"/>
                      <a:pt x="2897315" y="2318861"/>
                    </a:cubicBezTo>
                    <a:cubicBezTo>
                      <a:pt x="2934367" y="2292096"/>
                      <a:pt x="2968085" y="2260854"/>
                      <a:pt x="2997994" y="2226183"/>
                    </a:cubicBezTo>
                    <a:cubicBezTo>
                      <a:pt x="3020949" y="2199513"/>
                      <a:pt x="3041714" y="2170938"/>
                      <a:pt x="3061240" y="2141506"/>
                    </a:cubicBezTo>
                    <a:cubicBezTo>
                      <a:pt x="3091529" y="2095976"/>
                      <a:pt x="3119533" y="2049018"/>
                      <a:pt x="3152108" y="2005203"/>
                    </a:cubicBezTo>
                    <a:cubicBezTo>
                      <a:pt x="3188113" y="1956626"/>
                      <a:pt x="3229261" y="1912144"/>
                      <a:pt x="3274124" y="1871567"/>
                    </a:cubicBezTo>
                    <a:cubicBezTo>
                      <a:pt x="3311747" y="1837563"/>
                      <a:pt x="3351848" y="1806321"/>
                      <a:pt x="3388138" y="1770888"/>
                    </a:cubicBezTo>
                    <a:cubicBezTo>
                      <a:pt x="3416999" y="1742694"/>
                      <a:pt x="3443002" y="1711833"/>
                      <a:pt x="3466529" y="1679162"/>
                    </a:cubicBezTo>
                    <a:cubicBezTo>
                      <a:pt x="3495008" y="1639348"/>
                      <a:pt x="3519392" y="1596771"/>
                      <a:pt x="3538633" y="1551718"/>
                    </a:cubicBezTo>
                    <a:cubicBezTo>
                      <a:pt x="3562731" y="1495616"/>
                      <a:pt x="3578924" y="1436465"/>
                      <a:pt x="3588544" y="1376172"/>
                    </a:cubicBezTo>
                    <a:cubicBezTo>
                      <a:pt x="3592925" y="1348740"/>
                      <a:pt x="3595688" y="1321022"/>
                      <a:pt x="3597402" y="1293305"/>
                    </a:cubicBezTo>
                    <a:cubicBezTo>
                      <a:pt x="3605974" y="1155859"/>
                      <a:pt x="3717703" y="1018127"/>
                      <a:pt x="3721227" y="880491"/>
                    </a:cubicBezTo>
                    <a:cubicBezTo>
                      <a:pt x="3724751" y="740855"/>
                      <a:pt x="3743135" y="602171"/>
                      <a:pt x="3761137" y="463677"/>
                    </a:cubicBezTo>
                    <a:cubicBezTo>
                      <a:pt x="3776186" y="347758"/>
                      <a:pt x="3934968" y="116205"/>
                      <a:pt x="3946874" y="0"/>
                    </a:cubicBezTo>
                  </a:path>
                </a:pathLst>
              </a:custGeom>
              <a:noFill/>
              <a:ln w="9525" cap="rnd">
                <a:solidFill>
                  <a:schemeClr val="accent2">
                    <a:alpha val="35000"/>
                  </a:schemeClr>
                </a:solidFill>
                <a:prstDash val="lgDash"/>
                <a:round/>
              </a:ln>
            </p:spPr>
            <p:txBody>
              <a:bodyPr rtlCol="0" anchor="ctr"/>
              <a:lstStyle/>
              <a:p>
                <a:endParaRPr lang="en-US"/>
              </a:p>
            </p:txBody>
          </p:sp>
          <p:sp>
            <p:nvSpPr>
              <p:cNvPr id="29" name="Freeform: Shape 28">
                <a:extLst>
                  <a:ext uri="{FF2B5EF4-FFF2-40B4-BE49-F238E27FC236}">
                    <a16:creationId xmlns:a16="http://schemas.microsoft.com/office/drawing/2014/main" id="{E36CCDE7-57DC-4910-B815-A1C0C0D8D1C2}"/>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4395978" y="2441733"/>
                <a:ext cx="3665410" cy="2985611"/>
              </a:xfrm>
              <a:custGeom>
                <a:avLst/>
                <a:gdLst>
                  <a:gd name="connsiteX0" fmla="*/ 0 w 3665410"/>
                  <a:gd name="connsiteY0" fmla="*/ 2985611 h 2985611"/>
                  <a:gd name="connsiteX1" fmla="*/ 166211 w 3665410"/>
                  <a:gd name="connsiteY1" fmla="*/ 2699766 h 2985611"/>
                  <a:gd name="connsiteX2" fmla="*/ 397002 w 3665410"/>
                  <a:gd name="connsiteY2" fmla="*/ 2414969 h 2985611"/>
                  <a:gd name="connsiteX3" fmla="*/ 620173 w 3665410"/>
                  <a:gd name="connsiteY3" fmla="*/ 2237899 h 2985611"/>
                  <a:gd name="connsiteX4" fmla="*/ 823341 w 3665410"/>
                  <a:gd name="connsiteY4" fmla="*/ 2085499 h 2985611"/>
                  <a:gd name="connsiteX5" fmla="*/ 1089565 w 3665410"/>
                  <a:gd name="connsiteY5" fmla="*/ 1911477 h 2985611"/>
                  <a:gd name="connsiteX6" fmla="*/ 1145000 w 3665410"/>
                  <a:gd name="connsiteY6" fmla="*/ 1886807 h 2985611"/>
                  <a:gd name="connsiteX7" fmla="*/ 1375791 w 3665410"/>
                  <a:gd name="connsiteY7" fmla="*/ 1842135 h 2985611"/>
                  <a:gd name="connsiteX8" fmla="*/ 1486567 w 3665410"/>
                  <a:gd name="connsiteY8" fmla="*/ 1857566 h 2985611"/>
                  <a:gd name="connsiteX9" fmla="*/ 1568101 w 3665410"/>
                  <a:gd name="connsiteY9" fmla="*/ 1871377 h 2985611"/>
                  <a:gd name="connsiteX10" fmla="*/ 1810607 w 3665410"/>
                  <a:gd name="connsiteY10" fmla="*/ 1871377 h 2985611"/>
                  <a:gd name="connsiteX11" fmla="*/ 1997964 w 3665410"/>
                  <a:gd name="connsiteY11" fmla="*/ 1790605 h 2985611"/>
                  <a:gd name="connsiteX12" fmla="*/ 2109883 w 3665410"/>
                  <a:gd name="connsiteY12" fmla="*/ 1702784 h 2985611"/>
                  <a:gd name="connsiteX13" fmla="*/ 2321433 w 3665410"/>
                  <a:gd name="connsiteY13" fmla="*/ 1552384 h 2985611"/>
                  <a:gd name="connsiteX14" fmla="*/ 2558891 w 3665410"/>
                  <a:gd name="connsiteY14" fmla="*/ 1453420 h 2985611"/>
                  <a:gd name="connsiteX15" fmla="*/ 2709767 w 3665410"/>
                  <a:gd name="connsiteY15" fmla="*/ 1377887 h 2985611"/>
                  <a:gd name="connsiteX16" fmla="*/ 2885408 w 3665410"/>
                  <a:gd name="connsiteY16" fmla="*/ 1237393 h 2985611"/>
                  <a:gd name="connsiteX17" fmla="*/ 3017711 w 3665410"/>
                  <a:gd name="connsiteY17" fmla="*/ 1072229 h 2985611"/>
                  <a:gd name="connsiteX18" fmla="*/ 3150680 w 3665410"/>
                  <a:gd name="connsiteY18" fmla="*/ 921830 h 2985611"/>
                  <a:gd name="connsiteX19" fmla="*/ 3255169 w 3665410"/>
                  <a:gd name="connsiteY19" fmla="*/ 801815 h 2985611"/>
                  <a:gd name="connsiteX20" fmla="*/ 3339275 w 3665410"/>
                  <a:gd name="connsiteY20" fmla="*/ 694182 h 2985611"/>
                  <a:gd name="connsiteX21" fmla="*/ 3409188 w 3665410"/>
                  <a:gd name="connsiteY21" fmla="*/ 546926 h 2985611"/>
                  <a:gd name="connsiteX22" fmla="*/ 3464243 w 3665410"/>
                  <a:gd name="connsiteY22" fmla="*/ 347663 h 2985611"/>
                  <a:gd name="connsiteX23" fmla="*/ 3665411 w 3665410"/>
                  <a:gd name="connsiteY23" fmla="*/ 0 h 298561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Lst>
                <a:rect l="l" t="t" r="r" b="b"/>
                <a:pathLst>
                  <a:path w="3665410" h="2985611">
                    <a:moveTo>
                      <a:pt x="0" y="2985611"/>
                    </a:moveTo>
                    <a:cubicBezTo>
                      <a:pt x="0" y="2985611"/>
                      <a:pt x="86773" y="2802827"/>
                      <a:pt x="166211" y="2699766"/>
                    </a:cubicBezTo>
                    <a:cubicBezTo>
                      <a:pt x="240983" y="2602706"/>
                      <a:pt x="309182" y="2500122"/>
                      <a:pt x="397002" y="2414969"/>
                    </a:cubicBezTo>
                    <a:cubicBezTo>
                      <a:pt x="465296" y="2348865"/>
                      <a:pt x="543592" y="2294477"/>
                      <a:pt x="620173" y="2237899"/>
                    </a:cubicBezTo>
                    <a:cubicBezTo>
                      <a:pt x="688277" y="2187607"/>
                      <a:pt x="755333" y="2135886"/>
                      <a:pt x="823341" y="2085499"/>
                    </a:cubicBezTo>
                    <a:cubicBezTo>
                      <a:pt x="908685" y="2022253"/>
                      <a:pt x="994791" y="1959197"/>
                      <a:pt x="1089565" y="1911477"/>
                    </a:cubicBezTo>
                    <a:cubicBezTo>
                      <a:pt x="1107662" y="1902428"/>
                      <a:pt x="1126141" y="1894141"/>
                      <a:pt x="1145000" y="1886807"/>
                    </a:cubicBezTo>
                    <a:cubicBezTo>
                      <a:pt x="1218819" y="1858232"/>
                      <a:pt x="1296924" y="1838611"/>
                      <a:pt x="1375791" y="1842135"/>
                    </a:cubicBezTo>
                    <a:cubicBezTo>
                      <a:pt x="1413129" y="1843754"/>
                      <a:pt x="1449896" y="1850422"/>
                      <a:pt x="1486567" y="1857566"/>
                    </a:cubicBezTo>
                    <a:cubicBezTo>
                      <a:pt x="1513618" y="1862804"/>
                      <a:pt x="1540859" y="1867376"/>
                      <a:pt x="1568101" y="1871377"/>
                    </a:cubicBezTo>
                    <a:cubicBezTo>
                      <a:pt x="1648778" y="1883188"/>
                      <a:pt x="1730978" y="1887665"/>
                      <a:pt x="1810607" y="1871377"/>
                    </a:cubicBezTo>
                    <a:cubicBezTo>
                      <a:pt x="1877854" y="1857661"/>
                      <a:pt x="1941100" y="1829086"/>
                      <a:pt x="1997964" y="1790605"/>
                    </a:cubicBezTo>
                    <a:cubicBezTo>
                      <a:pt x="2037302" y="1764030"/>
                      <a:pt x="2073497" y="1733264"/>
                      <a:pt x="2109883" y="1702784"/>
                    </a:cubicBezTo>
                    <a:cubicBezTo>
                      <a:pt x="2176367" y="1647063"/>
                      <a:pt x="2244852" y="1593151"/>
                      <a:pt x="2321433" y="1552384"/>
                    </a:cubicBezTo>
                    <a:cubicBezTo>
                      <a:pt x="2397157" y="1512094"/>
                      <a:pt x="2479548" y="1486281"/>
                      <a:pt x="2558891" y="1453420"/>
                    </a:cubicBezTo>
                    <a:cubicBezTo>
                      <a:pt x="2610898" y="1431798"/>
                      <a:pt x="2661571" y="1407033"/>
                      <a:pt x="2709767" y="1377887"/>
                    </a:cubicBezTo>
                    <a:cubicBezTo>
                      <a:pt x="2774252" y="1338929"/>
                      <a:pt x="2834069" y="1292447"/>
                      <a:pt x="2885408" y="1237393"/>
                    </a:cubicBezTo>
                    <a:cubicBezTo>
                      <a:pt x="2933605" y="1185767"/>
                      <a:pt x="2973324" y="1127093"/>
                      <a:pt x="3017711" y="1072229"/>
                    </a:cubicBezTo>
                    <a:cubicBezTo>
                      <a:pt x="3059811" y="1020223"/>
                      <a:pt x="3105912" y="971645"/>
                      <a:pt x="3150680" y="921830"/>
                    </a:cubicBezTo>
                    <a:cubicBezTo>
                      <a:pt x="3186113" y="882396"/>
                      <a:pt x="3220593" y="842010"/>
                      <a:pt x="3255169" y="801815"/>
                    </a:cubicBezTo>
                    <a:cubicBezTo>
                      <a:pt x="3284887" y="767239"/>
                      <a:pt x="3314605" y="732473"/>
                      <a:pt x="3339275" y="694182"/>
                    </a:cubicBezTo>
                    <a:cubicBezTo>
                      <a:pt x="3368707" y="648367"/>
                      <a:pt x="3390138" y="597980"/>
                      <a:pt x="3409188" y="546926"/>
                    </a:cubicBezTo>
                    <a:cubicBezTo>
                      <a:pt x="3433382" y="482156"/>
                      <a:pt x="3453384" y="415861"/>
                      <a:pt x="3464243" y="347663"/>
                    </a:cubicBezTo>
                    <a:cubicBezTo>
                      <a:pt x="3476244" y="272224"/>
                      <a:pt x="3661696" y="76295"/>
                      <a:pt x="3665411" y="0"/>
                    </a:cubicBezTo>
                  </a:path>
                </a:pathLst>
              </a:custGeom>
              <a:noFill/>
              <a:ln w="9525" cap="rnd">
                <a:solidFill>
                  <a:schemeClr val="accent2">
                    <a:alpha val="35000"/>
                  </a:schemeClr>
                </a:solidFill>
                <a:prstDash val="lgDash"/>
                <a:round/>
              </a:ln>
            </p:spPr>
            <p:txBody>
              <a:bodyPr rtlCol="0" anchor="ctr"/>
              <a:lstStyle/>
              <a:p>
                <a:endParaRPr lang="en-US"/>
              </a:p>
            </p:txBody>
          </p:sp>
          <p:sp>
            <p:nvSpPr>
              <p:cNvPr id="30" name="Freeform: Shape 29">
                <a:extLst>
                  <a:ext uri="{FF2B5EF4-FFF2-40B4-BE49-F238E27FC236}">
                    <a16:creationId xmlns:a16="http://schemas.microsoft.com/office/drawing/2014/main" id="{005B41E5-C3EB-4C22-B6DE-8928C8314EEB}"/>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7790402" y="5229700"/>
                <a:ext cx="285940" cy="199072"/>
              </a:xfrm>
              <a:custGeom>
                <a:avLst/>
                <a:gdLst>
                  <a:gd name="connsiteX0" fmla="*/ 0 w 285940"/>
                  <a:gd name="connsiteY0" fmla="*/ 199073 h 199072"/>
                  <a:gd name="connsiteX1" fmla="*/ 285940 w 285940"/>
                  <a:gd name="connsiteY1" fmla="*/ 0 h 199072"/>
                </a:gdLst>
                <a:ahLst/>
                <a:cxnLst>
                  <a:cxn ang="0">
                    <a:pos x="connsiteX0" y="connsiteY0"/>
                  </a:cxn>
                  <a:cxn ang="0">
                    <a:pos x="connsiteX1" y="connsiteY1"/>
                  </a:cxn>
                </a:cxnLst>
                <a:rect l="l" t="t" r="r" b="b"/>
                <a:pathLst>
                  <a:path w="285940" h="199072">
                    <a:moveTo>
                      <a:pt x="0" y="199073"/>
                    </a:moveTo>
                    <a:cubicBezTo>
                      <a:pt x="0" y="199073"/>
                      <a:pt x="242125" y="39243"/>
                      <a:pt x="285940" y="0"/>
                    </a:cubicBezTo>
                  </a:path>
                </a:pathLst>
              </a:custGeom>
              <a:noFill/>
              <a:ln w="9525" cap="rnd">
                <a:solidFill>
                  <a:schemeClr val="accent2">
                    <a:alpha val="35000"/>
                  </a:schemeClr>
                </a:solidFill>
                <a:prstDash val="lgDash"/>
                <a:round/>
              </a:ln>
            </p:spPr>
            <p:txBody>
              <a:bodyPr rtlCol="0" anchor="ctr"/>
              <a:lstStyle/>
              <a:p>
                <a:endParaRPr lang="en-US"/>
              </a:p>
            </p:txBody>
          </p:sp>
          <p:sp>
            <p:nvSpPr>
              <p:cNvPr id="31" name="Freeform: Shape 30">
                <a:extLst>
                  <a:ext uri="{FF2B5EF4-FFF2-40B4-BE49-F238E27FC236}">
                    <a16:creationId xmlns:a16="http://schemas.microsoft.com/office/drawing/2014/main" id="{CC24D105-2918-455F-B496-92D82E1BD046}"/>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7393114" y="5049773"/>
                <a:ext cx="655796" cy="381190"/>
              </a:xfrm>
              <a:custGeom>
                <a:avLst/>
                <a:gdLst>
                  <a:gd name="connsiteX0" fmla="*/ 0 w 655796"/>
                  <a:gd name="connsiteY0" fmla="*/ 381190 h 381190"/>
                  <a:gd name="connsiteX1" fmla="*/ 655796 w 655796"/>
                  <a:gd name="connsiteY1" fmla="*/ 0 h 381190"/>
                </a:gdLst>
                <a:ahLst/>
                <a:cxnLst>
                  <a:cxn ang="0">
                    <a:pos x="connsiteX0" y="connsiteY0"/>
                  </a:cxn>
                  <a:cxn ang="0">
                    <a:pos x="connsiteX1" y="connsiteY1"/>
                  </a:cxn>
                </a:cxnLst>
                <a:rect l="l" t="t" r="r" b="b"/>
                <a:pathLst>
                  <a:path w="655796" h="381190">
                    <a:moveTo>
                      <a:pt x="0" y="381190"/>
                    </a:moveTo>
                    <a:cubicBezTo>
                      <a:pt x="0" y="381190"/>
                      <a:pt x="461105" y="172117"/>
                      <a:pt x="655796" y="0"/>
                    </a:cubicBezTo>
                  </a:path>
                </a:pathLst>
              </a:custGeom>
              <a:noFill/>
              <a:ln w="9525" cap="rnd">
                <a:solidFill>
                  <a:schemeClr val="accent2">
                    <a:alpha val="35000"/>
                  </a:schemeClr>
                </a:solidFill>
                <a:prstDash val="lgDash"/>
                <a:round/>
              </a:ln>
            </p:spPr>
            <p:txBody>
              <a:bodyPr rtlCol="0" anchor="ctr"/>
              <a:lstStyle/>
              <a:p>
                <a:endParaRPr lang="en-US"/>
              </a:p>
            </p:txBody>
          </p:sp>
          <p:sp>
            <p:nvSpPr>
              <p:cNvPr id="32" name="Freeform: Shape 31">
                <a:extLst>
                  <a:ext uri="{FF2B5EF4-FFF2-40B4-BE49-F238E27FC236}">
                    <a16:creationId xmlns:a16="http://schemas.microsoft.com/office/drawing/2014/main" id="{9FA8C24E-CE9B-4872-9D15-D4B4A24D5418}"/>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154072" y="3867816"/>
                <a:ext cx="2907315" cy="1544764"/>
              </a:xfrm>
              <a:custGeom>
                <a:avLst/>
                <a:gdLst>
                  <a:gd name="connsiteX0" fmla="*/ 0 w 2907315"/>
                  <a:gd name="connsiteY0" fmla="*/ 1544764 h 1544764"/>
                  <a:gd name="connsiteX1" fmla="*/ 201644 w 2907315"/>
                  <a:gd name="connsiteY1" fmla="*/ 1352550 h 1544764"/>
                  <a:gd name="connsiteX2" fmla="*/ 423196 w 2907315"/>
                  <a:gd name="connsiteY2" fmla="*/ 1196054 h 1544764"/>
                  <a:gd name="connsiteX3" fmla="*/ 782193 w 2907315"/>
                  <a:gd name="connsiteY3" fmla="*/ 1099947 h 1544764"/>
                  <a:gd name="connsiteX4" fmla="*/ 1052513 w 2907315"/>
                  <a:gd name="connsiteY4" fmla="*/ 1042321 h 1544764"/>
                  <a:gd name="connsiteX5" fmla="*/ 1311783 w 2907315"/>
                  <a:gd name="connsiteY5" fmla="*/ 1056037 h 1544764"/>
                  <a:gd name="connsiteX6" fmla="*/ 1484662 w 2907315"/>
                  <a:gd name="connsiteY6" fmla="*/ 1083469 h 1544764"/>
                  <a:gd name="connsiteX7" fmla="*/ 1788224 w 2907315"/>
                  <a:gd name="connsiteY7" fmla="*/ 1023080 h 1544764"/>
                  <a:gd name="connsiteX8" fmla="*/ 2269045 w 2907315"/>
                  <a:gd name="connsiteY8" fmla="*/ 734758 h 1544764"/>
                  <a:gd name="connsiteX9" fmla="*/ 2534984 w 2907315"/>
                  <a:gd name="connsiteY9" fmla="*/ 572738 h 1544764"/>
                  <a:gd name="connsiteX10" fmla="*/ 2907316 w 2907315"/>
                  <a:gd name="connsiteY10" fmla="*/ 0 h 154476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2907315" h="1544764">
                    <a:moveTo>
                      <a:pt x="0" y="1544764"/>
                    </a:moveTo>
                    <a:cubicBezTo>
                      <a:pt x="0" y="1544764"/>
                      <a:pt x="98012" y="1443990"/>
                      <a:pt x="201644" y="1352550"/>
                    </a:cubicBezTo>
                    <a:cubicBezTo>
                      <a:pt x="271272" y="1291209"/>
                      <a:pt x="343662" y="1234249"/>
                      <a:pt x="423196" y="1196054"/>
                    </a:cubicBezTo>
                    <a:cubicBezTo>
                      <a:pt x="537591" y="1141095"/>
                      <a:pt x="661226" y="1127189"/>
                      <a:pt x="782193" y="1099947"/>
                    </a:cubicBezTo>
                    <a:cubicBezTo>
                      <a:pt x="872300" y="1079659"/>
                      <a:pt x="961358" y="1051370"/>
                      <a:pt x="1052513" y="1042321"/>
                    </a:cubicBezTo>
                    <a:cubicBezTo>
                      <a:pt x="1139000" y="1033653"/>
                      <a:pt x="1225868" y="1040321"/>
                      <a:pt x="1311783" y="1056037"/>
                    </a:cubicBezTo>
                    <a:cubicBezTo>
                      <a:pt x="1369314" y="1066609"/>
                      <a:pt x="1426559" y="1079373"/>
                      <a:pt x="1484662" y="1083469"/>
                    </a:cubicBezTo>
                    <a:cubicBezTo>
                      <a:pt x="1587913" y="1090803"/>
                      <a:pt x="1690402" y="1064800"/>
                      <a:pt x="1788224" y="1023080"/>
                    </a:cubicBezTo>
                    <a:cubicBezTo>
                      <a:pt x="1956721" y="951262"/>
                      <a:pt x="2106549" y="825722"/>
                      <a:pt x="2269045" y="734758"/>
                    </a:cubicBezTo>
                    <a:cubicBezTo>
                      <a:pt x="2359438" y="684181"/>
                      <a:pt x="2452497" y="640556"/>
                      <a:pt x="2534984" y="572738"/>
                    </a:cubicBezTo>
                    <a:cubicBezTo>
                      <a:pt x="2673001" y="459391"/>
                      <a:pt x="2847023" y="191453"/>
                      <a:pt x="2907316" y="0"/>
                    </a:cubicBezTo>
                  </a:path>
                </a:pathLst>
              </a:custGeom>
              <a:noFill/>
              <a:ln w="9525" cap="rnd">
                <a:solidFill>
                  <a:schemeClr val="accent2">
                    <a:alpha val="35000"/>
                  </a:schemeClr>
                </a:solidFill>
                <a:prstDash val="lgDash"/>
                <a:round/>
              </a:ln>
            </p:spPr>
            <p:txBody>
              <a:bodyPr rtlCol="0" anchor="ctr"/>
              <a:lstStyle/>
              <a:p>
                <a:endParaRPr lang="en-US"/>
              </a:p>
            </p:txBody>
          </p:sp>
          <p:sp>
            <p:nvSpPr>
              <p:cNvPr id="33" name="Freeform: Shape 32">
                <a:extLst>
                  <a:ext uri="{FF2B5EF4-FFF2-40B4-BE49-F238E27FC236}">
                    <a16:creationId xmlns:a16="http://schemas.microsoft.com/office/drawing/2014/main" id="{60726FA3-32BA-48EA-8DCB-23BBFC71884D}"/>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4907946" y="3479100"/>
                <a:ext cx="3168300" cy="1952434"/>
              </a:xfrm>
              <a:custGeom>
                <a:avLst/>
                <a:gdLst>
                  <a:gd name="connsiteX0" fmla="*/ 0 w 3168300"/>
                  <a:gd name="connsiteY0" fmla="*/ 1952435 h 1952434"/>
                  <a:gd name="connsiteX1" fmla="*/ 202121 w 3168300"/>
                  <a:gd name="connsiteY1" fmla="*/ 1687068 h 1952434"/>
                  <a:gd name="connsiteX2" fmla="*/ 545116 w 3168300"/>
                  <a:gd name="connsiteY2" fmla="*/ 1450277 h 1952434"/>
                  <a:gd name="connsiteX3" fmla="*/ 906780 w 3168300"/>
                  <a:gd name="connsiteY3" fmla="*/ 1354455 h 1952434"/>
                  <a:gd name="connsiteX4" fmla="*/ 1332262 w 3168300"/>
                  <a:gd name="connsiteY4" fmla="*/ 1285304 h 1952434"/>
                  <a:gd name="connsiteX5" fmla="*/ 1691259 w 3168300"/>
                  <a:gd name="connsiteY5" fmla="*/ 1240060 h 1952434"/>
                  <a:gd name="connsiteX6" fmla="*/ 2010346 w 3168300"/>
                  <a:gd name="connsiteY6" fmla="*/ 1141667 h 1952434"/>
                  <a:gd name="connsiteX7" fmla="*/ 2393252 w 3168300"/>
                  <a:gd name="connsiteY7" fmla="*/ 1027271 h 1952434"/>
                  <a:gd name="connsiteX8" fmla="*/ 2582037 w 3168300"/>
                  <a:gd name="connsiteY8" fmla="*/ 958120 h 1952434"/>
                  <a:gd name="connsiteX9" fmla="*/ 2760155 w 3168300"/>
                  <a:gd name="connsiteY9" fmla="*/ 827723 h 1952434"/>
                  <a:gd name="connsiteX10" fmla="*/ 2914364 w 3168300"/>
                  <a:gd name="connsiteY10" fmla="*/ 567023 h 1952434"/>
                  <a:gd name="connsiteX11" fmla="*/ 3168301 w 3168300"/>
                  <a:gd name="connsiteY11" fmla="*/ 0 h 195243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3168300" h="1952434">
                    <a:moveTo>
                      <a:pt x="0" y="1952435"/>
                    </a:moveTo>
                    <a:cubicBezTo>
                      <a:pt x="0" y="1952435"/>
                      <a:pt x="91059" y="1796415"/>
                      <a:pt x="202121" y="1687068"/>
                    </a:cubicBezTo>
                    <a:cubicBezTo>
                      <a:pt x="301943" y="1588675"/>
                      <a:pt x="416528" y="1505617"/>
                      <a:pt x="545116" y="1450277"/>
                    </a:cubicBezTo>
                    <a:cubicBezTo>
                      <a:pt x="659987" y="1400747"/>
                      <a:pt x="783622" y="1377601"/>
                      <a:pt x="906780" y="1354455"/>
                    </a:cubicBezTo>
                    <a:cubicBezTo>
                      <a:pt x="1048036" y="1327976"/>
                      <a:pt x="1189482" y="1301972"/>
                      <a:pt x="1332262" y="1285304"/>
                    </a:cubicBezTo>
                    <a:cubicBezTo>
                      <a:pt x="1452182" y="1271302"/>
                      <a:pt x="1573340" y="1265873"/>
                      <a:pt x="1691259" y="1240060"/>
                    </a:cubicBezTo>
                    <a:cubicBezTo>
                      <a:pt x="1800035" y="1216247"/>
                      <a:pt x="1904619" y="1176718"/>
                      <a:pt x="2010346" y="1141667"/>
                    </a:cubicBezTo>
                    <a:cubicBezTo>
                      <a:pt x="2136743" y="1099661"/>
                      <a:pt x="2265902" y="1066229"/>
                      <a:pt x="2393252" y="1027271"/>
                    </a:cubicBezTo>
                    <a:cubicBezTo>
                      <a:pt x="2457450" y="1007650"/>
                      <a:pt x="2521744" y="987552"/>
                      <a:pt x="2582037" y="958120"/>
                    </a:cubicBezTo>
                    <a:cubicBezTo>
                      <a:pt x="2648807" y="925449"/>
                      <a:pt x="2710815" y="883349"/>
                      <a:pt x="2760155" y="827723"/>
                    </a:cubicBezTo>
                    <a:cubicBezTo>
                      <a:pt x="2827496" y="751904"/>
                      <a:pt x="2867978" y="657511"/>
                      <a:pt x="2914364" y="567023"/>
                    </a:cubicBezTo>
                    <a:cubicBezTo>
                      <a:pt x="2972753" y="453200"/>
                      <a:pt x="3119152" y="118015"/>
                      <a:pt x="3168301" y="0"/>
                    </a:cubicBezTo>
                  </a:path>
                </a:pathLst>
              </a:custGeom>
              <a:noFill/>
              <a:ln w="9525" cap="rnd">
                <a:solidFill>
                  <a:schemeClr val="accent2">
                    <a:alpha val="35000"/>
                  </a:schemeClr>
                </a:solidFill>
                <a:prstDash val="lgDash"/>
                <a:round/>
              </a:ln>
            </p:spPr>
            <p:txBody>
              <a:bodyPr rtlCol="0" anchor="ctr"/>
              <a:lstStyle/>
              <a:p>
                <a:endParaRPr lang="en-US"/>
              </a:p>
            </p:txBody>
          </p:sp>
          <p:sp>
            <p:nvSpPr>
              <p:cNvPr id="34" name="Freeform: Shape 33">
                <a:extLst>
                  <a:ext uri="{FF2B5EF4-FFF2-40B4-BE49-F238E27FC236}">
                    <a16:creationId xmlns:a16="http://schemas.microsoft.com/office/drawing/2014/main" id="{BEB3500D-7293-48F7-8F7E-D60FF252C12F}"/>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4704778" y="2976752"/>
                <a:ext cx="3356800" cy="2452020"/>
              </a:xfrm>
              <a:custGeom>
                <a:avLst/>
                <a:gdLst>
                  <a:gd name="connsiteX0" fmla="*/ 0 w 3356800"/>
                  <a:gd name="connsiteY0" fmla="*/ 2452021 h 2452020"/>
                  <a:gd name="connsiteX1" fmla="*/ 130874 w 3356800"/>
                  <a:gd name="connsiteY1" fmla="*/ 2247710 h 2452020"/>
                  <a:gd name="connsiteX2" fmla="*/ 437197 w 3356800"/>
                  <a:gd name="connsiteY2" fmla="*/ 1941195 h 2452020"/>
                  <a:gd name="connsiteX3" fmla="*/ 737140 w 3356800"/>
                  <a:gd name="connsiteY3" fmla="*/ 1736884 h 2452020"/>
                  <a:gd name="connsiteX4" fmla="*/ 1031843 w 3356800"/>
                  <a:gd name="connsiteY4" fmla="*/ 1685068 h 2452020"/>
                  <a:gd name="connsiteX5" fmla="*/ 1287304 w 3356800"/>
                  <a:gd name="connsiteY5" fmla="*/ 1655826 h 2452020"/>
                  <a:gd name="connsiteX6" fmla="*/ 1471994 w 3356800"/>
                  <a:gd name="connsiteY6" fmla="*/ 1634300 h 2452020"/>
                  <a:gd name="connsiteX7" fmla="*/ 1898237 w 3356800"/>
                  <a:gd name="connsiteY7" fmla="*/ 1512665 h 2452020"/>
                  <a:gd name="connsiteX8" fmla="*/ 2229136 w 3356800"/>
                  <a:gd name="connsiteY8" fmla="*/ 1355598 h 2452020"/>
                  <a:gd name="connsiteX9" fmla="*/ 2512314 w 3356800"/>
                  <a:gd name="connsiteY9" fmla="*/ 1238631 h 2452020"/>
                  <a:gd name="connsiteX10" fmla="*/ 2758535 w 3356800"/>
                  <a:gd name="connsiteY10" fmla="*/ 1096994 h 2452020"/>
                  <a:gd name="connsiteX11" fmla="*/ 2935510 w 3356800"/>
                  <a:gd name="connsiteY11" fmla="*/ 919925 h 2452020"/>
                  <a:gd name="connsiteX12" fmla="*/ 3081719 w 3356800"/>
                  <a:gd name="connsiteY12" fmla="*/ 687419 h 2452020"/>
                  <a:gd name="connsiteX13" fmla="*/ 3356800 w 3356800"/>
                  <a:gd name="connsiteY13" fmla="*/ 0 h 245202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Lst>
                <a:rect l="l" t="t" r="r" b="b"/>
                <a:pathLst>
                  <a:path w="3356800" h="2452020">
                    <a:moveTo>
                      <a:pt x="0" y="2452021"/>
                    </a:moveTo>
                    <a:cubicBezTo>
                      <a:pt x="0" y="2452021"/>
                      <a:pt x="57150" y="2344198"/>
                      <a:pt x="130874" y="2247710"/>
                    </a:cubicBezTo>
                    <a:cubicBezTo>
                      <a:pt x="218694" y="2132648"/>
                      <a:pt x="328136" y="2036635"/>
                      <a:pt x="437197" y="1941195"/>
                    </a:cubicBezTo>
                    <a:cubicBezTo>
                      <a:pt x="529304" y="1860709"/>
                      <a:pt x="623030" y="1779556"/>
                      <a:pt x="737140" y="1736884"/>
                    </a:cubicBezTo>
                    <a:cubicBezTo>
                      <a:pt x="830866" y="1701736"/>
                      <a:pt x="932021" y="1695450"/>
                      <a:pt x="1031843" y="1685068"/>
                    </a:cubicBezTo>
                    <a:cubicBezTo>
                      <a:pt x="1117092" y="1676210"/>
                      <a:pt x="1202055" y="1665160"/>
                      <a:pt x="1287304" y="1655826"/>
                    </a:cubicBezTo>
                    <a:cubicBezTo>
                      <a:pt x="1348931" y="1649063"/>
                      <a:pt x="1410653" y="1643539"/>
                      <a:pt x="1471994" y="1634300"/>
                    </a:cubicBezTo>
                    <a:cubicBezTo>
                      <a:pt x="1618679" y="1612011"/>
                      <a:pt x="1761935" y="1571149"/>
                      <a:pt x="1898237" y="1512665"/>
                    </a:cubicBezTo>
                    <a:cubicBezTo>
                      <a:pt x="2010442" y="1464564"/>
                      <a:pt x="2117503" y="1405128"/>
                      <a:pt x="2229136" y="1355598"/>
                    </a:cubicBezTo>
                    <a:cubicBezTo>
                      <a:pt x="2322481" y="1314164"/>
                      <a:pt x="2418969" y="1280160"/>
                      <a:pt x="2512314" y="1238631"/>
                    </a:cubicBezTo>
                    <a:cubicBezTo>
                      <a:pt x="2599087" y="1199960"/>
                      <a:pt x="2683193" y="1154811"/>
                      <a:pt x="2758535" y="1096994"/>
                    </a:cubicBezTo>
                    <a:cubicBezTo>
                      <a:pt x="2825020" y="1046035"/>
                      <a:pt x="2883789" y="985837"/>
                      <a:pt x="2935510" y="919925"/>
                    </a:cubicBezTo>
                    <a:cubicBezTo>
                      <a:pt x="2992184" y="847725"/>
                      <a:pt x="3039904" y="769144"/>
                      <a:pt x="3081719" y="687419"/>
                    </a:cubicBezTo>
                    <a:cubicBezTo>
                      <a:pt x="3138297" y="576739"/>
                      <a:pt x="3314129" y="116776"/>
                      <a:pt x="3356800" y="0"/>
                    </a:cubicBezTo>
                  </a:path>
                </a:pathLst>
              </a:custGeom>
              <a:noFill/>
              <a:ln w="9525" cap="rnd">
                <a:solidFill>
                  <a:schemeClr val="accent2">
                    <a:alpha val="35000"/>
                  </a:schemeClr>
                </a:solidFill>
                <a:prstDash val="lgDash"/>
                <a:round/>
              </a:ln>
            </p:spPr>
            <p:txBody>
              <a:bodyPr rtlCol="0" anchor="ctr"/>
              <a:lstStyle/>
              <a:p>
                <a:endParaRPr lang="en-US"/>
              </a:p>
            </p:txBody>
          </p:sp>
        </p:grpSp>
        <p:sp>
          <p:nvSpPr>
            <p:cNvPr id="27" name="Freeform: Shape 26">
              <a:extLst>
                <a:ext uri="{FF2B5EF4-FFF2-40B4-BE49-F238E27FC236}">
                  <a16:creationId xmlns:a16="http://schemas.microsoft.com/office/drawing/2014/main" id="{C1D84803-4454-41CE-AFB6-4477054653FB}"/>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7980400" y="5197178"/>
              <a:ext cx="4211600" cy="1660822"/>
            </a:xfrm>
            <a:custGeom>
              <a:avLst/>
              <a:gdLst>
                <a:gd name="connsiteX0" fmla="*/ 4211600 w 4211600"/>
                <a:gd name="connsiteY0" fmla="*/ 0 h 1660822"/>
                <a:gd name="connsiteX1" fmla="*/ 4211600 w 4211600"/>
                <a:gd name="connsiteY1" fmla="*/ 58430 h 1660822"/>
                <a:gd name="connsiteX2" fmla="*/ 4136524 w 4211600"/>
                <a:gd name="connsiteY2" fmla="*/ 208808 h 1660822"/>
                <a:gd name="connsiteX3" fmla="*/ 3973354 w 4211600"/>
                <a:gd name="connsiteY3" fmla="*/ 437313 h 1660822"/>
                <a:gd name="connsiteX4" fmla="*/ 3884746 w 4211600"/>
                <a:gd name="connsiteY4" fmla="*/ 553613 h 1660822"/>
                <a:gd name="connsiteX5" fmla="*/ 3849435 w 4211600"/>
                <a:gd name="connsiteY5" fmla="*/ 603143 h 1660822"/>
                <a:gd name="connsiteX6" fmla="*/ 3661849 w 4211600"/>
                <a:gd name="connsiteY6" fmla="*/ 819075 h 1660822"/>
                <a:gd name="connsiteX7" fmla="*/ 3402589 w 4211600"/>
                <a:gd name="connsiteY7" fmla="*/ 952996 h 1660822"/>
                <a:gd name="connsiteX8" fmla="*/ 3130202 w 4211600"/>
                <a:gd name="connsiteY8" fmla="*/ 1023386 h 1660822"/>
                <a:gd name="connsiteX9" fmla="*/ 2914657 w 4211600"/>
                <a:gd name="connsiteY9" fmla="*/ 1068058 h 1660822"/>
                <a:gd name="connsiteX10" fmla="*/ 2582149 w 4211600"/>
                <a:gd name="connsiteY10" fmla="*/ 1138924 h 1660822"/>
                <a:gd name="connsiteX11" fmla="*/ 2483958 w 4211600"/>
                <a:gd name="connsiteY11" fmla="*/ 1162356 h 1660822"/>
                <a:gd name="connsiteX12" fmla="*/ 2123750 w 4211600"/>
                <a:gd name="connsiteY12" fmla="*/ 1238651 h 1660822"/>
                <a:gd name="connsiteX13" fmla="*/ 1761444 w 4211600"/>
                <a:gd name="connsiteY13" fmla="*/ 1273417 h 1660822"/>
                <a:gd name="connsiteX14" fmla="*/ 1608382 w 4211600"/>
                <a:gd name="connsiteY14" fmla="*/ 1284466 h 1660822"/>
                <a:gd name="connsiteX15" fmla="*/ 999942 w 4211600"/>
                <a:gd name="connsiteY15" fmla="*/ 1354284 h 1660822"/>
                <a:gd name="connsiteX16" fmla="*/ 484705 w 4211600"/>
                <a:gd name="connsiteY16" fmla="*/ 1450487 h 1660822"/>
                <a:gd name="connsiteX17" fmla="*/ 113310 w 4211600"/>
                <a:gd name="connsiteY17" fmla="*/ 1613700 h 1660822"/>
                <a:gd name="connsiteX18" fmla="*/ 39668 w 4211600"/>
                <a:gd name="connsiteY18" fmla="*/ 1660822 h 1660822"/>
                <a:gd name="connsiteX19" fmla="*/ 0 w 4211600"/>
                <a:gd name="connsiteY19" fmla="*/ 1660822 h 1660822"/>
                <a:gd name="connsiteX20" fmla="*/ 96701 w 4211600"/>
                <a:gd name="connsiteY20" fmla="*/ 1598934 h 1660822"/>
                <a:gd name="connsiteX21" fmla="*/ 474335 w 4211600"/>
                <a:gd name="connsiteY21" fmla="*/ 1433056 h 1660822"/>
                <a:gd name="connsiteX22" fmla="*/ 994299 w 4211600"/>
                <a:gd name="connsiteY22" fmla="*/ 1335806 h 1660822"/>
                <a:gd name="connsiteX23" fmla="*/ 1605231 w 4211600"/>
                <a:gd name="connsiteY23" fmla="*/ 1265702 h 1660822"/>
                <a:gd name="connsiteX24" fmla="*/ 1758819 w 4211600"/>
                <a:gd name="connsiteY24" fmla="*/ 1254558 h 1660822"/>
                <a:gd name="connsiteX25" fmla="*/ 2118106 w 4211600"/>
                <a:gd name="connsiteY25" fmla="*/ 1220077 h 1660822"/>
                <a:gd name="connsiteX26" fmla="*/ 2475557 w 4211600"/>
                <a:gd name="connsiteY26" fmla="*/ 1144353 h 1660822"/>
                <a:gd name="connsiteX27" fmla="*/ 2573878 w 4211600"/>
                <a:gd name="connsiteY27" fmla="*/ 1120827 h 1660822"/>
                <a:gd name="connsiteX28" fmla="*/ 2907437 w 4211600"/>
                <a:gd name="connsiteY28" fmla="*/ 1049675 h 1660822"/>
                <a:gd name="connsiteX29" fmla="*/ 3122589 w 4211600"/>
                <a:gd name="connsiteY29" fmla="*/ 1005098 h 1660822"/>
                <a:gd name="connsiteX30" fmla="*/ 3391169 w 4211600"/>
                <a:gd name="connsiteY30" fmla="*/ 935756 h 1660822"/>
                <a:gd name="connsiteX31" fmla="*/ 3642290 w 4211600"/>
                <a:gd name="connsiteY31" fmla="*/ 806216 h 1660822"/>
                <a:gd name="connsiteX32" fmla="*/ 3825937 w 4211600"/>
                <a:gd name="connsiteY32" fmla="*/ 594475 h 1660822"/>
                <a:gd name="connsiteX33" fmla="*/ 3861381 w 4211600"/>
                <a:gd name="connsiteY33" fmla="*/ 544755 h 1660822"/>
                <a:gd name="connsiteX34" fmla="*/ 3950381 w 4211600"/>
                <a:gd name="connsiteY34" fmla="*/ 427978 h 1660822"/>
                <a:gd name="connsiteX35" fmla="*/ 4112370 w 4211600"/>
                <a:gd name="connsiteY35" fmla="*/ 201378 h 1660822"/>
                <a:gd name="connsiteX36" fmla="*/ 4195989 w 4211600"/>
                <a:gd name="connsiteY36" fmla="*/ 33834 h 166082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Lst>
              <a:rect l="l" t="t" r="r" b="b"/>
              <a:pathLst>
                <a:path w="4211600" h="1660822">
                  <a:moveTo>
                    <a:pt x="4211600" y="0"/>
                  </a:moveTo>
                  <a:lnTo>
                    <a:pt x="4211600" y="58430"/>
                  </a:lnTo>
                  <a:lnTo>
                    <a:pt x="4136524" y="208808"/>
                  </a:lnTo>
                  <a:cubicBezTo>
                    <a:pt x="4089791" y="287770"/>
                    <a:pt x="4030588" y="363780"/>
                    <a:pt x="3973354" y="437313"/>
                  </a:cubicBezTo>
                  <a:cubicBezTo>
                    <a:pt x="3943819" y="475222"/>
                    <a:pt x="3913231" y="514465"/>
                    <a:pt x="3884746" y="553613"/>
                  </a:cubicBezTo>
                  <a:cubicBezTo>
                    <a:pt x="3872801" y="569996"/>
                    <a:pt x="3861119" y="586569"/>
                    <a:pt x="3849435" y="603143"/>
                  </a:cubicBezTo>
                  <a:cubicBezTo>
                    <a:pt x="3796665" y="678009"/>
                    <a:pt x="3742187" y="755352"/>
                    <a:pt x="3661849" y="819075"/>
                  </a:cubicBezTo>
                  <a:cubicBezTo>
                    <a:pt x="3596214" y="871176"/>
                    <a:pt x="3509050" y="916230"/>
                    <a:pt x="3402589" y="952996"/>
                  </a:cubicBezTo>
                  <a:cubicBezTo>
                    <a:pt x="3312406" y="984048"/>
                    <a:pt x="3215660" y="1005003"/>
                    <a:pt x="3130202" y="1023386"/>
                  </a:cubicBezTo>
                  <a:cubicBezTo>
                    <a:pt x="3058529" y="1038816"/>
                    <a:pt x="2985412" y="1053675"/>
                    <a:pt x="2914657" y="1068058"/>
                  </a:cubicBezTo>
                  <a:cubicBezTo>
                    <a:pt x="2805176" y="1090251"/>
                    <a:pt x="2692021" y="1113207"/>
                    <a:pt x="2582149" y="1138924"/>
                  </a:cubicBezTo>
                  <a:cubicBezTo>
                    <a:pt x="2549330" y="1146639"/>
                    <a:pt x="2516644" y="1154450"/>
                    <a:pt x="2483958" y="1162356"/>
                  </a:cubicBezTo>
                  <a:cubicBezTo>
                    <a:pt x="2367257" y="1190550"/>
                    <a:pt x="2246621" y="1219601"/>
                    <a:pt x="2123750" y="1238651"/>
                  </a:cubicBezTo>
                  <a:cubicBezTo>
                    <a:pt x="2004294" y="1257129"/>
                    <a:pt x="1880769" y="1265416"/>
                    <a:pt x="1761444" y="1273417"/>
                  </a:cubicBezTo>
                  <a:cubicBezTo>
                    <a:pt x="1711167" y="1276751"/>
                    <a:pt x="1659184" y="1280275"/>
                    <a:pt x="1608382" y="1284466"/>
                  </a:cubicBezTo>
                  <a:cubicBezTo>
                    <a:pt x="1408589" y="1300944"/>
                    <a:pt x="1214570" y="1325805"/>
                    <a:pt x="999942" y="1354284"/>
                  </a:cubicBezTo>
                  <a:cubicBezTo>
                    <a:pt x="826403" y="1377240"/>
                    <a:pt x="647744" y="1400957"/>
                    <a:pt x="484705" y="1450487"/>
                  </a:cubicBezTo>
                  <a:cubicBezTo>
                    <a:pt x="355831" y="1489635"/>
                    <a:pt x="231387" y="1544374"/>
                    <a:pt x="113310" y="1613700"/>
                  </a:cubicBezTo>
                  <a:lnTo>
                    <a:pt x="39668" y="1660822"/>
                  </a:lnTo>
                  <a:lnTo>
                    <a:pt x="0" y="1660822"/>
                  </a:lnTo>
                  <a:lnTo>
                    <a:pt x="96701" y="1598934"/>
                  </a:lnTo>
                  <a:cubicBezTo>
                    <a:pt x="216635" y="1528533"/>
                    <a:pt x="343196" y="1472919"/>
                    <a:pt x="474335" y="1433056"/>
                  </a:cubicBezTo>
                  <a:cubicBezTo>
                    <a:pt x="639999" y="1382669"/>
                    <a:pt x="820102" y="1358856"/>
                    <a:pt x="994299" y="1335806"/>
                  </a:cubicBezTo>
                  <a:cubicBezTo>
                    <a:pt x="1210239" y="1307231"/>
                    <a:pt x="1404650" y="1282275"/>
                    <a:pt x="1605231" y="1265702"/>
                  </a:cubicBezTo>
                  <a:cubicBezTo>
                    <a:pt x="1656428" y="1261511"/>
                    <a:pt x="1708411" y="1257987"/>
                    <a:pt x="1758819" y="1254558"/>
                  </a:cubicBezTo>
                  <a:cubicBezTo>
                    <a:pt x="1877487" y="1246557"/>
                    <a:pt x="2000094" y="1238365"/>
                    <a:pt x="2118106" y="1220077"/>
                  </a:cubicBezTo>
                  <a:cubicBezTo>
                    <a:pt x="2239531" y="1201313"/>
                    <a:pt x="2359513" y="1172357"/>
                    <a:pt x="2475557" y="1144353"/>
                  </a:cubicBezTo>
                  <a:cubicBezTo>
                    <a:pt x="2508243" y="1136448"/>
                    <a:pt x="2541060" y="1128542"/>
                    <a:pt x="2573878" y="1120827"/>
                  </a:cubicBezTo>
                  <a:cubicBezTo>
                    <a:pt x="2684276" y="1094919"/>
                    <a:pt x="2797694" y="1071963"/>
                    <a:pt x="2907437" y="1049675"/>
                  </a:cubicBezTo>
                  <a:cubicBezTo>
                    <a:pt x="2978061" y="1035387"/>
                    <a:pt x="3051178" y="1020528"/>
                    <a:pt x="3122589" y="1005098"/>
                  </a:cubicBezTo>
                  <a:cubicBezTo>
                    <a:pt x="3206997" y="986810"/>
                    <a:pt x="3302823" y="966141"/>
                    <a:pt x="3391169" y="935756"/>
                  </a:cubicBezTo>
                  <a:cubicBezTo>
                    <a:pt x="3494479" y="900132"/>
                    <a:pt x="3578886" y="856508"/>
                    <a:pt x="3642290" y="806216"/>
                  </a:cubicBezTo>
                  <a:cubicBezTo>
                    <a:pt x="3720133" y="744303"/>
                    <a:pt x="3773953" y="668103"/>
                    <a:pt x="3825937" y="594475"/>
                  </a:cubicBezTo>
                  <a:cubicBezTo>
                    <a:pt x="3837621" y="577902"/>
                    <a:pt x="3849435" y="561233"/>
                    <a:pt x="3861381" y="544755"/>
                  </a:cubicBezTo>
                  <a:cubicBezTo>
                    <a:pt x="3889997" y="505416"/>
                    <a:pt x="3920715" y="465983"/>
                    <a:pt x="3950381" y="427978"/>
                  </a:cubicBezTo>
                  <a:cubicBezTo>
                    <a:pt x="4007353" y="354921"/>
                    <a:pt x="4066163" y="279388"/>
                    <a:pt x="4112370" y="201378"/>
                  </a:cubicBezTo>
                  <a:cubicBezTo>
                    <a:pt x="4144662" y="146800"/>
                    <a:pt x="4170785" y="89364"/>
                    <a:pt x="4195989" y="33834"/>
                  </a:cubicBezTo>
                  <a:close/>
                </a:path>
              </a:pathLst>
            </a:cu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a:p>
          </p:txBody>
        </p:sp>
      </p:grpSp>
      <p:sp>
        <p:nvSpPr>
          <p:cNvPr id="3" name="Content Placeholder 2">
            <a:extLst>
              <a:ext uri="{FF2B5EF4-FFF2-40B4-BE49-F238E27FC236}">
                <a16:creationId xmlns:a16="http://schemas.microsoft.com/office/drawing/2014/main" id="{AFA5CD92-3969-8744-4E81-93376F6D96F0}"/>
              </a:ext>
            </a:extLst>
          </p:cNvPr>
          <p:cNvSpPr>
            <a:spLocks noGrp="1"/>
          </p:cNvSpPr>
          <p:nvPr>
            <p:ph idx="1"/>
          </p:nvPr>
        </p:nvSpPr>
        <p:spPr>
          <a:xfrm>
            <a:off x="5401248" y="2384474"/>
            <a:ext cx="5604997" cy="3728613"/>
          </a:xfrm>
        </p:spPr>
        <p:txBody>
          <a:bodyPr>
            <a:normAutofit/>
          </a:bodyPr>
          <a:lstStyle/>
          <a:p>
            <a:pPr>
              <a:lnSpc>
                <a:spcPct val="100000"/>
              </a:lnSpc>
            </a:pPr>
            <a:r>
              <a:rPr lang="en-US" sz="1400" dirty="0"/>
              <a:t>The general definition of sharding is the partitioning of the network into subsets known as shards, which allows them to validate transactions in parallel, resulting in performance and scalability improvements of the existing network.</a:t>
            </a:r>
          </a:p>
          <a:p>
            <a:pPr>
              <a:lnSpc>
                <a:spcPct val="100000"/>
              </a:lnSpc>
            </a:pPr>
            <a:r>
              <a:rPr lang="en-US" sz="1400" dirty="0"/>
              <a:t>Sharding in blockchain comes from the adaptation of traditional sharding in databases which involves partitioning the database into shards while blockchain sharding divides the network into shards or also called as committees that manages its own blockchain and has its own consensus protocol known as the intra-shard consensus along with the cross-shard consensus.</a:t>
            </a:r>
          </a:p>
          <a:p>
            <a:pPr>
              <a:lnSpc>
                <a:spcPct val="100000"/>
              </a:lnSpc>
            </a:pPr>
            <a:r>
              <a:rPr lang="en-US" sz="1400" dirty="0"/>
              <a:t>Sharding allows transactions in the network to be processed in parallel so that the throughput of the network increases. </a:t>
            </a:r>
          </a:p>
          <a:p>
            <a:pPr>
              <a:lnSpc>
                <a:spcPct val="100000"/>
              </a:lnSpc>
            </a:pPr>
            <a:r>
              <a:rPr lang="en-US" sz="1400" dirty="0"/>
              <a:t>The number of shards can then be increased accordingly to increase the throughput performance of the blockchain network.</a:t>
            </a:r>
          </a:p>
        </p:txBody>
      </p:sp>
    </p:spTree>
    <p:extLst>
      <p:ext uri="{BB962C8B-B14F-4D97-AF65-F5344CB8AC3E}">
        <p14:creationId xmlns:p14="http://schemas.microsoft.com/office/powerpoint/2010/main" val="3862636071"/>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2" name="Rectangle 11">
            <a:extLst>
              <a:ext uri="{FF2B5EF4-FFF2-40B4-BE49-F238E27FC236}">
                <a16:creationId xmlns:a16="http://schemas.microsoft.com/office/drawing/2014/main" id="{247A131F-D5DE-41A5-B4CF-4F345319B40B}"/>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88952" cy="6858000"/>
          </a:xfrm>
          <a:prstGeom prst="rect">
            <a:avLst/>
          </a:prstGeom>
          <a:solidFill>
            <a:schemeClr val="bg2"/>
          </a:solidFill>
          <a:ln>
            <a:solidFill>
              <a:schemeClr val="bg1">
                <a:lumMod val="9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solidFill>
                <a:schemeClr val="tx1">
                  <a:lumMod val="65000"/>
                  <a:lumOff val="35000"/>
                </a:schemeClr>
              </a:solidFill>
              <a:latin typeface="AvenirNext LT Pro Medium" panose="020B0504020202020204" pitchFamily="34" charset="0"/>
            </a:endParaRPr>
          </a:p>
        </p:txBody>
      </p:sp>
      <p:sp>
        <p:nvSpPr>
          <p:cNvPr id="14" name="Freeform: Shape 13">
            <a:extLst>
              <a:ext uri="{FF2B5EF4-FFF2-40B4-BE49-F238E27FC236}">
                <a16:creationId xmlns:a16="http://schemas.microsoft.com/office/drawing/2014/main" id="{3AF4666D-BD98-40A5-A75F-478B982010B2}"/>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10800000">
            <a:off x="692844" y="-3086"/>
            <a:ext cx="1326111" cy="597603"/>
          </a:xfrm>
          <a:custGeom>
            <a:avLst/>
            <a:gdLst>
              <a:gd name="connsiteX0" fmla="*/ 741051 w 1482102"/>
              <a:gd name="connsiteY0" fmla="*/ 0 h 679363"/>
              <a:gd name="connsiteX1" fmla="*/ 1473822 w 1482102"/>
              <a:gd name="connsiteY1" fmla="*/ 597226 h 679363"/>
              <a:gd name="connsiteX2" fmla="*/ 1482102 w 1482102"/>
              <a:gd name="connsiteY2" fmla="*/ 679363 h 679363"/>
              <a:gd name="connsiteX3" fmla="*/ 0 w 1482102"/>
              <a:gd name="connsiteY3" fmla="*/ 679363 h 679363"/>
              <a:gd name="connsiteX4" fmla="*/ 8280 w 1482102"/>
              <a:gd name="connsiteY4" fmla="*/ 597226 h 679363"/>
              <a:gd name="connsiteX5" fmla="*/ 741051 w 1482102"/>
              <a:gd name="connsiteY5" fmla="*/ 0 h 67936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1482102" h="679363">
                <a:moveTo>
                  <a:pt x="741051" y="0"/>
                </a:moveTo>
                <a:cubicBezTo>
                  <a:pt x="1102506" y="0"/>
                  <a:pt x="1404077" y="256390"/>
                  <a:pt x="1473822" y="597226"/>
                </a:cubicBezTo>
                <a:lnTo>
                  <a:pt x="1482102" y="679363"/>
                </a:lnTo>
                <a:lnTo>
                  <a:pt x="0" y="679363"/>
                </a:lnTo>
                <a:lnTo>
                  <a:pt x="8280" y="597226"/>
                </a:lnTo>
                <a:cubicBezTo>
                  <a:pt x="78025" y="256390"/>
                  <a:pt x="379596" y="0"/>
                  <a:pt x="741051" y="0"/>
                </a:cubicBezTo>
                <a:close/>
              </a:path>
            </a:pathLst>
          </a:cu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spcAft>
                <a:spcPts val="600"/>
              </a:spcAft>
            </a:pPr>
            <a:r>
              <a:rPr lang="en-US" dirty="0">
                <a:solidFill>
                  <a:schemeClr val="tx1">
                    <a:lumMod val="65000"/>
                    <a:lumOff val="35000"/>
                  </a:schemeClr>
                </a:solidFill>
                <a:latin typeface="AvenirNext LT Pro Medium" panose="020B0504020202020204" pitchFamily="34" charset="0"/>
              </a:rPr>
              <a:t> </a:t>
            </a:r>
          </a:p>
        </p:txBody>
      </p:sp>
      <p:sp>
        <p:nvSpPr>
          <p:cNvPr id="16" name="Freeform: Shape 15">
            <a:extLst>
              <a:ext uri="{FF2B5EF4-FFF2-40B4-BE49-F238E27FC236}">
                <a16:creationId xmlns:a16="http://schemas.microsoft.com/office/drawing/2014/main" id="{68680585-71F9-4721-A998-4974171D2EB4}"/>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10439256" y="6172200"/>
            <a:ext cx="1482102" cy="679363"/>
          </a:xfrm>
          <a:custGeom>
            <a:avLst/>
            <a:gdLst>
              <a:gd name="connsiteX0" fmla="*/ 741051 w 1482102"/>
              <a:gd name="connsiteY0" fmla="*/ 0 h 679363"/>
              <a:gd name="connsiteX1" fmla="*/ 1473822 w 1482102"/>
              <a:gd name="connsiteY1" fmla="*/ 597226 h 679363"/>
              <a:gd name="connsiteX2" fmla="*/ 1482102 w 1482102"/>
              <a:gd name="connsiteY2" fmla="*/ 679363 h 679363"/>
              <a:gd name="connsiteX3" fmla="*/ 0 w 1482102"/>
              <a:gd name="connsiteY3" fmla="*/ 679363 h 679363"/>
              <a:gd name="connsiteX4" fmla="*/ 8280 w 1482102"/>
              <a:gd name="connsiteY4" fmla="*/ 597226 h 679363"/>
              <a:gd name="connsiteX5" fmla="*/ 741051 w 1482102"/>
              <a:gd name="connsiteY5" fmla="*/ 0 h 67936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1482102" h="679363">
                <a:moveTo>
                  <a:pt x="741051" y="0"/>
                </a:moveTo>
                <a:cubicBezTo>
                  <a:pt x="1102506" y="0"/>
                  <a:pt x="1404077" y="256390"/>
                  <a:pt x="1473822" y="597226"/>
                </a:cubicBezTo>
                <a:lnTo>
                  <a:pt x="1482102" y="679363"/>
                </a:lnTo>
                <a:lnTo>
                  <a:pt x="0" y="679363"/>
                </a:lnTo>
                <a:lnTo>
                  <a:pt x="8280" y="597226"/>
                </a:lnTo>
                <a:cubicBezTo>
                  <a:pt x="78025" y="256390"/>
                  <a:pt x="379596" y="0"/>
                  <a:pt x="741051" y="0"/>
                </a:cubicBezTo>
                <a:close/>
              </a:path>
            </a:pathLst>
          </a:cu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spcAft>
                <a:spcPts val="600"/>
              </a:spcAft>
            </a:pPr>
            <a:r>
              <a:rPr lang="en-US" dirty="0">
                <a:solidFill>
                  <a:schemeClr val="tx1">
                    <a:lumMod val="65000"/>
                    <a:lumOff val="35000"/>
                  </a:schemeClr>
                </a:solidFill>
                <a:latin typeface="AvenirNext LT Pro Medium" panose="020B0504020202020204" pitchFamily="34" charset="0"/>
              </a:rPr>
              <a:t> </a:t>
            </a:r>
          </a:p>
        </p:txBody>
      </p:sp>
      <p:sp>
        <p:nvSpPr>
          <p:cNvPr id="18" name="Freeform: Shape 17">
            <a:extLst>
              <a:ext uri="{FF2B5EF4-FFF2-40B4-BE49-F238E27FC236}">
                <a16:creationId xmlns:a16="http://schemas.microsoft.com/office/drawing/2014/main" id="{12BC95C2-2EEC-4F59-ABA8-660B0D059CCF}"/>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7977352" y="5197178"/>
            <a:ext cx="4211600" cy="1660822"/>
          </a:xfrm>
          <a:custGeom>
            <a:avLst/>
            <a:gdLst>
              <a:gd name="connsiteX0" fmla="*/ 4211600 w 4211600"/>
              <a:gd name="connsiteY0" fmla="*/ 0 h 1660822"/>
              <a:gd name="connsiteX1" fmla="*/ 4211600 w 4211600"/>
              <a:gd name="connsiteY1" fmla="*/ 58430 h 1660822"/>
              <a:gd name="connsiteX2" fmla="*/ 4136524 w 4211600"/>
              <a:gd name="connsiteY2" fmla="*/ 208808 h 1660822"/>
              <a:gd name="connsiteX3" fmla="*/ 3973354 w 4211600"/>
              <a:gd name="connsiteY3" fmla="*/ 437313 h 1660822"/>
              <a:gd name="connsiteX4" fmla="*/ 3884746 w 4211600"/>
              <a:gd name="connsiteY4" fmla="*/ 553613 h 1660822"/>
              <a:gd name="connsiteX5" fmla="*/ 3849435 w 4211600"/>
              <a:gd name="connsiteY5" fmla="*/ 603143 h 1660822"/>
              <a:gd name="connsiteX6" fmla="*/ 3661849 w 4211600"/>
              <a:gd name="connsiteY6" fmla="*/ 819075 h 1660822"/>
              <a:gd name="connsiteX7" fmla="*/ 3402589 w 4211600"/>
              <a:gd name="connsiteY7" fmla="*/ 952996 h 1660822"/>
              <a:gd name="connsiteX8" fmla="*/ 3130202 w 4211600"/>
              <a:gd name="connsiteY8" fmla="*/ 1023386 h 1660822"/>
              <a:gd name="connsiteX9" fmla="*/ 2914657 w 4211600"/>
              <a:gd name="connsiteY9" fmla="*/ 1068058 h 1660822"/>
              <a:gd name="connsiteX10" fmla="*/ 2582149 w 4211600"/>
              <a:gd name="connsiteY10" fmla="*/ 1138924 h 1660822"/>
              <a:gd name="connsiteX11" fmla="*/ 2483958 w 4211600"/>
              <a:gd name="connsiteY11" fmla="*/ 1162356 h 1660822"/>
              <a:gd name="connsiteX12" fmla="*/ 2123750 w 4211600"/>
              <a:gd name="connsiteY12" fmla="*/ 1238651 h 1660822"/>
              <a:gd name="connsiteX13" fmla="*/ 1761444 w 4211600"/>
              <a:gd name="connsiteY13" fmla="*/ 1273417 h 1660822"/>
              <a:gd name="connsiteX14" fmla="*/ 1608382 w 4211600"/>
              <a:gd name="connsiteY14" fmla="*/ 1284466 h 1660822"/>
              <a:gd name="connsiteX15" fmla="*/ 999942 w 4211600"/>
              <a:gd name="connsiteY15" fmla="*/ 1354284 h 1660822"/>
              <a:gd name="connsiteX16" fmla="*/ 484705 w 4211600"/>
              <a:gd name="connsiteY16" fmla="*/ 1450487 h 1660822"/>
              <a:gd name="connsiteX17" fmla="*/ 113310 w 4211600"/>
              <a:gd name="connsiteY17" fmla="*/ 1613700 h 1660822"/>
              <a:gd name="connsiteX18" fmla="*/ 39668 w 4211600"/>
              <a:gd name="connsiteY18" fmla="*/ 1660822 h 1660822"/>
              <a:gd name="connsiteX19" fmla="*/ 0 w 4211600"/>
              <a:gd name="connsiteY19" fmla="*/ 1660822 h 1660822"/>
              <a:gd name="connsiteX20" fmla="*/ 96701 w 4211600"/>
              <a:gd name="connsiteY20" fmla="*/ 1598934 h 1660822"/>
              <a:gd name="connsiteX21" fmla="*/ 474335 w 4211600"/>
              <a:gd name="connsiteY21" fmla="*/ 1433056 h 1660822"/>
              <a:gd name="connsiteX22" fmla="*/ 994299 w 4211600"/>
              <a:gd name="connsiteY22" fmla="*/ 1335806 h 1660822"/>
              <a:gd name="connsiteX23" fmla="*/ 1605231 w 4211600"/>
              <a:gd name="connsiteY23" fmla="*/ 1265702 h 1660822"/>
              <a:gd name="connsiteX24" fmla="*/ 1758819 w 4211600"/>
              <a:gd name="connsiteY24" fmla="*/ 1254558 h 1660822"/>
              <a:gd name="connsiteX25" fmla="*/ 2118106 w 4211600"/>
              <a:gd name="connsiteY25" fmla="*/ 1220077 h 1660822"/>
              <a:gd name="connsiteX26" fmla="*/ 2475557 w 4211600"/>
              <a:gd name="connsiteY26" fmla="*/ 1144353 h 1660822"/>
              <a:gd name="connsiteX27" fmla="*/ 2573878 w 4211600"/>
              <a:gd name="connsiteY27" fmla="*/ 1120827 h 1660822"/>
              <a:gd name="connsiteX28" fmla="*/ 2907437 w 4211600"/>
              <a:gd name="connsiteY28" fmla="*/ 1049675 h 1660822"/>
              <a:gd name="connsiteX29" fmla="*/ 3122589 w 4211600"/>
              <a:gd name="connsiteY29" fmla="*/ 1005098 h 1660822"/>
              <a:gd name="connsiteX30" fmla="*/ 3391169 w 4211600"/>
              <a:gd name="connsiteY30" fmla="*/ 935756 h 1660822"/>
              <a:gd name="connsiteX31" fmla="*/ 3642290 w 4211600"/>
              <a:gd name="connsiteY31" fmla="*/ 806216 h 1660822"/>
              <a:gd name="connsiteX32" fmla="*/ 3825937 w 4211600"/>
              <a:gd name="connsiteY32" fmla="*/ 594475 h 1660822"/>
              <a:gd name="connsiteX33" fmla="*/ 3861381 w 4211600"/>
              <a:gd name="connsiteY33" fmla="*/ 544755 h 1660822"/>
              <a:gd name="connsiteX34" fmla="*/ 3950381 w 4211600"/>
              <a:gd name="connsiteY34" fmla="*/ 427978 h 1660822"/>
              <a:gd name="connsiteX35" fmla="*/ 4112370 w 4211600"/>
              <a:gd name="connsiteY35" fmla="*/ 201378 h 1660822"/>
              <a:gd name="connsiteX36" fmla="*/ 4195989 w 4211600"/>
              <a:gd name="connsiteY36" fmla="*/ 33834 h 166082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Lst>
            <a:rect l="l" t="t" r="r" b="b"/>
            <a:pathLst>
              <a:path w="4211600" h="1660822">
                <a:moveTo>
                  <a:pt x="4211600" y="0"/>
                </a:moveTo>
                <a:lnTo>
                  <a:pt x="4211600" y="58430"/>
                </a:lnTo>
                <a:lnTo>
                  <a:pt x="4136524" y="208808"/>
                </a:lnTo>
                <a:cubicBezTo>
                  <a:pt x="4089791" y="287770"/>
                  <a:pt x="4030588" y="363780"/>
                  <a:pt x="3973354" y="437313"/>
                </a:cubicBezTo>
                <a:cubicBezTo>
                  <a:pt x="3943819" y="475222"/>
                  <a:pt x="3913231" y="514465"/>
                  <a:pt x="3884746" y="553613"/>
                </a:cubicBezTo>
                <a:cubicBezTo>
                  <a:pt x="3872801" y="569996"/>
                  <a:pt x="3861119" y="586569"/>
                  <a:pt x="3849435" y="603143"/>
                </a:cubicBezTo>
                <a:cubicBezTo>
                  <a:pt x="3796665" y="678009"/>
                  <a:pt x="3742187" y="755352"/>
                  <a:pt x="3661849" y="819075"/>
                </a:cubicBezTo>
                <a:cubicBezTo>
                  <a:pt x="3596214" y="871176"/>
                  <a:pt x="3509050" y="916230"/>
                  <a:pt x="3402589" y="952996"/>
                </a:cubicBezTo>
                <a:cubicBezTo>
                  <a:pt x="3312406" y="984048"/>
                  <a:pt x="3215660" y="1005003"/>
                  <a:pt x="3130202" y="1023386"/>
                </a:cubicBezTo>
                <a:cubicBezTo>
                  <a:pt x="3058529" y="1038816"/>
                  <a:pt x="2985412" y="1053675"/>
                  <a:pt x="2914657" y="1068058"/>
                </a:cubicBezTo>
                <a:cubicBezTo>
                  <a:pt x="2805176" y="1090251"/>
                  <a:pt x="2692021" y="1113207"/>
                  <a:pt x="2582149" y="1138924"/>
                </a:cubicBezTo>
                <a:cubicBezTo>
                  <a:pt x="2549330" y="1146639"/>
                  <a:pt x="2516644" y="1154450"/>
                  <a:pt x="2483958" y="1162356"/>
                </a:cubicBezTo>
                <a:cubicBezTo>
                  <a:pt x="2367257" y="1190550"/>
                  <a:pt x="2246621" y="1219601"/>
                  <a:pt x="2123750" y="1238651"/>
                </a:cubicBezTo>
                <a:cubicBezTo>
                  <a:pt x="2004294" y="1257129"/>
                  <a:pt x="1880769" y="1265416"/>
                  <a:pt x="1761444" y="1273417"/>
                </a:cubicBezTo>
                <a:cubicBezTo>
                  <a:pt x="1711167" y="1276751"/>
                  <a:pt x="1659184" y="1280275"/>
                  <a:pt x="1608382" y="1284466"/>
                </a:cubicBezTo>
                <a:cubicBezTo>
                  <a:pt x="1408589" y="1300944"/>
                  <a:pt x="1214570" y="1325805"/>
                  <a:pt x="999942" y="1354284"/>
                </a:cubicBezTo>
                <a:cubicBezTo>
                  <a:pt x="826403" y="1377240"/>
                  <a:pt x="647744" y="1400957"/>
                  <a:pt x="484705" y="1450487"/>
                </a:cubicBezTo>
                <a:cubicBezTo>
                  <a:pt x="355831" y="1489635"/>
                  <a:pt x="231387" y="1544374"/>
                  <a:pt x="113310" y="1613700"/>
                </a:cubicBezTo>
                <a:lnTo>
                  <a:pt x="39668" y="1660822"/>
                </a:lnTo>
                <a:lnTo>
                  <a:pt x="0" y="1660822"/>
                </a:lnTo>
                <a:lnTo>
                  <a:pt x="96701" y="1598934"/>
                </a:lnTo>
                <a:cubicBezTo>
                  <a:pt x="216635" y="1528533"/>
                  <a:pt x="343196" y="1472919"/>
                  <a:pt x="474335" y="1433056"/>
                </a:cubicBezTo>
                <a:cubicBezTo>
                  <a:pt x="639999" y="1382669"/>
                  <a:pt x="820102" y="1358856"/>
                  <a:pt x="994299" y="1335806"/>
                </a:cubicBezTo>
                <a:cubicBezTo>
                  <a:pt x="1210239" y="1307231"/>
                  <a:pt x="1404650" y="1282275"/>
                  <a:pt x="1605231" y="1265702"/>
                </a:cubicBezTo>
                <a:cubicBezTo>
                  <a:pt x="1656428" y="1261511"/>
                  <a:pt x="1708411" y="1257987"/>
                  <a:pt x="1758819" y="1254558"/>
                </a:cubicBezTo>
                <a:cubicBezTo>
                  <a:pt x="1877487" y="1246557"/>
                  <a:pt x="2000094" y="1238365"/>
                  <a:pt x="2118106" y="1220077"/>
                </a:cubicBezTo>
                <a:cubicBezTo>
                  <a:pt x="2239531" y="1201313"/>
                  <a:pt x="2359513" y="1172357"/>
                  <a:pt x="2475557" y="1144353"/>
                </a:cubicBezTo>
                <a:cubicBezTo>
                  <a:pt x="2508243" y="1136448"/>
                  <a:pt x="2541060" y="1128542"/>
                  <a:pt x="2573878" y="1120827"/>
                </a:cubicBezTo>
                <a:cubicBezTo>
                  <a:pt x="2684276" y="1094919"/>
                  <a:pt x="2797694" y="1071963"/>
                  <a:pt x="2907437" y="1049675"/>
                </a:cubicBezTo>
                <a:cubicBezTo>
                  <a:pt x="2978061" y="1035387"/>
                  <a:pt x="3051178" y="1020528"/>
                  <a:pt x="3122589" y="1005098"/>
                </a:cubicBezTo>
                <a:cubicBezTo>
                  <a:pt x="3206997" y="986810"/>
                  <a:pt x="3302823" y="966141"/>
                  <a:pt x="3391169" y="935756"/>
                </a:cubicBezTo>
                <a:cubicBezTo>
                  <a:pt x="3494479" y="900132"/>
                  <a:pt x="3578886" y="856508"/>
                  <a:pt x="3642290" y="806216"/>
                </a:cubicBezTo>
                <a:cubicBezTo>
                  <a:pt x="3720133" y="744303"/>
                  <a:pt x="3773953" y="668103"/>
                  <a:pt x="3825937" y="594475"/>
                </a:cubicBezTo>
                <a:cubicBezTo>
                  <a:pt x="3837621" y="577902"/>
                  <a:pt x="3849435" y="561233"/>
                  <a:pt x="3861381" y="544755"/>
                </a:cubicBezTo>
                <a:cubicBezTo>
                  <a:pt x="3889997" y="505416"/>
                  <a:pt x="3920715" y="465983"/>
                  <a:pt x="3950381" y="427978"/>
                </a:cubicBezTo>
                <a:cubicBezTo>
                  <a:pt x="4007353" y="354921"/>
                  <a:pt x="4066163" y="279388"/>
                  <a:pt x="4112370" y="201378"/>
                </a:cubicBezTo>
                <a:cubicBezTo>
                  <a:pt x="4144662" y="146800"/>
                  <a:pt x="4170785" y="89364"/>
                  <a:pt x="4195989" y="33834"/>
                </a:cubicBezTo>
                <a:close/>
              </a:path>
            </a:pathLst>
          </a:cu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a:p>
        </p:txBody>
      </p:sp>
      <p:grpSp>
        <p:nvGrpSpPr>
          <p:cNvPr id="20" name="Graphic 141">
            <a:extLst>
              <a:ext uri="{FF2B5EF4-FFF2-40B4-BE49-F238E27FC236}">
                <a16:creationId xmlns:a16="http://schemas.microsoft.com/office/drawing/2014/main" id="{03E9870D-4BBA-43AF-8D44-BBADF020CFF6}"/>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10849" y="15178"/>
            <a:ext cx="2198951" cy="3331254"/>
            <a:chOff x="4473129" y="923925"/>
            <a:chExt cx="3308947" cy="5012817"/>
          </a:xfrm>
          <a:noFill/>
        </p:grpSpPr>
        <p:sp>
          <p:nvSpPr>
            <p:cNvPr id="21" name="Freeform: Shape 20">
              <a:extLst>
                <a:ext uri="{FF2B5EF4-FFF2-40B4-BE49-F238E27FC236}">
                  <a16:creationId xmlns:a16="http://schemas.microsoft.com/office/drawing/2014/main" id="{34BC5055-C77D-43CD-BB1D-A77B6779CDAD}"/>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4485988" y="924020"/>
              <a:ext cx="3296088" cy="5012722"/>
            </a:xfrm>
            <a:custGeom>
              <a:avLst/>
              <a:gdLst>
                <a:gd name="connsiteX0" fmla="*/ 0 w 3296088"/>
                <a:gd name="connsiteY0" fmla="*/ 5012722 h 5012722"/>
                <a:gd name="connsiteX1" fmla="*/ 244031 w 3296088"/>
                <a:gd name="connsiteY1" fmla="*/ 4820222 h 5012722"/>
                <a:gd name="connsiteX2" fmla="*/ 729234 w 3296088"/>
                <a:gd name="connsiteY2" fmla="*/ 4360641 h 5012722"/>
                <a:gd name="connsiteX3" fmla="*/ 881444 w 3296088"/>
                <a:gd name="connsiteY3" fmla="*/ 4173950 h 5012722"/>
                <a:gd name="connsiteX4" fmla="*/ 1151287 w 3296088"/>
                <a:gd name="connsiteY4" fmla="*/ 3972877 h 5012722"/>
                <a:gd name="connsiteX5" fmla="*/ 1498664 w 3296088"/>
                <a:gd name="connsiteY5" fmla="*/ 3786188 h 5012722"/>
                <a:gd name="connsiteX6" fmla="*/ 1716881 w 3296088"/>
                <a:gd name="connsiteY6" fmla="*/ 3674174 h 5012722"/>
                <a:gd name="connsiteX7" fmla="*/ 1913573 w 3296088"/>
                <a:gd name="connsiteY7" fmla="*/ 3477387 h 5012722"/>
                <a:gd name="connsiteX8" fmla="*/ 2167700 w 3296088"/>
                <a:gd name="connsiteY8" fmla="*/ 3042190 h 5012722"/>
                <a:gd name="connsiteX9" fmla="*/ 2273903 w 3296088"/>
                <a:gd name="connsiteY9" fmla="*/ 2775014 h 5012722"/>
                <a:gd name="connsiteX10" fmla="*/ 2463356 w 3296088"/>
                <a:gd name="connsiteY10" fmla="*/ 2335530 h 5012722"/>
                <a:gd name="connsiteX11" fmla="*/ 2741866 w 3296088"/>
                <a:gd name="connsiteY11" fmla="*/ 1982248 h 5012722"/>
                <a:gd name="connsiteX12" fmla="*/ 2985897 w 3296088"/>
                <a:gd name="connsiteY12" fmla="*/ 1634681 h 5012722"/>
                <a:gd name="connsiteX13" fmla="*/ 3212687 w 3296088"/>
                <a:gd name="connsiteY13" fmla="*/ 1226820 h 5012722"/>
                <a:gd name="connsiteX14" fmla="*/ 3281553 w 3296088"/>
                <a:gd name="connsiteY14" fmla="*/ 959644 h 5012722"/>
                <a:gd name="connsiteX15" fmla="*/ 3295936 w 3296088"/>
                <a:gd name="connsiteY15" fmla="*/ 701135 h 5012722"/>
                <a:gd name="connsiteX16" fmla="*/ 3267266 w 3296088"/>
                <a:gd name="connsiteY16" fmla="*/ 436817 h 5012722"/>
                <a:gd name="connsiteX17" fmla="*/ 3105341 w 3296088"/>
                <a:gd name="connsiteY17" fmla="*/ 0 h 501272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Lst>
              <a:rect l="l" t="t" r="r" b="b"/>
              <a:pathLst>
                <a:path w="3296088" h="5012722">
                  <a:moveTo>
                    <a:pt x="0" y="5012722"/>
                  </a:moveTo>
                  <a:cubicBezTo>
                    <a:pt x="81820" y="4949095"/>
                    <a:pt x="163544" y="4885468"/>
                    <a:pt x="244031" y="4820222"/>
                  </a:cubicBezTo>
                  <a:cubicBezTo>
                    <a:pt x="417671" y="4679633"/>
                    <a:pt x="589883" y="4535139"/>
                    <a:pt x="729234" y="4360641"/>
                  </a:cubicBezTo>
                  <a:cubicBezTo>
                    <a:pt x="779431" y="4297776"/>
                    <a:pt x="825818" y="4231958"/>
                    <a:pt x="881444" y="4173950"/>
                  </a:cubicBezTo>
                  <a:cubicBezTo>
                    <a:pt x="959358" y="4092607"/>
                    <a:pt x="1054799" y="4031075"/>
                    <a:pt x="1151287" y="3972877"/>
                  </a:cubicBezTo>
                  <a:cubicBezTo>
                    <a:pt x="1263968" y="3904964"/>
                    <a:pt x="1379315" y="3841337"/>
                    <a:pt x="1498664" y="3786188"/>
                  </a:cubicBezTo>
                  <a:cubicBezTo>
                    <a:pt x="1573149" y="3751802"/>
                    <a:pt x="1649159" y="3720179"/>
                    <a:pt x="1716881" y="3674174"/>
                  </a:cubicBezTo>
                  <a:cubicBezTo>
                    <a:pt x="1794034" y="3621691"/>
                    <a:pt x="1856708" y="3551492"/>
                    <a:pt x="1913573" y="3477387"/>
                  </a:cubicBezTo>
                  <a:cubicBezTo>
                    <a:pt x="2016157" y="3343751"/>
                    <a:pt x="2099024" y="3196114"/>
                    <a:pt x="2167700" y="3042190"/>
                  </a:cubicBezTo>
                  <a:cubicBezTo>
                    <a:pt x="2206752" y="2954655"/>
                    <a:pt x="2241233" y="2865215"/>
                    <a:pt x="2273903" y="2775014"/>
                  </a:cubicBezTo>
                  <a:cubicBezTo>
                    <a:pt x="2328482" y="2624423"/>
                    <a:pt x="2379440" y="2471642"/>
                    <a:pt x="2463356" y="2335530"/>
                  </a:cubicBezTo>
                  <a:cubicBezTo>
                    <a:pt x="2542127" y="2207705"/>
                    <a:pt x="2647855" y="2099501"/>
                    <a:pt x="2741866" y="1982248"/>
                  </a:cubicBezTo>
                  <a:cubicBezTo>
                    <a:pt x="2830449" y="1871758"/>
                    <a:pt x="2908554" y="1753362"/>
                    <a:pt x="2985897" y="1634681"/>
                  </a:cubicBezTo>
                  <a:cubicBezTo>
                    <a:pt x="3071146" y="1503902"/>
                    <a:pt x="3156395" y="1372172"/>
                    <a:pt x="3212687" y="1226820"/>
                  </a:cubicBezTo>
                  <a:cubicBezTo>
                    <a:pt x="3246025" y="1140809"/>
                    <a:pt x="3268790" y="1051084"/>
                    <a:pt x="3281553" y="959644"/>
                  </a:cubicBezTo>
                  <a:cubicBezTo>
                    <a:pt x="3293555" y="874014"/>
                    <a:pt x="3296888" y="787527"/>
                    <a:pt x="3295936" y="701135"/>
                  </a:cubicBezTo>
                  <a:cubicBezTo>
                    <a:pt x="3294888" y="612172"/>
                    <a:pt x="3289268" y="523018"/>
                    <a:pt x="3267266" y="436817"/>
                  </a:cubicBezTo>
                  <a:cubicBezTo>
                    <a:pt x="3227832" y="282416"/>
                    <a:pt x="3105341" y="0"/>
                    <a:pt x="3105341" y="0"/>
                  </a:cubicBezTo>
                </a:path>
              </a:pathLst>
            </a:custGeom>
            <a:noFill/>
            <a:ln w="9525" cap="rnd">
              <a:solidFill>
                <a:schemeClr val="accent2">
                  <a:alpha val="75000"/>
                </a:schemeClr>
              </a:solidFill>
              <a:prstDash val="lgDash"/>
              <a:round/>
            </a:ln>
          </p:spPr>
          <p:txBody>
            <a:bodyPr rtlCol="0" anchor="ctr"/>
            <a:lstStyle/>
            <a:p>
              <a:endParaRPr lang="en-US"/>
            </a:p>
          </p:txBody>
        </p:sp>
        <p:sp>
          <p:nvSpPr>
            <p:cNvPr id="22" name="Freeform: Shape 21">
              <a:extLst>
                <a:ext uri="{FF2B5EF4-FFF2-40B4-BE49-F238E27FC236}">
                  <a16:creationId xmlns:a16="http://schemas.microsoft.com/office/drawing/2014/main" id="{DB12D0B8-9385-489A-85AE-3D14AD0BA2FC}"/>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4473129" y="923925"/>
              <a:ext cx="2977477" cy="4627149"/>
            </a:xfrm>
            <a:custGeom>
              <a:avLst/>
              <a:gdLst>
                <a:gd name="connsiteX0" fmla="*/ 0 w 2977477"/>
                <a:gd name="connsiteY0" fmla="*/ 4627150 h 4627149"/>
                <a:gd name="connsiteX1" fmla="*/ 275082 w 2977477"/>
                <a:gd name="connsiteY1" fmla="*/ 4341590 h 4627149"/>
                <a:gd name="connsiteX2" fmla="*/ 502825 w 2977477"/>
                <a:gd name="connsiteY2" fmla="*/ 4054126 h 4627149"/>
                <a:gd name="connsiteX3" fmla="*/ 666179 w 2977477"/>
                <a:gd name="connsiteY3" fmla="*/ 3890677 h 4627149"/>
                <a:gd name="connsiteX4" fmla="*/ 864203 w 2977477"/>
                <a:gd name="connsiteY4" fmla="*/ 3675983 h 4627149"/>
                <a:gd name="connsiteX5" fmla="*/ 982599 w 2977477"/>
                <a:gd name="connsiteY5" fmla="*/ 3557492 h 4627149"/>
                <a:gd name="connsiteX6" fmla="*/ 1188244 w 2977477"/>
                <a:gd name="connsiteY6" fmla="*/ 3329654 h 4627149"/>
                <a:gd name="connsiteX7" fmla="*/ 1344740 w 2977477"/>
                <a:gd name="connsiteY7" fmla="*/ 3146774 h 4627149"/>
                <a:gd name="connsiteX8" fmla="*/ 1470755 w 2977477"/>
                <a:gd name="connsiteY8" fmla="*/ 2984659 h 4627149"/>
                <a:gd name="connsiteX9" fmla="*/ 1657636 w 2977477"/>
                <a:gd name="connsiteY9" fmla="*/ 2670239 h 4627149"/>
                <a:gd name="connsiteX10" fmla="*/ 1762887 w 2977477"/>
                <a:gd name="connsiteY10" fmla="*/ 2473547 h 4627149"/>
                <a:gd name="connsiteX11" fmla="*/ 1866710 w 2977477"/>
                <a:gd name="connsiteY11" fmla="*/ 2290667 h 4627149"/>
                <a:gd name="connsiteX12" fmla="*/ 2106263 w 2977477"/>
                <a:gd name="connsiteY12" fmla="*/ 2030254 h 4627149"/>
                <a:gd name="connsiteX13" fmla="*/ 2277237 w 2977477"/>
                <a:gd name="connsiteY13" fmla="*/ 1859185 h 4627149"/>
                <a:gd name="connsiteX14" fmla="*/ 2499455 w 2977477"/>
                <a:gd name="connsiteY14" fmla="*/ 1656207 h 4627149"/>
                <a:gd name="connsiteX15" fmla="*/ 2707100 w 2977477"/>
                <a:gd name="connsiteY15" fmla="*/ 1390269 h 4627149"/>
                <a:gd name="connsiteX16" fmla="*/ 2812352 w 2977477"/>
                <a:gd name="connsiteY16" fmla="*/ 1230916 h 4627149"/>
                <a:gd name="connsiteX17" fmla="*/ 2898172 w 2977477"/>
                <a:gd name="connsiteY17" fmla="*/ 1036987 h 4627149"/>
                <a:gd name="connsiteX18" fmla="*/ 2963228 w 2977477"/>
                <a:gd name="connsiteY18" fmla="*/ 850011 h 4627149"/>
                <a:gd name="connsiteX19" fmla="*/ 2977325 w 2977477"/>
                <a:gd name="connsiteY19" fmla="*/ 745427 h 4627149"/>
                <a:gd name="connsiteX20" fmla="*/ 2929509 w 2977477"/>
                <a:gd name="connsiteY20" fmla="*/ 480155 h 4627149"/>
                <a:gd name="connsiteX21" fmla="*/ 2563082 w 2977477"/>
                <a:gd name="connsiteY21" fmla="*/ 0 h 462714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Lst>
              <a:rect l="l" t="t" r="r" b="b"/>
              <a:pathLst>
                <a:path w="2977477" h="4627149">
                  <a:moveTo>
                    <a:pt x="0" y="4627150"/>
                  </a:moveTo>
                  <a:cubicBezTo>
                    <a:pt x="79820" y="4552283"/>
                    <a:pt x="203835" y="4424648"/>
                    <a:pt x="275082" y="4341590"/>
                  </a:cubicBezTo>
                  <a:cubicBezTo>
                    <a:pt x="354711" y="4248722"/>
                    <a:pt x="421005" y="4145090"/>
                    <a:pt x="502825" y="4054126"/>
                  </a:cubicBezTo>
                  <a:cubicBezTo>
                    <a:pt x="554355" y="3996881"/>
                    <a:pt x="612362" y="3945827"/>
                    <a:pt x="666179" y="3890677"/>
                  </a:cubicBezTo>
                  <a:cubicBezTo>
                    <a:pt x="734187" y="3821049"/>
                    <a:pt x="796671" y="3746183"/>
                    <a:pt x="864203" y="3675983"/>
                  </a:cubicBezTo>
                  <a:cubicBezTo>
                    <a:pt x="902875" y="3635788"/>
                    <a:pt x="943642" y="3597593"/>
                    <a:pt x="982599" y="3557492"/>
                  </a:cubicBezTo>
                  <a:cubicBezTo>
                    <a:pt x="1053941" y="3484150"/>
                    <a:pt x="1121378" y="3407093"/>
                    <a:pt x="1188244" y="3329654"/>
                  </a:cubicBezTo>
                  <a:cubicBezTo>
                    <a:pt x="1240631" y="3268885"/>
                    <a:pt x="1293495" y="3208496"/>
                    <a:pt x="1344740" y="3146774"/>
                  </a:cubicBezTo>
                  <a:cubicBezTo>
                    <a:pt x="1388459" y="3094101"/>
                    <a:pt x="1431512" y="3040761"/>
                    <a:pt x="1470755" y="2984659"/>
                  </a:cubicBezTo>
                  <a:cubicBezTo>
                    <a:pt x="1540764" y="2884646"/>
                    <a:pt x="1598771" y="2777109"/>
                    <a:pt x="1657636" y="2670239"/>
                  </a:cubicBezTo>
                  <a:cubicBezTo>
                    <a:pt x="1693545" y="2605088"/>
                    <a:pt x="1728502" y="2539460"/>
                    <a:pt x="1762887" y="2473547"/>
                  </a:cubicBezTo>
                  <a:cubicBezTo>
                    <a:pt x="1795367" y="2411349"/>
                    <a:pt x="1826419" y="2348103"/>
                    <a:pt x="1866710" y="2290667"/>
                  </a:cubicBezTo>
                  <a:cubicBezTo>
                    <a:pt x="1934623" y="2193893"/>
                    <a:pt x="2022729" y="2114169"/>
                    <a:pt x="2106263" y="2030254"/>
                  </a:cubicBezTo>
                  <a:cubicBezTo>
                    <a:pt x="2163128" y="1973104"/>
                    <a:pt x="2218182" y="1914049"/>
                    <a:pt x="2277237" y="1859185"/>
                  </a:cubicBezTo>
                  <a:cubicBezTo>
                    <a:pt x="2350770" y="1790891"/>
                    <a:pt x="2430304" y="1728978"/>
                    <a:pt x="2499455" y="1656207"/>
                  </a:cubicBezTo>
                  <a:cubicBezTo>
                    <a:pt x="2576989" y="1574578"/>
                    <a:pt x="2641568" y="1481900"/>
                    <a:pt x="2707100" y="1390269"/>
                  </a:cubicBezTo>
                  <a:cubicBezTo>
                    <a:pt x="2744153" y="1338453"/>
                    <a:pt x="2781586" y="1286732"/>
                    <a:pt x="2812352" y="1230916"/>
                  </a:cubicBezTo>
                  <a:cubicBezTo>
                    <a:pt x="2846546" y="1168908"/>
                    <a:pt x="2872550" y="1102900"/>
                    <a:pt x="2898172" y="1036987"/>
                  </a:cubicBezTo>
                  <a:cubicBezTo>
                    <a:pt x="2922175" y="975455"/>
                    <a:pt x="2948273" y="914305"/>
                    <a:pt x="2963228" y="850011"/>
                  </a:cubicBezTo>
                  <a:cubicBezTo>
                    <a:pt x="2971229" y="815626"/>
                    <a:pt x="2976563" y="780764"/>
                    <a:pt x="2977325" y="745427"/>
                  </a:cubicBezTo>
                  <a:cubicBezTo>
                    <a:pt x="2979230" y="654844"/>
                    <a:pt x="2963323" y="564261"/>
                    <a:pt x="2929509" y="480155"/>
                  </a:cubicBezTo>
                  <a:cubicBezTo>
                    <a:pt x="2851309" y="285655"/>
                    <a:pt x="2563082" y="0"/>
                    <a:pt x="2563082" y="0"/>
                  </a:cubicBezTo>
                </a:path>
              </a:pathLst>
            </a:custGeom>
            <a:noFill/>
            <a:ln w="9525" cap="rnd">
              <a:solidFill>
                <a:schemeClr val="accent2">
                  <a:alpha val="75000"/>
                </a:schemeClr>
              </a:solidFill>
              <a:prstDash val="lgDash"/>
              <a:round/>
            </a:ln>
          </p:spPr>
          <p:txBody>
            <a:bodyPr rtlCol="0" anchor="ctr"/>
            <a:lstStyle/>
            <a:p>
              <a:endParaRPr lang="en-US"/>
            </a:p>
          </p:txBody>
        </p:sp>
        <p:sp>
          <p:nvSpPr>
            <p:cNvPr id="23" name="Freeform: Shape 22">
              <a:extLst>
                <a:ext uri="{FF2B5EF4-FFF2-40B4-BE49-F238E27FC236}">
                  <a16:creationId xmlns:a16="http://schemas.microsoft.com/office/drawing/2014/main" id="{D158A14A-147E-4130-A5E2-38FD84B181AF}"/>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4494561" y="923925"/>
              <a:ext cx="2356712" cy="4118991"/>
            </a:xfrm>
            <a:custGeom>
              <a:avLst/>
              <a:gdLst>
                <a:gd name="connsiteX0" fmla="*/ 1707071 w 2356712"/>
                <a:gd name="connsiteY0" fmla="*/ 0 h 4118991"/>
                <a:gd name="connsiteX1" fmla="*/ 1824514 w 2356712"/>
                <a:gd name="connsiteY1" fmla="*/ 244697 h 4118991"/>
                <a:gd name="connsiteX2" fmla="*/ 1908715 w 2356712"/>
                <a:gd name="connsiteY2" fmla="*/ 328994 h 4118991"/>
                <a:gd name="connsiteX3" fmla="*/ 2226469 w 2356712"/>
                <a:gd name="connsiteY3" fmla="*/ 603695 h 4118991"/>
                <a:gd name="connsiteX4" fmla="*/ 2355628 w 2356712"/>
                <a:gd name="connsiteY4" fmla="*/ 900494 h 4118991"/>
                <a:gd name="connsiteX5" fmla="*/ 2281428 w 2356712"/>
                <a:gd name="connsiteY5" fmla="*/ 1206913 h 4118991"/>
                <a:gd name="connsiteX6" fmla="*/ 2092452 w 2356712"/>
                <a:gd name="connsiteY6" fmla="*/ 1460659 h 4118991"/>
                <a:gd name="connsiteX7" fmla="*/ 1834039 w 2356712"/>
                <a:gd name="connsiteY7" fmla="*/ 1625822 h 4118991"/>
                <a:gd name="connsiteX8" fmla="*/ 1558862 w 2356712"/>
                <a:gd name="connsiteY8" fmla="*/ 1743075 h 4118991"/>
                <a:gd name="connsiteX9" fmla="*/ 1386554 w 2356712"/>
                <a:gd name="connsiteY9" fmla="*/ 1869948 h 4118991"/>
                <a:gd name="connsiteX10" fmla="*/ 1271683 w 2356712"/>
                <a:gd name="connsiteY10" fmla="*/ 2073402 h 4118991"/>
                <a:gd name="connsiteX11" fmla="*/ 1178338 w 2356712"/>
                <a:gd name="connsiteY11" fmla="*/ 2355914 h 4118991"/>
                <a:gd name="connsiteX12" fmla="*/ 1113758 w 2356712"/>
                <a:gd name="connsiteY12" fmla="*/ 2578513 h 4118991"/>
                <a:gd name="connsiteX13" fmla="*/ 1034796 w 2356712"/>
                <a:gd name="connsiteY13" fmla="*/ 2834640 h 4118991"/>
                <a:gd name="connsiteX14" fmla="*/ 905637 w 2356712"/>
                <a:gd name="connsiteY14" fmla="*/ 3081242 h 4118991"/>
                <a:gd name="connsiteX15" fmla="*/ 793147 w 2356712"/>
                <a:gd name="connsiteY15" fmla="*/ 3258407 h 4118991"/>
                <a:gd name="connsiteX16" fmla="*/ 546735 w 2356712"/>
                <a:gd name="connsiteY16" fmla="*/ 3571970 h 4118991"/>
                <a:gd name="connsiteX17" fmla="*/ 346996 w 2356712"/>
                <a:gd name="connsiteY17" fmla="*/ 3771900 h 4118991"/>
                <a:gd name="connsiteX18" fmla="*/ 174689 w 2356712"/>
                <a:gd name="connsiteY18" fmla="*/ 3944207 h 4118991"/>
                <a:gd name="connsiteX19" fmla="*/ 0 w 2356712"/>
                <a:gd name="connsiteY19" fmla="*/ 4118991 h 411899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Lst>
              <a:rect l="l" t="t" r="r" b="b"/>
              <a:pathLst>
                <a:path w="2356712" h="4118991">
                  <a:moveTo>
                    <a:pt x="1707071" y="0"/>
                  </a:moveTo>
                  <a:cubicBezTo>
                    <a:pt x="1715357" y="22098"/>
                    <a:pt x="1812608" y="224409"/>
                    <a:pt x="1824514" y="244697"/>
                  </a:cubicBezTo>
                  <a:cubicBezTo>
                    <a:pt x="1844802" y="279273"/>
                    <a:pt x="1876996" y="304324"/>
                    <a:pt x="1908715" y="328994"/>
                  </a:cubicBezTo>
                  <a:cubicBezTo>
                    <a:pt x="2019967" y="415195"/>
                    <a:pt x="2137886" y="494633"/>
                    <a:pt x="2226469" y="603695"/>
                  </a:cubicBezTo>
                  <a:cubicBezTo>
                    <a:pt x="2296287" y="689610"/>
                    <a:pt x="2347817" y="790480"/>
                    <a:pt x="2355628" y="900494"/>
                  </a:cubicBezTo>
                  <a:cubicBezTo>
                    <a:pt x="2363248" y="1007078"/>
                    <a:pt x="2329910" y="1111187"/>
                    <a:pt x="2281428" y="1206913"/>
                  </a:cubicBezTo>
                  <a:cubicBezTo>
                    <a:pt x="2233422" y="1301877"/>
                    <a:pt x="2170938" y="1388936"/>
                    <a:pt x="2092452" y="1460659"/>
                  </a:cubicBezTo>
                  <a:cubicBezTo>
                    <a:pt x="2016538" y="1530001"/>
                    <a:pt x="1927765" y="1583436"/>
                    <a:pt x="1834039" y="1625822"/>
                  </a:cubicBezTo>
                  <a:cubicBezTo>
                    <a:pt x="1743075" y="1666970"/>
                    <a:pt x="1647730" y="1697736"/>
                    <a:pt x="1558862" y="1743075"/>
                  </a:cubicBezTo>
                  <a:cubicBezTo>
                    <a:pt x="1494758" y="1775841"/>
                    <a:pt x="1434275" y="1816132"/>
                    <a:pt x="1386554" y="1869948"/>
                  </a:cubicBezTo>
                  <a:cubicBezTo>
                    <a:pt x="1334548" y="1928622"/>
                    <a:pt x="1300544" y="2000345"/>
                    <a:pt x="1271683" y="2073402"/>
                  </a:cubicBezTo>
                  <a:cubicBezTo>
                    <a:pt x="1235202" y="2165699"/>
                    <a:pt x="1206722" y="2260759"/>
                    <a:pt x="1178338" y="2355914"/>
                  </a:cubicBezTo>
                  <a:cubicBezTo>
                    <a:pt x="1156240" y="2429923"/>
                    <a:pt x="1134237" y="2504028"/>
                    <a:pt x="1113758" y="2578513"/>
                  </a:cubicBezTo>
                  <a:cubicBezTo>
                    <a:pt x="1090041" y="2664714"/>
                    <a:pt x="1068134" y="2751678"/>
                    <a:pt x="1034796" y="2834640"/>
                  </a:cubicBezTo>
                  <a:cubicBezTo>
                    <a:pt x="1000125" y="2920841"/>
                    <a:pt x="953643" y="3001613"/>
                    <a:pt x="905637" y="3081242"/>
                  </a:cubicBezTo>
                  <a:cubicBezTo>
                    <a:pt x="869442" y="3141155"/>
                    <a:pt x="832295" y="3200400"/>
                    <a:pt x="793147" y="3258407"/>
                  </a:cubicBezTo>
                  <a:cubicBezTo>
                    <a:pt x="718661" y="3368802"/>
                    <a:pt x="637223" y="3474434"/>
                    <a:pt x="546735" y="3571970"/>
                  </a:cubicBezTo>
                  <a:cubicBezTo>
                    <a:pt x="482632" y="3641027"/>
                    <a:pt x="414147" y="3705797"/>
                    <a:pt x="346996" y="3771900"/>
                  </a:cubicBezTo>
                  <a:cubicBezTo>
                    <a:pt x="288989" y="3828764"/>
                    <a:pt x="232029" y="3886676"/>
                    <a:pt x="174689" y="3944207"/>
                  </a:cubicBezTo>
                  <a:cubicBezTo>
                    <a:pt x="116586" y="4002596"/>
                    <a:pt x="58293" y="4060698"/>
                    <a:pt x="0" y="4118991"/>
                  </a:cubicBezTo>
                </a:path>
              </a:pathLst>
            </a:custGeom>
            <a:noFill/>
            <a:ln w="9525" cap="rnd">
              <a:solidFill>
                <a:schemeClr val="accent2">
                  <a:alpha val="75000"/>
                </a:schemeClr>
              </a:solidFill>
              <a:prstDash val="lgDash"/>
              <a:round/>
            </a:ln>
          </p:spPr>
          <p:txBody>
            <a:bodyPr rtlCol="0" anchor="ctr"/>
            <a:lstStyle/>
            <a:p>
              <a:endParaRPr lang="en-US"/>
            </a:p>
          </p:txBody>
        </p:sp>
        <p:sp>
          <p:nvSpPr>
            <p:cNvPr id="24" name="Freeform: Shape 23">
              <a:extLst>
                <a:ext uri="{FF2B5EF4-FFF2-40B4-BE49-F238E27FC236}">
                  <a16:creationId xmlns:a16="http://schemas.microsoft.com/office/drawing/2014/main" id="{75B8B1EB-5E2B-472C-AE60-2EC5961F16F9}"/>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4473129" y="923925"/>
              <a:ext cx="2059193" cy="3980116"/>
            </a:xfrm>
            <a:custGeom>
              <a:avLst/>
              <a:gdLst>
                <a:gd name="connsiteX0" fmla="*/ 0 w 2059193"/>
                <a:gd name="connsiteY0" fmla="*/ 3980116 h 3980116"/>
                <a:gd name="connsiteX1" fmla="*/ 471583 w 2059193"/>
                <a:gd name="connsiteY1" fmla="*/ 3515678 h 3980116"/>
                <a:gd name="connsiteX2" fmla="*/ 758666 w 2059193"/>
                <a:gd name="connsiteY2" fmla="*/ 3163824 h 3980116"/>
                <a:gd name="connsiteX3" fmla="*/ 940499 w 2059193"/>
                <a:gd name="connsiteY3" fmla="*/ 2780824 h 3980116"/>
                <a:gd name="connsiteX4" fmla="*/ 1055370 w 2059193"/>
                <a:gd name="connsiteY4" fmla="*/ 2242185 h 3980116"/>
                <a:gd name="connsiteX5" fmla="*/ 1136714 w 2059193"/>
                <a:gd name="connsiteY5" fmla="*/ 1878330 h 3980116"/>
                <a:gd name="connsiteX6" fmla="*/ 1246727 w 2059193"/>
                <a:gd name="connsiteY6" fmla="*/ 1562386 h 3980116"/>
                <a:gd name="connsiteX7" fmla="*/ 1378363 w 2059193"/>
                <a:gd name="connsiteY7" fmla="*/ 1430750 h 3980116"/>
                <a:gd name="connsiteX8" fmla="*/ 1691831 w 2059193"/>
                <a:gd name="connsiteY8" fmla="*/ 1394841 h 3980116"/>
                <a:gd name="connsiteX9" fmla="*/ 1914335 w 2059193"/>
                <a:gd name="connsiteY9" fmla="*/ 1323023 h 3980116"/>
                <a:gd name="connsiteX10" fmla="*/ 2055495 w 2059193"/>
                <a:gd name="connsiteY10" fmla="*/ 1098042 h 3980116"/>
                <a:gd name="connsiteX11" fmla="*/ 2033969 w 2059193"/>
                <a:gd name="connsiteY11" fmla="*/ 930497 h 3980116"/>
                <a:gd name="connsiteX12" fmla="*/ 1885664 w 2059193"/>
                <a:gd name="connsiteY12" fmla="*/ 760571 h 3980116"/>
                <a:gd name="connsiteX13" fmla="*/ 1636871 w 2059193"/>
                <a:gd name="connsiteY13" fmla="*/ 612172 h 3980116"/>
                <a:gd name="connsiteX14" fmla="*/ 1335405 w 2059193"/>
                <a:gd name="connsiteY14" fmla="*/ 459010 h 3980116"/>
                <a:gd name="connsiteX15" fmla="*/ 1234916 w 2059193"/>
                <a:gd name="connsiteY15" fmla="*/ 269939 h 3980116"/>
                <a:gd name="connsiteX16" fmla="*/ 1386935 w 2059193"/>
                <a:gd name="connsiteY16" fmla="*/ 0 h 398011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Lst>
              <a:rect l="l" t="t" r="r" b="b"/>
              <a:pathLst>
                <a:path w="2059193" h="3980116">
                  <a:moveTo>
                    <a:pt x="0" y="3980116"/>
                  </a:moveTo>
                  <a:cubicBezTo>
                    <a:pt x="91345" y="3889534"/>
                    <a:pt x="382715" y="3608737"/>
                    <a:pt x="471583" y="3515678"/>
                  </a:cubicBezTo>
                  <a:cubicBezTo>
                    <a:pt x="576358" y="3405949"/>
                    <a:pt x="675989" y="3290983"/>
                    <a:pt x="758666" y="3163824"/>
                  </a:cubicBezTo>
                  <a:cubicBezTo>
                    <a:pt x="836105" y="3044857"/>
                    <a:pt x="897445" y="2916079"/>
                    <a:pt x="940499" y="2780824"/>
                  </a:cubicBezTo>
                  <a:cubicBezTo>
                    <a:pt x="996315" y="2605754"/>
                    <a:pt x="1020985" y="2422874"/>
                    <a:pt x="1055370" y="2242185"/>
                  </a:cubicBezTo>
                  <a:cubicBezTo>
                    <a:pt x="1078611" y="2120075"/>
                    <a:pt x="1107472" y="1999107"/>
                    <a:pt x="1136714" y="1878330"/>
                  </a:cubicBezTo>
                  <a:cubicBezTo>
                    <a:pt x="1163098" y="1769174"/>
                    <a:pt x="1189482" y="1658588"/>
                    <a:pt x="1246727" y="1562386"/>
                  </a:cubicBezTo>
                  <a:cubicBezTo>
                    <a:pt x="1279208" y="1507808"/>
                    <a:pt x="1321689" y="1459039"/>
                    <a:pt x="1378363" y="1430750"/>
                  </a:cubicBezTo>
                  <a:cubicBezTo>
                    <a:pt x="1473327" y="1383221"/>
                    <a:pt x="1584865" y="1402652"/>
                    <a:pt x="1691831" y="1394841"/>
                  </a:cubicBezTo>
                  <a:cubicBezTo>
                    <a:pt x="1771079" y="1389031"/>
                    <a:pt x="1849279" y="1368266"/>
                    <a:pt x="1914335" y="1323023"/>
                  </a:cubicBezTo>
                  <a:cubicBezTo>
                    <a:pt x="1989963" y="1270445"/>
                    <a:pt x="2041493" y="1189101"/>
                    <a:pt x="2055495" y="1098042"/>
                  </a:cubicBezTo>
                  <a:cubicBezTo>
                    <a:pt x="2064258" y="1041178"/>
                    <a:pt x="2057591" y="982980"/>
                    <a:pt x="2033969" y="930497"/>
                  </a:cubicBezTo>
                  <a:cubicBezTo>
                    <a:pt x="2002727" y="861060"/>
                    <a:pt x="1945958" y="807625"/>
                    <a:pt x="1885664" y="760571"/>
                  </a:cubicBezTo>
                  <a:cubicBezTo>
                    <a:pt x="1809179" y="700945"/>
                    <a:pt x="1725549" y="651415"/>
                    <a:pt x="1636871" y="612172"/>
                  </a:cubicBezTo>
                  <a:cubicBezTo>
                    <a:pt x="1532763" y="566071"/>
                    <a:pt x="1421606" y="532543"/>
                    <a:pt x="1335405" y="459010"/>
                  </a:cubicBezTo>
                  <a:cubicBezTo>
                    <a:pt x="1277969" y="409956"/>
                    <a:pt x="1232059" y="344615"/>
                    <a:pt x="1234916" y="269939"/>
                  </a:cubicBezTo>
                  <a:cubicBezTo>
                    <a:pt x="1237012" y="211741"/>
                    <a:pt x="1386935" y="0"/>
                    <a:pt x="1386935" y="0"/>
                  </a:cubicBezTo>
                </a:path>
              </a:pathLst>
            </a:custGeom>
            <a:noFill/>
            <a:ln w="9525" cap="rnd">
              <a:solidFill>
                <a:schemeClr val="accent2">
                  <a:alpha val="75000"/>
                </a:schemeClr>
              </a:solidFill>
              <a:prstDash val="lgDash"/>
              <a:round/>
            </a:ln>
          </p:spPr>
          <p:txBody>
            <a:bodyPr rtlCol="0" anchor="ctr"/>
            <a:lstStyle/>
            <a:p>
              <a:endParaRPr lang="en-US"/>
            </a:p>
          </p:txBody>
        </p:sp>
        <p:sp>
          <p:nvSpPr>
            <p:cNvPr id="25" name="Freeform: Shape 24">
              <a:extLst>
                <a:ext uri="{FF2B5EF4-FFF2-40B4-BE49-F238E27FC236}">
                  <a16:creationId xmlns:a16="http://schemas.microsoft.com/office/drawing/2014/main" id="{B4F5BD77-58D7-4B61-A666-1B4139A63A28}"/>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4485131" y="1719357"/>
              <a:ext cx="743796" cy="2867501"/>
            </a:xfrm>
            <a:custGeom>
              <a:avLst/>
              <a:gdLst>
                <a:gd name="connsiteX0" fmla="*/ 11144 w 743796"/>
                <a:gd name="connsiteY0" fmla="*/ 0 h 2867501"/>
                <a:gd name="connsiteX1" fmla="*/ 353663 w 743796"/>
                <a:gd name="connsiteY1" fmla="*/ 55245 h 2867501"/>
                <a:gd name="connsiteX2" fmla="*/ 571405 w 743796"/>
                <a:gd name="connsiteY2" fmla="*/ 179737 h 2867501"/>
                <a:gd name="connsiteX3" fmla="*/ 688658 w 743796"/>
                <a:gd name="connsiteY3" fmla="*/ 368808 h 2867501"/>
                <a:gd name="connsiteX4" fmla="*/ 731711 w 743796"/>
                <a:gd name="connsiteY4" fmla="*/ 612934 h 2867501"/>
                <a:gd name="connsiteX5" fmla="*/ 725233 w 743796"/>
                <a:gd name="connsiteY5" fmla="*/ 995648 h 2867501"/>
                <a:gd name="connsiteX6" fmla="*/ 742855 w 743796"/>
                <a:gd name="connsiteY6" fmla="*/ 1499330 h 2867501"/>
                <a:gd name="connsiteX7" fmla="*/ 707898 w 743796"/>
                <a:gd name="connsiteY7" fmla="*/ 1793081 h 2867501"/>
                <a:gd name="connsiteX8" fmla="*/ 633222 w 743796"/>
                <a:gd name="connsiteY8" fmla="*/ 2073592 h 2867501"/>
                <a:gd name="connsiteX9" fmla="*/ 404527 w 743796"/>
                <a:gd name="connsiteY9" fmla="*/ 2472404 h 2867501"/>
                <a:gd name="connsiteX10" fmla="*/ 0 w 743796"/>
                <a:gd name="connsiteY10" fmla="*/ 2867501 h 286750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743796" h="2867501">
                  <a:moveTo>
                    <a:pt x="11144" y="0"/>
                  </a:moveTo>
                  <a:cubicBezTo>
                    <a:pt x="101060" y="2953"/>
                    <a:pt x="268796" y="25146"/>
                    <a:pt x="353663" y="55245"/>
                  </a:cubicBezTo>
                  <a:cubicBezTo>
                    <a:pt x="433483" y="83534"/>
                    <a:pt x="510635" y="120967"/>
                    <a:pt x="571405" y="179737"/>
                  </a:cubicBezTo>
                  <a:cubicBezTo>
                    <a:pt x="625412" y="231934"/>
                    <a:pt x="663607" y="297942"/>
                    <a:pt x="688658" y="368808"/>
                  </a:cubicBezTo>
                  <a:cubicBezTo>
                    <a:pt x="716375" y="447103"/>
                    <a:pt x="727996" y="529876"/>
                    <a:pt x="731711" y="612934"/>
                  </a:cubicBezTo>
                  <a:cubicBezTo>
                    <a:pt x="737426" y="740474"/>
                    <a:pt x="724948" y="867918"/>
                    <a:pt x="725233" y="995648"/>
                  </a:cubicBezTo>
                  <a:cubicBezTo>
                    <a:pt x="725710" y="1163765"/>
                    <a:pt x="748665" y="1331309"/>
                    <a:pt x="742855" y="1499330"/>
                  </a:cubicBezTo>
                  <a:cubicBezTo>
                    <a:pt x="739426" y="1598009"/>
                    <a:pt x="725996" y="1696022"/>
                    <a:pt x="707898" y="1793081"/>
                  </a:cubicBezTo>
                  <a:cubicBezTo>
                    <a:pt x="690086" y="1888426"/>
                    <a:pt x="666845" y="1982724"/>
                    <a:pt x="633222" y="2073592"/>
                  </a:cubicBezTo>
                  <a:cubicBezTo>
                    <a:pt x="579692" y="2218182"/>
                    <a:pt x="499682" y="2351056"/>
                    <a:pt x="404527" y="2472404"/>
                  </a:cubicBezTo>
                  <a:cubicBezTo>
                    <a:pt x="266033" y="2648902"/>
                    <a:pt x="179642" y="2732818"/>
                    <a:pt x="0" y="2867501"/>
                  </a:cubicBezTo>
                </a:path>
              </a:pathLst>
            </a:custGeom>
            <a:noFill/>
            <a:ln w="9525" cap="rnd">
              <a:solidFill>
                <a:schemeClr val="accent2">
                  <a:alpha val="75000"/>
                </a:schemeClr>
              </a:solidFill>
              <a:prstDash val="lgDash"/>
              <a:round/>
            </a:ln>
          </p:spPr>
          <p:txBody>
            <a:bodyPr rtlCol="0" anchor="ctr"/>
            <a:lstStyle/>
            <a:p>
              <a:endParaRPr lang="en-US"/>
            </a:p>
          </p:txBody>
        </p:sp>
        <p:sp>
          <p:nvSpPr>
            <p:cNvPr id="26" name="Freeform: Shape 25">
              <a:extLst>
                <a:ext uri="{FF2B5EF4-FFF2-40B4-BE49-F238E27FC236}">
                  <a16:creationId xmlns:a16="http://schemas.microsoft.com/office/drawing/2014/main" id="{F5CBEC6B-EDB6-40B8-8771-E5AF41B8D698}"/>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4473129" y="1912731"/>
              <a:ext cx="597294" cy="2543540"/>
            </a:xfrm>
            <a:custGeom>
              <a:avLst/>
              <a:gdLst>
                <a:gd name="connsiteX0" fmla="*/ 16478 w 597294"/>
                <a:gd name="connsiteY0" fmla="*/ 2079 h 2543540"/>
                <a:gd name="connsiteX1" fmla="*/ 299847 w 597294"/>
                <a:gd name="connsiteY1" fmla="*/ 53991 h 2543540"/>
                <a:gd name="connsiteX2" fmla="*/ 503206 w 597294"/>
                <a:gd name="connsiteY2" fmla="*/ 291354 h 2543540"/>
                <a:gd name="connsiteX3" fmla="*/ 525113 w 597294"/>
                <a:gd name="connsiteY3" fmla="*/ 724265 h 2543540"/>
                <a:gd name="connsiteX4" fmla="*/ 578930 w 597294"/>
                <a:gd name="connsiteY4" fmla="*/ 1117267 h 2543540"/>
                <a:gd name="connsiteX5" fmla="*/ 592931 w 597294"/>
                <a:gd name="connsiteY5" fmla="*/ 1476359 h 2543540"/>
                <a:gd name="connsiteX6" fmla="*/ 503206 w 597294"/>
                <a:gd name="connsiteY6" fmla="*/ 1859359 h 2543540"/>
                <a:gd name="connsiteX7" fmla="*/ 291846 w 597294"/>
                <a:gd name="connsiteY7" fmla="*/ 2250361 h 2543540"/>
                <a:gd name="connsiteX8" fmla="*/ 0 w 597294"/>
                <a:gd name="connsiteY8" fmla="*/ 2543540 h 254354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597294" h="2543540">
                  <a:moveTo>
                    <a:pt x="16478" y="2079"/>
                  </a:moveTo>
                  <a:cubicBezTo>
                    <a:pt x="101441" y="-6684"/>
                    <a:pt x="224885" y="12557"/>
                    <a:pt x="299847" y="53991"/>
                  </a:cubicBezTo>
                  <a:cubicBezTo>
                    <a:pt x="394240" y="106092"/>
                    <a:pt x="468440" y="189341"/>
                    <a:pt x="503206" y="291354"/>
                  </a:cubicBezTo>
                  <a:cubicBezTo>
                    <a:pt x="550069" y="429085"/>
                    <a:pt x="520827" y="577770"/>
                    <a:pt x="525113" y="724265"/>
                  </a:cubicBezTo>
                  <a:cubicBezTo>
                    <a:pt x="529019" y="856472"/>
                    <a:pt x="561118" y="986012"/>
                    <a:pt x="578930" y="1117267"/>
                  </a:cubicBezTo>
                  <a:cubicBezTo>
                    <a:pt x="595122" y="1236234"/>
                    <a:pt x="602742" y="1356630"/>
                    <a:pt x="592931" y="1476359"/>
                  </a:cubicBezTo>
                  <a:cubicBezTo>
                    <a:pt x="582073" y="1607709"/>
                    <a:pt x="549783" y="1736011"/>
                    <a:pt x="503206" y="1859359"/>
                  </a:cubicBezTo>
                  <a:cubicBezTo>
                    <a:pt x="450628" y="1998710"/>
                    <a:pt x="383857" y="2133298"/>
                    <a:pt x="291846" y="2250361"/>
                  </a:cubicBezTo>
                  <a:cubicBezTo>
                    <a:pt x="231553" y="2327132"/>
                    <a:pt x="73819" y="2479532"/>
                    <a:pt x="0" y="2543540"/>
                  </a:cubicBezTo>
                </a:path>
              </a:pathLst>
            </a:custGeom>
            <a:noFill/>
            <a:ln w="9525" cap="rnd">
              <a:solidFill>
                <a:schemeClr val="accent2">
                  <a:alpha val="75000"/>
                </a:schemeClr>
              </a:solidFill>
              <a:prstDash val="lgDash"/>
              <a:round/>
            </a:ln>
          </p:spPr>
          <p:txBody>
            <a:bodyPr rtlCol="0" anchor="ctr"/>
            <a:lstStyle/>
            <a:p>
              <a:endParaRPr lang="en-US"/>
            </a:p>
          </p:txBody>
        </p:sp>
        <p:sp>
          <p:nvSpPr>
            <p:cNvPr id="27" name="Freeform: Shape 26">
              <a:extLst>
                <a:ext uri="{FF2B5EF4-FFF2-40B4-BE49-F238E27FC236}">
                  <a16:creationId xmlns:a16="http://schemas.microsoft.com/office/drawing/2014/main" id="{91BD0EE8-AA47-4044-9251-9F5A4B820120}"/>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4491417" y="2227197"/>
              <a:ext cx="389425" cy="2011236"/>
            </a:xfrm>
            <a:custGeom>
              <a:avLst/>
              <a:gdLst>
                <a:gd name="connsiteX0" fmla="*/ 0 w 389425"/>
                <a:gd name="connsiteY0" fmla="*/ 33 h 2011236"/>
                <a:gd name="connsiteX1" fmla="*/ 171260 w 389425"/>
                <a:gd name="connsiteY1" fmla="*/ 60326 h 2011236"/>
                <a:gd name="connsiteX2" fmla="*/ 211455 w 389425"/>
                <a:gd name="connsiteY2" fmla="*/ 221204 h 2011236"/>
                <a:gd name="connsiteX3" fmla="*/ 243078 w 389425"/>
                <a:gd name="connsiteY3" fmla="*/ 448089 h 2011236"/>
                <a:gd name="connsiteX4" fmla="*/ 346424 w 389425"/>
                <a:gd name="connsiteY4" fmla="*/ 789941 h 2011236"/>
                <a:gd name="connsiteX5" fmla="*/ 372237 w 389425"/>
                <a:gd name="connsiteY5" fmla="*/ 942151 h 2011236"/>
                <a:gd name="connsiteX6" fmla="*/ 386620 w 389425"/>
                <a:gd name="connsiteY6" fmla="*/ 1272478 h 2011236"/>
                <a:gd name="connsiteX7" fmla="*/ 280416 w 389425"/>
                <a:gd name="connsiteY7" fmla="*/ 1660241 h 2011236"/>
                <a:gd name="connsiteX8" fmla="*/ 151257 w 389425"/>
                <a:gd name="connsiteY8" fmla="*/ 1844073 h 2011236"/>
                <a:gd name="connsiteX9" fmla="*/ 1905 w 389425"/>
                <a:gd name="connsiteY9" fmla="*/ 2011237 h 201123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389425" h="2011236">
                  <a:moveTo>
                    <a:pt x="0" y="33"/>
                  </a:moveTo>
                  <a:cubicBezTo>
                    <a:pt x="57912" y="-824"/>
                    <a:pt x="136112" y="14892"/>
                    <a:pt x="171260" y="60326"/>
                  </a:cubicBezTo>
                  <a:cubicBezTo>
                    <a:pt x="205645" y="104903"/>
                    <a:pt x="207740" y="164244"/>
                    <a:pt x="211455" y="221204"/>
                  </a:cubicBezTo>
                  <a:cubicBezTo>
                    <a:pt x="216408" y="297594"/>
                    <a:pt x="225838" y="373604"/>
                    <a:pt x="243078" y="448089"/>
                  </a:cubicBezTo>
                  <a:cubicBezTo>
                    <a:pt x="269939" y="564199"/>
                    <a:pt x="319183" y="673927"/>
                    <a:pt x="346424" y="789941"/>
                  </a:cubicBezTo>
                  <a:cubicBezTo>
                    <a:pt x="358235" y="840043"/>
                    <a:pt x="365951" y="891097"/>
                    <a:pt x="372237" y="942151"/>
                  </a:cubicBezTo>
                  <a:cubicBezTo>
                    <a:pt x="385858" y="1051784"/>
                    <a:pt x="394049" y="1162274"/>
                    <a:pt x="386620" y="1272478"/>
                  </a:cubicBezTo>
                  <a:cubicBezTo>
                    <a:pt x="377476" y="1407828"/>
                    <a:pt x="344996" y="1541178"/>
                    <a:pt x="280416" y="1660241"/>
                  </a:cubicBezTo>
                  <a:cubicBezTo>
                    <a:pt x="244602" y="1726249"/>
                    <a:pt x="199358" y="1786352"/>
                    <a:pt x="151257" y="1844073"/>
                  </a:cubicBezTo>
                  <a:cubicBezTo>
                    <a:pt x="79534" y="1930084"/>
                    <a:pt x="89345" y="1941419"/>
                    <a:pt x="1905" y="2011237"/>
                  </a:cubicBezTo>
                </a:path>
              </a:pathLst>
            </a:custGeom>
            <a:noFill/>
            <a:ln w="9525" cap="rnd">
              <a:solidFill>
                <a:schemeClr val="accent2">
                  <a:alpha val="75000"/>
                </a:schemeClr>
              </a:solidFill>
              <a:prstDash val="lgDash"/>
              <a:round/>
            </a:ln>
          </p:spPr>
          <p:txBody>
            <a:bodyPr rtlCol="0" anchor="ctr"/>
            <a:lstStyle/>
            <a:p>
              <a:endParaRPr lang="en-US" dirty="0"/>
            </a:p>
          </p:txBody>
        </p:sp>
      </p:grpSp>
      <p:grpSp>
        <p:nvGrpSpPr>
          <p:cNvPr id="29" name="Graphic 157">
            <a:extLst>
              <a:ext uri="{FF2B5EF4-FFF2-40B4-BE49-F238E27FC236}">
                <a16:creationId xmlns:a16="http://schemas.microsoft.com/office/drawing/2014/main" id="{C3279E8D-2BAA-4CB1-834B-09FADD54DE56}"/>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8610600" y="3276600"/>
            <a:ext cx="3529260" cy="3581398"/>
            <a:chOff x="4114800" y="1423987"/>
            <a:chExt cx="3961542" cy="4007547"/>
          </a:xfrm>
          <a:noFill/>
        </p:grpSpPr>
        <p:sp>
          <p:nvSpPr>
            <p:cNvPr id="30" name="Freeform: Shape 29">
              <a:extLst>
                <a:ext uri="{FF2B5EF4-FFF2-40B4-BE49-F238E27FC236}">
                  <a16:creationId xmlns:a16="http://schemas.microsoft.com/office/drawing/2014/main" id="{3456F18E-4F61-486D-9CD6-65B30372C534}"/>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4114800" y="1423987"/>
              <a:ext cx="3946874" cy="3989641"/>
            </a:xfrm>
            <a:custGeom>
              <a:avLst/>
              <a:gdLst>
                <a:gd name="connsiteX0" fmla="*/ 0 w 3946874"/>
                <a:gd name="connsiteY0" fmla="*/ 3989641 h 3989641"/>
                <a:gd name="connsiteX1" fmla="*/ 79439 w 3946874"/>
                <a:gd name="connsiteY1" fmla="*/ 3891153 h 3989641"/>
                <a:gd name="connsiteX2" fmla="*/ 297371 w 3946874"/>
                <a:gd name="connsiteY2" fmla="*/ 3626930 h 3989641"/>
                <a:gd name="connsiteX3" fmla="*/ 454343 w 3946874"/>
                <a:gd name="connsiteY3" fmla="*/ 3440335 h 3989641"/>
                <a:gd name="connsiteX4" fmla="*/ 622363 w 3946874"/>
                <a:gd name="connsiteY4" fmla="*/ 3290697 h 3989641"/>
                <a:gd name="connsiteX5" fmla="*/ 927068 w 3946874"/>
                <a:gd name="connsiteY5" fmla="*/ 3087434 h 3989641"/>
                <a:gd name="connsiteX6" fmla="*/ 1176338 w 3946874"/>
                <a:gd name="connsiteY6" fmla="*/ 2915603 h 3989641"/>
                <a:gd name="connsiteX7" fmla="*/ 1394270 w 3946874"/>
                <a:gd name="connsiteY7" fmla="*/ 2780729 h 3989641"/>
                <a:gd name="connsiteX8" fmla="*/ 1601057 w 3946874"/>
                <a:gd name="connsiteY8" fmla="*/ 2723483 h 3989641"/>
                <a:gd name="connsiteX9" fmla="*/ 1756220 w 3946874"/>
                <a:gd name="connsiteY9" fmla="*/ 2743772 h 3989641"/>
                <a:gd name="connsiteX10" fmla="*/ 1889189 w 3946874"/>
                <a:gd name="connsiteY10" fmla="*/ 2765965 h 3989641"/>
                <a:gd name="connsiteX11" fmla="*/ 2007394 w 3946874"/>
                <a:gd name="connsiteY11" fmla="*/ 2765965 h 3989641"/>
                <a:gd name="connsiteX12" fmla="*/ 2184654 w 3946874"/>
                <a:gd name="connsiteY12" fmla="*/ 2671763 h 3989641"/>
                <a:gd name="connsiteX13" fmla="*/ 2372773 w 3946874"/>
                <a:gd name="connsiteY13" fmla="*/ 2538984 h 3989641"/>
                <a:gd name="connsiteX14" fmla="*/ 2439543 w 3946874"/>
                <a:gd name="connsiteY14" fmla="*/ 2510504 h 3989641"/>
                <a:gd name="connsiteX15" fmla="*/ 2650617 w 3946874"/>
                <a:gd name="connsiteY15" fmla="*/ 2434781 h 3989641"/>
                <a:gd name="connsiteX16" fmla="*/ 2785110 w 3946874"/>
                <a:gd name="connsiteY16" fmla="*/ 2383060 h 3989641"/>
                <a:gd name="connsiteX17" fmla="*/ 2897315 w 3946874"/>
                <a:gd name="connsiteY17" fmla="*/ 2318861 h 3989641"/>
                <a:gd name="connsiteX18" fmla="*/ 2997994 w 3946874"/>
                <a:gd name="connsiteY18" fmla="*/ 2226183 h 3989641"/>
                <a:gd name="connsiteX19" fmla="*/ 3061240 w 3946874"/>
                <a:gd name="connsiteY19" fmla="*/ 2141506 h 3989641"/>
                <a:gd name="connsiteX20" fmla="*/ 3152108 w 3946874"/>
                <a:gd name="connsiteY20" fmla="*/ 2005203 h 3989641"/>
                <a:gd name="connsiteX21" fmla="*/ 3274124 w 3946874"/>
                <a:gd name="connsiteY21" fmla="*/ 1871567 h 3989641"/>
                <a:gd name="connsiteX22" fmla="*/ 3388138 w 3946874"/>
                <a:gd name="connsiteY22" fmla="*/ 1770888 h 3989641"/>
                <a:gd name="connsiteX23" fmla="*/ 3466529 w 3946874"/>
                <a:gd name="connsiteY23" fmla="*/ 1679162 h 3989641"/>
                <a:gd name="connsiteX24" fmla="*/ 3538633 w 3946874"/>
                <a:gd name="connsiteY24" fmla="*/ 1551718 h 3989641"/>
                <a:gd name="connsiteX25" fmla="*/ 3588544 w 3946874"/>
                <a:gd name="connsiteY25" fmla="*/ 1376172 h 3989641"/>
                <a:gd name="connsiteX26" fmla="*/ 3597402 w 3946874"/>
                <a:gd name="connsiteY26" fmla="*/ 1293305 h 3989641"/>
                <a:gd name="connsiteX27" fmla="*/ 3721227 w 3946874"/>
                <a:gd name="connsiteY27" fmla="*/ 880491 h 3989641"/>
                <a:gd name="connsiteX28" fmla="*/ 3761137 w 3946874"/>
                <a:gd name="connsiteY28" fmla="*/ 463677 h 3989641"/>
                <a:gd name="connsiteX29" fmla="*/ 3946874 w 3946874"/>
                <a:gd name="connsiteY29" fmla="*/ 0 h 398964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Lst>
              <a:rect l="l" t="t" r="r" b="b"/>
              <a:pathLst>
                <a:path w="3946874" h="3989641">
                  <a:moveTo>
                    <a:pt x="0" y="3989641"/>
                  </a:moveTo>
                  <a:cubicBezTo>
                    <a:pt x="19050" y="3957257"/>
                    <a:pt x="50959" y="3916013"/>
                    <a:pt x="79439" y="3891153"/>
                  </a:cubicBezTo>
                  <a:cubicBezTo>
                    <a:pt x="165544" y="3815906"/>
                    <a:pt x="227933" y="3717989"/>
                    <a:pt x="297371" y="3626930"/>
                  </a:cubicBezTo>
                  <a:cubicBezTo>
                    <a:pt x="346615" y="3562255"/>
                    <a:pt x="398050" y="3499009"/>
                    <a:pt x="454343" y="3440335"/>
                  </a:cubicBezTo>
                  <a:cubicBezTo>
                    <a:pt x="506349" y="3386042"/>
                    <a:pt x="562642" y="3336227"/>
                    <a:pt x="622363" y="3290697"/>
                  </a:cubicBezTo>
                  <a:cubicBezTo>
                    <a:pt x="719519" y="3216688"/>
                    <a:pt x="824960" y="3154585"/>
                    <a:pt x="927068" y="3087434"/>
                  </a:cubicBezTo>
                  <a:cubicBezTo>
                    <a:pt x="1011365" y="3031998"/>
                    <a:pt x="1093565" y="2973324"/>
                    <a:pt x="1176338" y="2915603"/>
                  </a:cubicBezTo>
                  <a:cubicBezTo>
                    <a:pt x="1246537" y="2866644"/>
                    <a:pt x="1317308" y="2818066"/>
                    <a:pt x="1394270" y="2780729"/>
                  </a:cubicBezTo>
                  <a:cubicBezTo>
                    <a:pt x="1459421" y="2749106"/>
                    <a:pt x="1528763" y="2724436"/>
                    <a:pt x="1601057" y="2723483"/>
                  </a:cubicBezTo>
                  <a:cubicBezTo>
                    <a:pt x="1653350" y="2722721"/>
                    <a:pt x="1704785" y="2733485"/>
                    <a:pt x="1756220" y="2743772"/>
                  </a:cubicBezTo>
                  <a:cubicBezTo>
                    <a:pt x="1800320" y="2752630"/>
                    <a:pt x="1844612" y="2760250"/>
                    <a:pt x="1889189" y="2765965"/>
                  </a:cubicBezTo>
                  <a:cubicBezTo>
                    <a:pt x="1928622" y="2771013"/>
                    <a:pt x="1968437" y="2773299"/>
                    <a:pt x="2007394" y="2765965"/>
                  </a:cubicBezTo>
                  <a:cubicBezTo>
                    <a:pt x="2073878" y="2753487"/>
                    <a:pt x="2130647" y="2712911"/>
                    <a:pt x="2184654" y="2671763"/>
                  </a:cubicBezTo>
                  <a:cubicBezTo>
                    <a:pt x="2245900" y="2625090"/>
                    <a:pt x="2304002" y="2573465"/>
                    <a:pt x="2372773" y="2538984"/>
                  </a:cubicBezTo>
                  <a:cubicBezTo>
                    <a:pt x="2394395" y="2528126"/>
                    <a:pt x="2416874" y="2518982"/>
                    <a:pt x="2439543" y="2510504"/>
                  </a:cubicBezTo>
                  <a:cubicBezTo>
                    <a:pt x="2509552" y="2484215"/>
                    <a:pt x="2580037" y="2459450"/>
                    <a:pt x="2650617" y="2434781"/>
                  </a:cubicBezTo>
                  <a:cubicBezTo>
                    <a:pt x="2695956" y="2418874"/>
                    <a:pt x="2741295" y="2402872"/>
                    <a:pt x="2785110" y="2383060"/>
                  </a:cubicBezTo>
                  <a:cubicBezTo>
                    <a:pt x="2824448" y="2365248"/>
                    <a:pt x="2862358" y="2344198"/>
                    <a:pt x="2897315" y="2318861"/>
                  </a:cubicBezTo>
                  <a:cubicBezTo>
                    <a:pt x="2934367" y="2292096"/>
                    <a:pt x="2968085" y="2260854"/>
                    <a:pt x="2997994" y="2226183"/>
                  </a:cubicBezTo>
                  <a:cubicBezTo>
                    <a:pt x="3020949" y="2199513"/>
                    <a:pt x="3041714" y="2170938"/>
                    <a:pt x="3061240" y="2141506"/>
                  </a:cubicBezTo>
                  <a:cubicBezTo>
                    <a:pt x="3091529" y="2095976"/>
                    <a:pt x="3119533" y="2049018"/>
                    <a:pt x="3152108" y="2005203"/>
                  </a:cubicBezTo>
                  <a:cubicBezTo>
                    <a:pt x="3188113" y="1956626"/>
                    <a:pt x="3229261" y="1912144"/>
                    <a:pt x="3274124" y="1871567"/>
                  </a:cubicBezTo>
                  <a:cubicBezTo>
                    <a:pt x="3311747" y="1837563"/>
                    <a:pt x="3351848" y="1806321"/>
                    <a:pt x="3388138" y="1770888"/>
                  </a:cubicBezTo>
                  <a:cubicBezTo>
                    <a:pt x="3416999" y="1742694"/>
                    <a:pt x="3443002" y="1711833"/>
                    <a:pt x="3466529" y="1679162"/>
                  </a:cubicBezTo>
                  <a:cubicBezTo>
                    <a:pt x="3495008" y="1639348"/>
                    <a:pt x="3519392" y="1596771"/>
                    <a:pt x="3538633" y="1551718"/>
                  </a:cubicBezTo>
                  <a:cubicBezTo>
                    <a:pt x="3562731" y="1495616"/>
                    <a:pt x="3578924" y="1436465"/>
                    <a:pt x="3588544" y="1376172"/>
                  </a:cubicBezTo>
                  <a:cubicBezTo>
                    <a:pt x="3592925" y="1348740"/>
                    <a:pt x="3595688" y="1321022"/>
                    <a:pt x="3597402" y="1293305"/>
                  </a:cubicBezTo>
                  <a:cubicBezTo>
                    <a:pt x="3605974" y="1155859"/>
                    <a:pt x="3717703" y="1018127"/>
                    <a:pt x="3721227" y="880491"/>
                  </a:cubicBezTo>
                  <a:cubicBezTo>
                    <a:pt x="3724751" y="740855"/>
                    <a:pt x="3743135" y="602171"/>
                    <a:pt x="3761137" y="463677"/>
                  </a:cubicBezTo>
                  <a:cubicBezTo>
                    <a:pt x="3776186" y="347758"/>
                    <a:pt x="3934968" y="116205"/>
                    <a:pt x="3946874" y="0"/>
                  </a:cubicBezTo>
                </a:path>
              </a:pathLst>
            </a:custGeom>
            <a:noFill/>
            <a:ln w="9525" cap="rnd">
              <a:solidFill>
                <a:schemeClr val="accent2">
                  <a:alpha val="75000"/>
                </a:schemeClr>
              </a:solidFill>
              <a:prstDash val="lgDash"/>
              <a:round/>
            </a:ln>
          </p:spPr>
          <p:txBody>
            <a:bodyPr rtlCol="0" anchor="ctr"/>
            <a:lstStyle/>
            <a:p>
              <a:endParaRPr lang="en-US"/>
            </a:p>
          </p:txBody>
        </p:sp>
        <p:sp>
          <p:nvSpPr>
            <p:cNvPr id="31" name="Freeform: Shape 30">
              <a:extLst>
                <a:ext uri="{FF2B5EF4-FFF2-40B4-BE49-F238E27FC236}">
                  <a16:creationId xmlns:a16="http://schemas.microsoft.com/office/drawing/2014/main" id="{318DDF45-08F0-46B6-A0B7-133735C94F47}"/>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4395978" y="2441733"/>
              <a:ext cx="3665410" cy="2985611"/>
            </a:xfrm>
            <a:custGeom>
              <a:avLst/>
              <a:gdLst>
                <a:gd name="connsiteX0" fmla="*/ 0 w 3665410"/>
                <a:gd name="connsiteY0" fmla="*/ 2985611 h 2985611"/>
                <a:gd name="connsiteX1" fmla="*/ 166211 w 3665410"/>
                <a:gd name="connsiteY1" fmla="*/ 2699766 h 2985611"/>
                <a:gd name="connsiteX2" fmla="*/ 397002 w 3665410"/>
                <a:gd name="connsiteY2" fmla="*/ 2414969 h 2985611"/>
                <a:gd name="connsiteX3" fmla="*/ 620173 w 3665410"/>
                <a:gd name="connsiteY3" fmla="*/ 2237899 h 2985611"/>
                <a:gd name="connsiteX4" fmla="*/ 823341 w 3665410"/>
                <a:gd name="connsiteY4" fmla="*/ 2085499 h 2985611"/>
                <a:gd name="connsiteX5" fmla="*/ 1089565 w 3665410"/>
                <a:gd name="connsiteY5" fmla="*/ 1911477 h 2985611"/>
                <a:gd name="connsiteX6" fmla="*/ 1145000 w 3665410"/>
                <a:gd name="connsiteY6" fmla="*/ 1886807 h 2985611"/>
                <a:gd name="connsiteX7" fmla="*/ 1375791 w 3665410"/>
                <a:gd name="connsiteY7" fmla="*/ 1842135 h 2985611"/>
                <a:gd name="connsiteX8" fmla="*/ 1486567 w 3665410"/>
                <a:gd name="connsiteY8" fmla="*/ 1857566 h 2985611"/>
                <a:gd name="connsiteX9" fmla="*/ 1568101 w 3665410"/>
                <a:gd name="connsiteY9" fmla="*/ 1871377 h 2985611"/>
                <a:gd name="connsiteX10" fmla="*/ 1810607 w 3665410"/>
                <a:gd name="connsiteY10" fmla="*/ 1871377 h 2985611"/>
                <a:gd name="connsiteX11" fmla="*/ 1997964 w 3665410"/>
                <a:gd name="connsiteY11" fmla="*/ 1790605 h 2985611"/>
                <a:gd name="connsiteX12" fmla="*/ 2109883 w 3665410"/>
                <a:gd name="connsiteY12" fmla="*/ 1702784 h 2985611"/>
                <a:gd name="connsiteX13" fmla="*/ 2321433 w 3665410"/>
                <a:gd name="connsiteY13" fmla="*/ 1552384 h 2985611"/>
                <a:gd name="connsiteX14" fmla="*/ 2558891 w 3665410"/>
                <a:gd name="connsiteY14" fmla="*/ 1453420 h 2985611"/>
                <a:gd name="connsiteX15" fmla="*/ 2709767 w 3665410"/>
                <a:gd name="connsiteY15" fmla="*/ 1377887 h 2985611"/>
                <a:gd name="connsiteX16" fmla="*/ 2885408 w 3665410"/>
                <a:gd name="connsiteY16" fmla="*/ 1237393 h 2985611"/>
                <a:gd name="connsiteX17" fmla="*/ 3017711 w 3665410"/>
                <a:gd name="connsiteY17" fmla="*/ 1072229 h 2985611"/>
                <a:gd name="connsiteX18" fmla="*/ 3150680 w 3665410"/>
                <a:gd name="connsiteY18" fmla="*/ 921830 h 2985611"/>
                <a:gd name="connsiteX19" fmla="*/ 3255169 w 3665410"/>
                <a:gd name="connsiteY19" fmla="*/ 801815 h 2985611"/>
                <a:gd name="connsiteX20" fmla="*/ 3339275 w 3665410"/>
                <a:gd name="connsiteY20" fmla="*/ 694182 h 2985611"/>
                <a:gd name="connsiteX21" fmla="*/ 3409188 w 3665410"/>
                <a:gd name="connsiteY21" fmla="*/ 546926 h 2985611"/>
                <a:gd name="connsiteX22" fmla="*/ 3464243 w 3665410"/>
                <a:gd name="connsiteY22" fmla="*/ 347663 h 2985611"/>
                <a:gd name="connsiteX23" fmla="*/ 3665411 w 3665410"/>
                <a:gd name="connsiteY23" fmla="*/ 0 h 298561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Lst>
              <a:rect l="l" t="t" r="r" b="b"/>
              <a:pathLst>
                <a:path w="3665410" h="2985611">
                  <a:moveTo>
                    <a:pt x="0" y="2985611"/>
                  </a:moveTo>
                  <a:cubicBezTo>
                    <a:pt x="0" y="2985611"/>
                    <a:pt x="86773" y="2802827"/>
                    <a:pt x="166211" y="2699766"/>
                  </a:cubicBezTo>
                  <a:cubicBezTo>
                    <a:pt x="240983" y="2602706"/>
                    <a:pt x="309182" y="2500122"/>
                    <a:pt x="397002" y="2414969"/>
                  </a:cubicBezTo>
                  <a:cubicBezTo>
                    <a:pt x="465296" y="2348865"/>
                    <a:pt x="543592" y="2294477"/>
                    <a:pt x="620173" y="2237899"/>
                  </a:cubicBezTo>
                  <a:cubicBezTo>
                    <a:pt x="688277" y="2187607"/>
                    <a:pt x="755333" y="2135886"/>
                    <a:pt x="823341" y="2085499"/>
                  </a:cubicBezTo>
                  <a:cubicBezTo>
                    <a:pt x="908685" y="2022253"/>
                    <a:pt x="994791" y="1959197"/>
                    <a:pt x="1089565" y="1911477"/>
                  </a:cubicBezTo>
                  <a:cubicBezTo>
                    <a:pt x="1107662" y="1902428"/>
                    <a:pt x="1126141" y="1894141"/>
                    <a:pt x="1145000" y="1886807"/>
                  </a:cubicBezTo>
                  <a:cubicBezTo>
                    <a:pt x="1218819" y="1858232"/>
                    <a:pt x="1296924" y="1838611"/>
                    <a:pt x="1375791" y="1842135"/>
                  </a:cubicBezTo>
                  <a:cubicBezTo>
                    <a:pt x="1413129" y="1843754"/>
                    <a:pt x="1449896" y="1850422"/>
                    <a:pt x="1486567" y="1857566"/>
                  </a:cubicBezTo>
                  <a:cubicBezTo>
                    <a:pt x="1513618" y="1862804"/>
                    <a:pt x="1540859" y="1867376"/>
                    <a:pt x="1568101" y="1871377"/>
                  </a:cubicBezTo>
                  <a:cubicBezTo>
                    <a:pt x="1648778" y="1883188"/>
                    <a:pt x="1730978" y="1887665"/>
                    <a:pt x="1810607" y="1871377"/>
                  </a:cubicBezTo>
                  <a:cubicBezTo>
                    <a:pt x="1877854" y="1857661"/>
                    <a:pt x="1941100" y="1829086"/>
                    <a:pt x="1997964" y="1790605"/>
                  </a:cubicBezTo>
                  <a:cubicBezTo>
                    <a:pt x="2037302" y="1764030"/>
                    <a:pt x="2073497" y="1733264"/>
                    <a:pt x="2109883" y="1702784"/>
                  </a:cubicBezTo>
                  <a:cubicBezTo>
                    <a:pt x="2176367" y="1647063"/>
                    <a:pt x="2244852" y="1593151"/>
                    <a:pt x="2321433" y="1552384"/>
                  </a:cubicBezTo>
                  <a:cubicBezTo>
                    <a:pt x="2397157" y="1512094"/>
                    <a:pt x="2479548" y="1486281"/>
                    <a:pt x="2558891" y="1453420"/>
                  </a:cubicBezTo>
                  <a:cubicBezTo>
                    <a:pt x="2610898" y="1431798"/>
                    <a:pt x="2661571" y="1407033"/>
                    <a:pt x="2709767" y="1377887"/>
                  </a:cubicBezTo>
                  <a:cubicBezTo>
                    <a:pt x="2774252" y="1338929"/>
                    <a:pt x="2834069" y="1292447"/>
                    <a:pt x="2885408" y="1237393"/>
                  </a:cubicBezTo>
                  <a:cubicBezTo>
                    <a:pt x="2933605" y="1185767"/>
                    <a:pt x="2973324" y="1127093"/>
                    <a:pt x="3017711" y="1072229"/>
                  </a:cubicBezTo>
                  <a:cubicBezTo>
                    <a:pt x="3059811" y="1020223"/>
                    <a:pt x="3105912" y="971645"/>
                    <a:pt x="3150680" y="921830"/>
                  </a:cubicBezTo>
                  <a:cubicBezTo>
                    <a:pt x="3186113" y="882396"/>
                    <a:pt x="3220593" y="842010"/>
                    <a:pt x="3255169" y="801815"/>
                  </a:cubicBezTo>
                  <a:cubicBezTo>
                    <a:pt x="3284887" y="767239"/>
                    <a:pt x="3314605" y="732473"/>
                    <a:pt x="3339275" y="694182"/>
                  </a:cubicBezTo>
                  <a:cubicBezTo>
                    <a:pt x="3368707" y="648367"/>
                    <a:pt x="3390138" y="597980"/>
                    <a:pt x="3409188" y="546926"/>
                  </a:cubicBezTo>
                  <a:cubicBezTo>
                    <a:pt x="3433382" y="482156"/>
                    <a:pt x="3453384" y="415861"/>
                    <a:pt x="3464243" y="347663"/>
                  </a:cubicBezTo>
                  <a:cubicBezTo>
                    <a:pt x="3476244" y="272224"/>
                    <a:pt x="3661696" y="76295"/>
                    <a:pt x="3665411" y="0"/>
                  </a:cubicBezTo>
                </a:path>
              </a:pathLst>
            </a:custGeom>
            <a:noFill/>
            <a:ln w="9525" cap="rnd">
              <a:solidFill>
                <a:schemeClr val="accent2">
                  <a:alpha val="75000"/>
                </a:schemeClr>
              </a:solidFill>
              <a:prstDash val="lgDash"/>
              <a:round/>
            </a:ln>
          </p:spPr>
          <p:txBody>
            <a:bodyPr rtlCol="0" anchor="ctr"/>
            <a:lstStyle/>
            <a:p>
              <a:endParaRPr lang="en-US"/>
            </a:p>
          </p:txBody>
        </p:sp>
        <p:sp>
          <p:nvSpPr>
            <p:cNvPr id="32" name="Freeform: Shape 31">
              <a:extLst>
                <a:ext uri="{FF2B5EF4-FFF2-40B4-BE49-F238E27FC236}">
                  <a16:creationId xmlns:a16="http://schemas.microsoft.com/office/drawing/2014/main" id="{B9D0CC0F-710D-43F4-BC86-763767420133}"/>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7790402" y="5229700"/>
              <a:ext cx="285940" cy="199072"/>
            </a:xfrm>
            <a:custGeom>
              <a:avLst/>
              <a:gdLst>
                <a:gd name="connsiteX0" fmla="*/ 0 w 285940"/>
                <a:gd name="connsiteY0" fmla="*/ 199073 h 199072"/>
                <a:gd name="connsiteX1" fmla="*/ 285940 w 285940"/>
                <a:gd name="connsiteY1" fmla="*/ 0 h 199072"/>
              </a:gdLst>
              <a:ahLst/>
              <a:cxnLst>
                <a:cxn ang="0">
                  <a:pos x="connsiteX0" y="connsiteY0"/>
                </a:cxn>
                <a:cxn ang="0">
                  <a:pos x="connsiteX1" y="connsiteY1"/>
                </a:cxn>
              </a:cxnLst>
              <a:rect l="l" t="t" r="r" b="b"/>
              <a:pathLst>
                <a:path w="285940" h="199072">
                  <a:moveTo>
                    <a:pt x="0" y="199073"/>
                  </a:moveTo>
                  <a:cubicBezTo>
                    <a:pt x="0" y="199073"/>
                    <a:pt x="242125" y="39243"/>
                    <a:pt x="285940" y="0"/>
                  </a:cubicBezTo>
                </a:path>
              </a:pathLst>
            </a:custGeom>
            <a:noFill/>
            <a:ln w="9525" cap="rnd">
              <a:solidFill>
                <a:schemeClr val="accent2">
                  <a:alpha val="75000"/>
                </a:schemeClr>
              </a:solidFill>
              <a:prstDash val="lgDash"/>
              <a:round/>
            </a:ln>
          </p:spPr>
          <p:txBody>
            <a:bodyPr rtlCol="0" anchor="ctr"/>
            <a:lstStyle/>
            <a:p>
              <a:endParaRPr lang="en-US"/>
            </a:p>
          </p:txBody>
        </p:sp>
        <p:sp>
          <p:nvSpPr>
            <p:cNvPr id="33" name="Freeform: Shape 32">
              <a:extLst>
                <a:ext uri="{FF2B5EF4-FFF2-40B4-BE49-F238E27FC236}">
                  <a16:creationId xmlns:a16="http://schemas.microsoft.com/office/drawing/2014/main" id="{6FB36AB6-CB81-495A-8A33-C0BCE67D6F23}"/>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7393114" y="5049773"/>
              <a:ext cx="655796" cy="381190"/>
            </a:xfrm>
            <a:custGeom>
              <a:avLst/>
              <a:gdLst>
                <a:gd name="connsiteX0" fmla="*/ 0 w 655796"/>
                <a:gd name="connsiteY0" fmla="*/ 381190 h 381190"/>
                <a:gd name="connsiteX1" fmla="*/ 655796 w 655796"/>
                <a:gd name="connsiteY1" fmla="*/ 0 h 381190"/>
              </a:gdLst>
              <a:ahLst/>
              <a:cxnLst>
                <a:cxn ang="0">
                  <a:pos x="connsiteX0" y="connsiteY0"/>
                </a:cxn>
                <a:cxn ang="0">
                  <a:pos x="connsiteX1" y="connsiteY1"/>
                </a:cxn>
              </a:cxnLst>
              <a:rect l="l" t="t" r="r" b="b"/>
              <a:pathLst>
                <a:path w="655796" h="381190">
                  <a:moveTo>
                    <a:pt x="0" y="381190"/>
                  </a:moveTo>
                  <a:cubicBezTo>
                    <a:pt x="0" y="381190"/>
                    <a:pt x="461105" y="172117"/>
                    <a:pt x="655796" y="0"/>
                  </a:cubicBezTo>
                </a:path>
              </a:pathLst>
            </a:custGeom>
            <a:noFill/>
            <a:ln w="9525" cap="rnd">
              <a:solidFill>
                <a:schemeClr val="accent2">
                  <a:alpha val="75000"/>
                </a:schemeClr>
              </a:solidFill>
              <a:prstDash val="lgDash"/>
              <a:round/>
            </a:ln>
          </p:spPr>
          <p:txBody>
            <a:bodyPr rtlCol="0" anchor="ctr"/>
            <a:lstStyle/>
            <a:p>
              <a:endParaRPr lang="en-US"/>
            </a:p>
          </p:txBody>
        </p:sp>
        <p:sp>
          <p:nvSpPr>
            <p:cNvPr id="34" name="Freeform: Shape 33">
              <a:extLst>
                <a:ext uri="{FF2B5EF4-FFF2-40B4-BE49-F238E27FC236}">
                  <a16:creationId xmlns:a16="http://schemas.microsoft.com/office/drawing/2014/main" id="{1993F7E6-ABF6-482D-BEA5-B4E607DDB433}"/>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154072" y="3867816"/>
              <a:ext cx="2907315" cy="1544764"/>
            </a:xfrm>
            <a:custGeom>
              <a:avLst/>
              <a:gdLst>
                <a:gd name="connsiteX0" fmla="*/ 0 w 2907315"/>
                <a:gd name="connsiteY0" fmla="*/ 1544764 h 1544764"/>
                <a:gd name="connsiteX1" fmla="*/ 201644 w 2907315"/>
                <a:gd name="connsiteY1" fmla="*/ 1352550 h 1544764"/>
                <a:gd name="connsiteX2" fmla="*/ 423196 w 2907315"/>
                <a:gd name="connsiteY2" fmla="*/ 1196054 h 1544764"/>
                <a:gd name="connsiteX3" fmla="*/ 782193 w 2907315"/>
                <a:gd name="connsiteY3" fmla="*/ 1099947 h 1544764"/>
                <a:gd name="connsiteX4" fmla="*/ 1052513 w 2907315"/>
                <a:gd name="connsiteY4" fmla="*/ 1042321 h 1544764"/>
                <a:gd name="connsiteX5" fmla="*/ 1311783 w 2907315"/>
                <a:gd name="connsiteY5" fmla="*/ 1056037 h 1544764"/>
                <a:gd name="connsiteX6" fmla="*/ 1484662 w 2907315"/>
                <a:gd name="connsiteY6" fmla="*/ 1083469 h 1544764"/>
                <a:gd name="connsiteX7" fmla="*/ 1788224 w 2907315"/>
                <a:gd name="connsiteY7" fmla="*/ 1023080 h 1544764"/>
                <a:gd name="connsiteX8" fmla="*/ 2269045 w 2907315"/>
                <a:gd name="connsiteY8" fmla="*/ 734758 h 1544764"/>
                <a:gd name="connsiteX9" fmla="*/ 2534984 w 2907315"/>
                <a:gd name="connsiteY9" fmla="*/ 572738 h 1544764"/>
                <a:gd name="connsiteX10" fmla="*/ 2907316 w 2907315"/>
                <a:gd name="connsiteY10" fmla="*/ 0 h 154476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2907315" h="1544764">
                  <a:moveTo>
                    <a:pt x="0" y="1544764"/>
                  </a:moveTo>
                  <a:cubicBezTo>
                    <a:pt x="0" y="1544764"/>
                    <a:pt x="98012" y="1443990"/>
                    <a:pt x="201644" y="1352550"/>
                  </a:cubicBezTo>
                  <a:cubicBezTo>
                    <a:pt x="271272" y="1291209"/>
                    <a:pt x="343662" y="1234249"/>
                    <a:pt x="423196" y="1196054"/>
                  </a:cubicBezTo>
                  <a:cubicBezTo>
                    <a:pt x="537591" y="1141095"/>
                    <a:pt x="661226" y="1127189"/>
                    <a:pt x="782193" y="1099947"/>
                  </a:cubicBezTo>
                  <a:cubicBezTo>
                    <a:pt x="872300" y="1079659"/>
                    <a:pt x="961358" y="1051370"/>
                    <a:pt x="1052513" y="1042321"/>
                  </a:cubicBezTo>
                  <a:cubicBezTo>
                    <a:pt x="1139000" y="1033653"/>
                    <a:pt x="1225868" y="1040321"/>
                    <a:pt x="1311783" y="1056037"/>
                  </a:cubicBezTo>
                  <a:cubicBezTo>
                    <a:pt x="1369314" y="1066609"/>
                    <a:pt x="1426559" y="1079373"/>
                    <a:pt x="1484662" y="1083469"/>
                  </a:cubicBezTo>
                  <a:cubicBezTo>
                    <a:pt x="1587913" y="1090803"/>
                    <a:pt x="1690402" y="1064800"/>
                    <a:pt x="1788224" y="1023080"/>
                  </a:cubicBezTo>
                  <a:cubicBezTo>
                    <a:pt x="1956721" y="951262"/>
                    <a:pt x="2106549" y="825722"/>
                    <a:pt x="2269045" y="734758"/>
                  </a:cubicBezTo>
                  <a:cubicBezTo>
                    <a:pt x="2359438" y="684181"/>
                    <a:pt x="2452497" y="640556"/>
                    <a:pt x="2534984" y="572738"/>
                  </a:cubicBezTo>
                  <a:cubicBezTo>
                    <a:pt x="2673001" y="459391"/>
                    <a:pt x="2847023" y="191453"/>
                    <a:pt x="2907316" y="0"/>
                  </a:cubicBezTo>
                </a:path>
              </a:pathLst>
            </a:custGeom>
            <a:noFill/>
            <a:ln w="9525" cap="rnd">
              <a:solidFill>
                <a:schemeClr val="accent2">
                  <a:alpha val="75000"/>
                </a:schemeClr>
              </a:solidFill>
              <a:prstDash val="lgDash"/>
              <a:round/>
            </a:ln>
          </p:spPr>
          <p:txBody>
            <a:bodyPr rtlCol="0" anchor="ctr"/>
            <a:lstStyle/>
            <a:p>
              <a:endParaRPr lang="en-US"/>
            </a:p>
          </p:txBody>
        </p:sp>
        <p:sp>
          <p:nvSpPr>
            <p:cNvPr id="35" name="Freeform: Shape 34">
              <a:extLst>
                <a:ext uri="{FF2B5EF4-FFF2-40B4-BE49-F238E27FC236}">
                  <a16:creationId xmlns:a16="http://schemas.microsoft.com/office/drawing/2014/main" id="{DCA0B097-C21A-40B4-95E4-2FFA9697F824}"/>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4907946" y="3479100"/>
              <a:ext cx="3168300" cy="1952434"/>
            </a:xfrm>
            <a:custGeom>
              <a:avLst/>
              <a:gdLst>
                <a:gd name="connsiteX0" fmla="*/ 0 w 3168300"/>
                <a:gd name="connsiteY0" fmla="*/ 1952435 h 1952434"/>
                <a:gd name="connsiteX1" fmla="*/ 202121 w 3168300"/>
                <a:gd name="connsiteY1" fmla="*/ 1687068 h 1952434"/>
                <a:gd name="connsiteX2" fmla="*/ 545116 w 3168300"/>
                <a:gd name="connsiteY2" fmla="*/ 1450277 h 1952434"/>
                <a:gd name="connsiteX3" fmla="*/ 906780 w 3168300"/>
                <a:gd name="connsiteY3" fmla="*/ 1354455 h 1952434"/>
                <a:gd name="connsiteX4" fmla="*/ 1332262 w 3168300"/>
                <a:gd name="connsiteY4" fmla="*/ 1285304 h 1952434"/>
                <a:gd name="connsiteX5" fmla="*/ 1691259 w 3168300"/>
                <a:gd name="connsiteY5" fmla="*/ 1240060 h 1952434"/>
                <a:gd name="connsiteX6" fmla="*/ 2010346 w 3168300"/>
                <a:gd name="connsiteY6" fmla="*/ 1141667 h 1952434"/>
                <a:gd name="connsiteX7" fmla="*/ 2393252 w 3168300"/>
                <a:gd name="connsiteY7" fmla="*/ 1027271 h 1952434"/>
                <a:gd name="connsiteX8" fmla="*/ 2582037 w 3168300"/>
                <a:gd name="connsiteY8" fmla="*/ 958120 h 1952434"/>
                <a:gd name="connsiteX9" fmla="*/ 2760155 w 3168300"/>
                <a:gd name="connsiteY9" fmla="*/ 827723 h 1952434"/>
                <a:gd name="connsiteX10" fmla="*/ 2914364 w 3168300"/>
                <a:gd name="connsiteY10" fmla="*/ 567023 h 1952434"/>
                <a:gd name="connsiteX11" fmla="*/ 3168301 w 3168300"/>
                <a:gd name="connsiteY11" fmla="*/ 0 h 195243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3168300" h="1952434">
                  <a:moveTo>
                    <a:pt x="0" y="1952435"/>
                  </a:moveTo>
                  <a:cubicBezTo>
                    <a:pt x="0" y="1952435"/>
                    <a:pt x="91059" y="1796415"/>
                    <a:pt x="202121" y="1687068"/>
                  </a:cubicBezTo>
                  <a:cubicBezTo>
                    <a:pt x="301943" y="1588675"/>
                    <a:pt x="416528" y="1505617"/>
                    <a:pt x="545116" y="1450277"/>
                  </a:cubicBezTo>
                  <a:cubicBezTo>
                    <a:pt x="659987" y="1400747"/>
                    <a:pt x="783622" y="1377601"/>
                    <a:pt x="906780" y="1354455"/>
                  </a:cubicBezTo>
                  <a:cubicBezTo>
                    <a:pt x="1048036" y="1327976"/>
                    <a:pt x="1189482" y="1301972"/>
                    <a:pt x="1332262" y="1285304"/>
                  </a:cubicBezTo>
                  <a:cubicBezTo>
                    <a:pt x="1452182" y="1271302"/>
                    <a:pt x="1573340" y="1265873"/>
                    <a:pt x="1691259" y="1240060"/>
                  </a:cubicBezTo>
                  <a:cubicBezTo>
                    <a:pt x="1800035" y="1216247"/>
                    <a:pt x="1904619" y="1176718"/>
                    <a:pt x="2010346" y="1141667"/>
                  </a:cubicBezTo>
                  <a:cubicBezTo>
                    <a:pt x="2136743" y="1099661"/>
                    <a:pt x="2265902" y="1066229"/>
                    <a:pt x="2393252" y="1027271"/>
                  </a:cubicBezTo>
                  <a:cubicBezTo>
                    <a:pt x="2457450" y="1007650"/>
                    <a:pt x="2521744" y="987552"/>
                    <a:pt x="2582037" y="958120"/>
                  </a:cubicBezTo>
                  <a:cubicBezTo>
                    <a:pt x="2648807" y="925449"/>
                    <a:pt x="2710815" y="883349"/>
                    <a:pt x="2760155" y="827723"/>
                  </a:cubicBezTo>
                  <a:cubicBezTo>
                    <a:pt x="2827496" y="751904"/>
                    <a:pt x="2867978" y="657511"/>
                    <a:pt x="2914364" y="567023"/>
                  </a:cubicBezTo>
                  <a:cubicBezTo>
                    <a:pt x="2972753" y="453200"/>
                    <a:pt x="3119152" y="118015"/>
                    <a:pt x="3168301" y="0"/>
                  </a:cubicBezTo>
                </a:path>
              </a:pathLst>
            </a:custGeom>
            <a:noFill/>
            <a:ln w="9525" cap="rnd">
              <a:solidFill>
                <a:schemeClr val="accent2">
                  <a:alpha val="75000"/>
                </a:schemeClr>
              </a:solidFill>
              <a:prstDash val="lgDash"/>
              <a:round/>
            </a:ln>
          </p:spPr>
          <p:txBody>
            <a:bodyPr rtlCol="0" anchor="ctr"/>
            <a:lstStyle/>
            <a:p>
              <a:endParaRPr lang="en-US"/>
            </a:p>
          </p:txBody>
        </p:sp>
        <p:sp>
          <p:nvSpPr>
            <p:cNvPr id="36" name="Freeform: Shape 35">
              <a:extLst>
                <a:ext uri="{FF2B5EF4-FFF2-40B4-BE49-F238E27FC236}">
                  <a16:creationId xmlns:a16="http://schemas.microsoft.com/office/drawing/2014/main" id="{AB2AF0F5-7EAA-4BAB-8DE2-D84E124170FA}"/>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4704778" y="2976752"/>
              <a:ext cx="3356800" cy="2452020"/>
            </a:xfrm>
            <a:custGeom>
              <a:avLst/>
              <a:gdLst>
                <a:gd name="connsiteX0" fmla="*/ 0 w 3356800"/>
                <a:gd name="connsiteY0" fmla="*/ 2452021 h 2452020"/>
                <a:gd name="connsiteX1" fmla="*/ 130874 w 3356800"/>
                <a:gd name="connsiteY1" fmla="*/ 2247710 h 2452020"/>
                <a:gd name="connsiteX2" fmla="*/ 437197 w 3356800"/>
                <a:gd name="connsiteY2" fmla="*/ 1941195 h 2452020"/>
                <a:gd name="connsiteX3" fmla="*/ 737140 w 3356800"/>
                <a:gd name="connsiteY3" fmla="*/ 1736884 h 2452020"/>
                <a:gd name="connsiteX4" fmla="*/ 1031843 w 3356800"/>
                <a:gd name="connsiteY4" fmla="*/ 1685068 h 2452020"/>
                <a:gd name="connsiteX5" fmla="*/ 1287304 w 3356800"/>
                <a:gd name="connsiteY5" fmla="*/ 1655826 h 2452020"/>
                <a:gd name="connsiteX6" fmla="*/ 1471994 w 3356800"/>
                <a:gd name="connsiteY6" fmla="*/ 1634300 h 2452020"/>
                <a:gd name="connsiteX7" fmla="*/ 1898237 w 3356800"/>
                <a:gd name="connsiteY7" fmla="*/ 1512665 h 2452020"/>
                <a:gd name="connsiteX8" fmla="*/ 2229136 w 3356800"/>
                <a:gd name="connsiteY8" fmla="*/ 1355598 h 2452020"/>
                <a:gd name="connsiteX9" fmla="*/ 2512314 w 3356800"/>
                <a:gd name="connsiteY9" fmla="*/ 1238631 h 2452020"/>
                <a:gd name="connsiteX10" fmla="*/ 2758535 w 3356800"/>
                <a:gd name="connsiteY10" fmla="*/ 1096994 h 2452020"/>
                <a:gd name="connsiteX11" fmla="*/ 2935510 w 3356800"/>
                <a:gd name="connsiteY11" fmla="*/ 919925 h 2452020"/>
                <a:gd name="connsiteX12" fmla="*/ 3081719 w 3356800"/>
                <a:gd name="connsiteY12" fmla="*/ 687419 h 2452020"/>
                <a:gd name="connsiteX13" fmla="*/ 3356800 w 3356800"/>
                <a:gd name="connsiteY13" fmla="*/ 0 h 245202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Lst>
              <a:rect l="l" t="t" r="r" b="b"/>
              <a:pathLst>
                <a:path w="3356800" h="2452020">
                  <a:moveTo>
                    <a:pt x="0" y="2452021"/>
                  </a:moveTo>
                  <a:cubicBezTo>
                    <a:pt x="0" y="2452021"/>
                    <a:pt x="57150" y="2344198"/>
                    <a:pt x="130874" y="2247710"/>
                  </a:cubicBezTo>
                  <a:cubicBezTo>
                    <a:pt x="218694" y="2132648"/>
                    <a:pt x="328136" y="2036635"/>
                    <a:pt x="437197" y="1941195"/>
                  </a:cubicBezTo>
                  <a:cubicBezTo>
                    <a:pt x="529304" y="1860709"/>
                    <a:pt x="623030" y="1779556"/>
                    <a:pt x="737140" y="1736884"/>
                  </a:cubicBezTo>
                  <a:cubicBezTo>
                    <a:pt x="830866" y="1701736"/>
                    <a:pt x="932021" y="1695450"/>
                    <a:pt x="1031843" y="1685068"/>
                  </a:cubicBezTo>
                  <a:cubicBezTo>
                    <a:pt x="1117092" y="1676210"/>
                    <a:pt x="1202055" y="1665160"/>
                    <a:pt x="1287304" y="1655826"/>
                  </a:cubicBezTo>
                  <a:cubicBezTo>
                    <a:pt x="1348931" y="1649063"/>
                    <a:pt x="1410653" y="1643539"/>
                    <a:pt x="1471994" y="1634300"/>
                  </a:cubicBezTo>
                  <a:cubicBezTo>
                    <a:pt x="1618679" y="1612011"/>
                    <a:pt x="1761935" y="1571149"/>
                    <a:pt x="1898237" y="1512665"/>
                  </a:cubicBezTo>
                  <a:cubicBezTo>
                    <a:pt x="2010442" y="1464564"/>
                    <a:pt x="2117503" y="1405128"/>
                    <a:pt x="2229136" y="1355598"/>
                  </a:cubicBezTo>
                  <a:cubicBezTo>
                    <a:pt x="2322481" y="1314164"/>
                    <a:pt x="2418969" y="1280160"/>
                    <a:pt x="2512314" y="1238631"/>
                  </a:cubicBezTo>
                  <a:cubicBezTo>
                    <a:pt x="2599087" y="1199960"/>
                    <a:pt x="2683193" y="1154811"/>
                    <a:pt x="2758535" y="1096994"/>
                  </a:cubicBezTo>
                  <a:cubicBezTo>
                    <a:pt x="2825020" y="1046035"/>
                    <a:pt x="2883789" y="985837"/>
                    <a:pt x="2935510" y="919925"/>
                  </a:cubicBezTo>
                  <a:cubicBezTo>
                    <a:pt x="2992184" y="847725"/>
                    <a:pt x="3039904" y="769144"/>
                    <a:pt x="3081719" y="687419"/>
                  </a:cubicBezTo>
                  <a:cubicBezTo>
                    <a:pt x="3138297" y="576739"/>
                    <a:pt x="3314129" y="116776"/>
                    <a:pt x="3356800" y="0"/>
                  </a:cubicBezTo>
                </a:path>
              </a:pathLst>
            </a:custGeom>
            <a:noFill/>
            <a:ln w="9525" cap="rnd">
              <a:solidFill>
                <a:schemeClr val="accent2">
                  <a:alpha val="75000"/>
                </a:schemeClr>
              </a:solidFill>
              <a:prstDash val="lgDash"/>
              <a:round/>
            </a:ln>
          </p:spPr>
          <p:txBody>
            <a:bodyPr rtlCol="0" anchor="ctr"/>
            <a:lstStyle/>
            <a:p>
              <a:endParaRPr lang="en-US"/>
            </a:p>
          </p:txBody>
        </p:sp>
      </p:grpSp>
      <p:sp useBgFill="1">
        <p:nvSpPr>
          <p:cNvPr id="38" name="Rectangle 37">
            <a:extLst>
              <a:ext uri="{FF2B5EF4-FFF2-40B4-BE49-F238E27FC236}">
                <a16:creationId xmlns:a16="http://schemas.microsoft.com/office/drawing/2014/main" id="{F1174801-1395-44C5-9B00-CCAC45C056E7}"/>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88952" cy="6858000"/>
          </a:xfrm>
          <a:prstGeom prst="rect">
            <a:avLst/>
          </a:prstGeom>
          <a:ln>
            <a:solidFill>
              <a:schemeClr val="bg1">
                <a:lumMod val="9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solidFill>
                <a:schemeClr val="tx1">
                  <a:lumMod val="65000"/>
                  <a:lumOff val="35000"/>
                </a:schemeClr>
              </a:solidFill>
              <a:latin typeface="AvenirNext LT Pro Medium" panose="020B0504020202020204" pitchFamily="34" charset="0"/>
            </a:endParaRPr>
          </a:p>
        </p:txBody>
      </p:sp>
      <p:sp>
        <p:nvSpPr>
          <p:cNvPr id="40" name="Rectangle 39">
            <a:extLst>
              <a:ext uri="{FF2B5EF4-FFF2-40B4-BE49-F238E27FC236}">
                <a16:creationId xmlns:a16="http://schemas.microsoft.com/office/drawing/2014/main" id="{996DFAFB-BCE1-4BEC-82FB-D574234DEF0A}"/>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88952" cy="6858000"/>
          </a:xfrm>
          <a:prstGeom prst="rect">
            <a:avLst/>
          </a:prstGeom>
          <a:solidFill>
            <a:schemeClr val="bg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solidFill>
                <a:schemeClr val="tx1">
                  <a:lumMod val="65000"/>
                  <a:lumOff val="35000"/>
                </a:schemeClr>
              </a:solidFill>
              <a:latin typeface="AvenirNext LT Pro Medium" panose="020B0504020202020204" pitchFamily="34" charset="0"/>
            </a:endParaRPr>
          </a:p>
        </p:txBody>
      </p:sp>
      <p:grpSp>
        <p:nvGrpSpPr>
          <p:cNvPr id="42" name="Top left">
            <a:extLst>
              <a:ext uri="{FF2B5EF4-FFF2-40B4-BE49-F238E27FC236}">
                <a16:creationId xmlns:a16="http://schemas.microsoft.com/office/drawing/2014/main" id="{C23BAD38-30D1-4252-8149-903B66D8B463}"/>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10849" y="-3086"/>
            <a:ext cx="2198951" cy="3349518"/>
            <a:chOff x="10849" y="-3086"/>
            <a:chExt cx="2198951" cy="3349518"/>
          </a:xfrm>
        </p:grpSpPr>
        <p:sp>
          <p:nvSpPr>
            <p:cNvPr id="43" name="Freeform: Shape 42">
              <a:extLst>
                <a:ext uri="{FF2B5EF4-FFF2-40B4-BE49-F238E27FC236}">
                  <a16:creationId xmlns:a16="http://schemas.microsoft.com/office/drawing/2014/main" id="{9EF8871A-7DF5-4751-8948-75984B0FB5D0}"/>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rot="10800000">
              <a:off x="692844" y="-3086"/>
              <a:ext cx="1326111" cy="597603"/>
            </a:xfrm>
            <a:custGeom>
              <a:avLst/>
              <a:gdLst>
                <a:gd name="connsiteX0" fmla="*/ 741051 w 1482102"/>
                <a:gd name="connsiteY0" fmla="*/ 0 h 679363"/>
                <a:gd name="connsiteX1" fmla="*/ 1473822 w 1482102"/>
                <a:gd name="connsiteY1" fmla="*/ 597226 h 679363"/>
                <a:gd name="connsiteX2" fmla="*/ 1482102 w 1482102"/>
                <a:gd name="connsiteY2" fmla="*/ 679363 h 679363"/>
                <a:gd name="connsiteX3" fmla="*/ 0 w 1482102"/>
                <a:gd name="connsiteY3" fmla="*/ 679363 h 679363"/>
                <a:gd name="connsiteX4" fmla="*/ 8280 w 1482102"/>
                <a:gd name="connsiteY4" fmla="*/ 597226 h 679363"/>
                <a:gd name="connsiteX5" fmla="*/ 741051 w 1482102"/>
                <a:gd name="connsiteY5" fmla="*/ 0 h 67936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1482102" h="679363">
                  <a:moveTo>
                    <a:pt x="741051" y="0"/>
                  </a:moveTo>
                  <a:cubicBezTo>
                    <a:pt x="1102506" y="0"/>
                    <a:pt x="1404077" y="256390"/>
                    <a:pt x="1473822" y="597226"/>
                  </a:cubicBezTo>
                  <a:lnTo>
                    <a:pt x="1482102" y="679363"/>
                  </a:lnTo>
                  <a:lnTo>
                    <a:pt x="0" y="679363"/>
                  </a:lnTo>
                  <a:lnTo>
                    <a:pt x="8280" y="597226"/>
                  </a:lnTo>
                  <a:cubicBezTo>
                    <a:pt x="78025" y="256390"/>
                    <a:pt x="379596" y="0"/>
                    <a:pt x="741051" y="0"/>
                  </a:cubicBezTo>
                  <a:close/>
                </a:path>
              </a:pathLst>
            </a:cu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dirty="0">
                <a:solidFill>
                  <a:schemeClr val="tx1">
                    <a:lumMod val="65000"/>
                    <a:lumOff val="35000"/>
                  </a:schemeClr>
                </a:solidFill>
                <a:latin typeface="AvenirNext LT Pro Medium" panose="020B0504020202020204" pitchFamily="34" charset="0"/>
              </a:endParaRPr>
            </a:p>
          </p:txBody>
        </p:sp>
        <p:sp>
          <p:nvSpPr>
            <p:cNvPr id="44" name="Freeform: Shape 43">
              <a:extLst>
                <a:ext uri="{FF2B5EF4-FFF2-40B4-BE49-F238E27FC236}">
                  <a16:creationId xmlns:a16="http://schemas.microsoft.com/office/drawing/2014/main" id="{46A6F3E3-6529-4B7E-8D31-317E141F1833}"/>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19394" y="15241"/>
              <a:ext cx="2190406" cy="3331191"/>
            </a:xfrm>
            <a:custGeom>
              <a:avLst/>
              <a:gdLst>
                <a:gd name="connsiteX0" fmla="*/ 0 w 3296088"/>
                <a:gd name="connsiteY0" fmla="*/ 5012722 h 5012722"/>
                <a:gd name="connsiteX1" fmla="*/ 244031 w 3296088"/>
                <a:gd name="connsiteY1" fmla="*/ 4820222 h 5012722"/>
                <a:gd name="connsiteX2" fmla="*/ 729234 w 3296088"/>
                <a:gd name="connsiteY2" fmla="*/ 4360641 h 5012722"/>
                <a:gd name="connsiteX3" fmla="*/ 881444 w 3296088"/>
                <a:gd name="connsiteY3" fmla="*/ 4173950 h 5012722"/>
                <a:gd name="connsiteX4" fmla="*/ 1151287 w 3296088"/>
                <a:gd name="connsiteY4" fmla="*/ 3972877 h 5012722"/>
                <a:gd name="connsiteX5" fmla="*/ 1498664 w 3296088"/>
                <a:gd name="connsiteY5" fmla="*/ 3786188 h 5012722"/>
                <a:gd name="connsiteX6" fmla="*/ 1716881 w 3296088"/>
                <a:gd name="connsiteY6" fmla="*/ 3674174 h 5012722"/>
                <a:gd name="connsiteX7" fmla="*/ 1913573 w 3296088"/>
                <a:gd name="connsiteY7" fmla="*/ 3477387 h 5012722"/>
                <a:gd name="connsiteX8" fmla="*/ 2167700 w 3296088"/>
                <a:gd name="connsiteY8" fmla="*/ 3042190 h 5012722"/>
                <a:gd name="connsiteX9" fmla="*/ 2273903 w 3296088"/>
                <a:gd name="connsiteY9" fmla="*/ 2775014 h 5012722"/>
                <a:gd name="connsiteX10" fmla="*/ 2463356 w 3296088"/>
                <a:gd name="connsiteY10" fmla="*/ 2335530 h 5012722"/>
                <a:gd name="connsiteX11" fmla="*/ 2741866 w 3296088"/>
                <a:gd name="connsiteY11" fmla="*/ 1982248 h 5012722"/>
                <a:gd name="connsiteX12" fmla="*/ 2985897 w 3296088"/>
                <a:gd name="connsiteY12" fmla="*/ 1634681 h 5012722"/>
                <a:gd name="connsiteX13" fmla="*/ 3212687 w 3296088"/>
                <a:gd name="connsiteY13" fmla="*/ 1226820 h 5012722"/>
                <a:gd name="connsiteX14" fmla="*/ 3281553 w 3296088"/>
                <a:gd name="connsiteY14" fmla="*/ 959644 h 5012722"/>
                <a:gd name="connsiteX15" fmla="*/ 3295936 w 3296088"/>
                <a:gd name="connsiteY15" fmla="*/ 701135 h 5012722"/>
                <a:gd name="connsiteX16" fmla="*/ 3267266 w 3296088"/>
                <a:gd name="connsiteY16" fmla="*/ 436817 h 5012722"/>
                <a:gd name="connsiteX17" fmla="*/ 3105341 w 3296088"/>
                <a:gd name="connsiteY17" fmla="*/ 0 h 501272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Lst>
              <a:rect l="l" t="t" r="r" b="b"/>
              <a:pathLst>
                <a:path w="3296088" h="5012722">
                  <a:moveTo>
                    <a:pt x="0" y="5012722"/>
                  </a:moveTo>
                  <a:cubicBezTo>
                    <a:pt x="81820" y="4949095"/>
                    <a:pt x="163544" y="4885468"/>
                    <a:pt x="244031" y="4820222"/>
                  </a:cubicBezTo>
                  <a:cubicBezTo>
                    <a:pt x="417671" y="4679633"/>
                    <a:pt x="589883" y="4535139"/>
                    <a:pt x="729234" y="4360641"/>
                  </a:cubicBezTo>
                  <a:cubicBezTo>
                    <a:pt x="779431" y="4297776"/>
                    <a:pt x="825818" y="4231958"/>
                    <a:pt x="881444" y="4173950"/>
                  </a:cubicBezTo>
                  <a:cubicBezTo>
                    <a:pt x="959358" y="4092607"/>
                    <a:pt x="1054799" y="4031075"/>
                    <a:pt x="1151287" y="3972877"/>
                  </a:cubicBezTo>
                  <a:cubicBezTo>
                    <a:pt x="1263968" y="3904964"/>
                    <a:pt x="1379315" y="3841337"/>
                    <a:pt x="1498664" y="3786188"/>
                  </a:cubicBezTo>
                  <a:cubicBezTo>
                    <a:pt x="1573149" y="3751802"/>
                    <a:pt x="1649159" y="3720179"/>
                    <a:pt x="1716881" y="3674174"/>
                  </a:cubicBezTo>
                  <a:cubicBezTo>
                    <a:pt x="1794034" y="3621691"/>
                    <a:pt x="1856708" y="3551492"/>
                    <a:pt x="1913573" y="3477387"/>
                  </a:cubicBezTo>
                  <a:cubicBezTo>
                    <a:pt x="2016157" y="3343751"/>
                    <a:pt x="2099024" y="3196114"/>
                    <a:pt x="2167700" y="3042190"/>
                  </a:cubicBezTo>
                  <a:cubicBezTo>
                    <a:pt x="2206752" y="2954655"/>
                    <a:pt x="2241233" y="2865215"/>
                    <a:pt x="2273903" y="2775014"/>
                  </a:cubicBezTo>
                  <a:cubicBezTo>
                    <a:pt x="2328482" y="2624423"/>
                    <a:pt x="2379440" y="2471642"/>
                    <a:pt x="2463356" y="2335530"/>
                  </a:cubicBezTo>
                  <a:cubicBezTo>
                    <a:pt x="2542127" y="2207705"/>
                    <a:pt x="2647855" y="2099501"/>
                    <a:pt x="2741866" y="1982248"/>
                  </a:cubicBezTo>
                  <a:cubicBezTo>
                    <a:pt x="2830449" y="1871758"/>
                    <a:pt x="2908554" y="1753362"/>
                    <a:pt x="2985897" y="1634681"/>
                  </a:cubicBezTo>
                  <a:cubicBezTo>
                    <a:pt x="3071146" y="1503902"/>
                    <a:pt x="3156395" y="1372172"/>
                    <a:pt x="3212687" y="1226820"/>
                  </a:cubicBezTo>
                  <a:cubicBezTo>
                    <a:pt x="3246025" y="1140809"/>
                    <a:pt x="3268790" y="1051084"/>
                    <a:pt x="3281553" y="959644"/>
                  </a:cubicBezTo>
                  <a:cubicBezTo>
                    <a:pt x="3293555" y="874014"/>
                    <a:pt x="3296888" y="787527"/>
                    <a:pt x="3295936" y="701135"/>
                  </a:cubicBezTo>
                  <a:cubicBezTo>
                    <a:pt x="3294888" y="612172"/>
                    <a:pt x="3289268" y="523018"/>
                    <a:pt x="3267266" y="436817"/>
                  </a:cubicBezTo>
                  <a:cubicBezTo>
                    <a:pt x="3227832" y="282416"/>
                    <a:pt x="3105341" y="0"/>
                    <a:pt x="3105341" y="0"/>
                  </a:cubicBezTo>
                </a:path>
              </a:pathLst>
            </a:custGeom>
            <a:noFill/>
            <a:ln w="9525" cap="rnd">
              <a:solidFill>
                <a:schemeClr val="accent2">
                  <a:alpha val="50000"/>
                </a:schemeClr>
              </a:solidFill>
              <a:prstDash val="lgDash"/>
              <a:round/>
            </a:ln>
          </p:spPr>
          <p:txBody>
            <a:bodyPr rtlCol="0" anchor="ctr"/>
            <a:lstStyle/>
            <a:p>
              <a:endParaRPr lang="en-US"/>
            </a:p>
          </p:txBody>
        </p:sp>
        <p:sp>
          <p:nvSpPr>
            <p:cNvPr id="45" name="Freeform: Shape 44">
              <a:extLst>
                <a:ext uri="{FF2B5EF4-FFF2-40B4-BE49-F238E27FC236}">
                  <a16:creationId xmlns:a16="http://schemas.microsoft.com/office/drawing/2014/main" id="{8C70AD52-D54F-41A3-91B9-9BC0DDAF89F4}"/>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10849" y="15178"/>
              <a:ext cx="1978674" cy="3074959"/>
            </a:xfrm>
            <a:custGeom>
              <a:avLst/>
              <a:gdLst>
                <a:gd name="connsiteX0" fmla="*/ 0 w 2977477"/>
                <a:gd name="connsiteY0" fmla="*/ 4627150 h 4627149"/>
                <a:gd name="connsiteX1" fmla="*/ 275082 w 2977477"/>
                <a:gd name="connsiteY1" fmla="*/ 4341590 h 4627149"/>
                <a:gd name="connsiteX2" fmla="*/ 502825 w 2977477"/>
                <a:gd name="connsiteY2" fmla="*/ 4054126 h 4627149"/>
                <a:gd name="connsiteX3" fmla="*/ 666179 w 2977477"/>
                <a:gd name="connsiteY3" fmla="*/ 3890677 h 4627149"/>
                <a:gd name="connsiteX4" fmla="*/ 864203 w 2977477"/>
                <a:gd name="connsiteY4" fmla="*/ 3675983 h 4627149"/>
                <a:gd name="connsiteX5" fmla="*/ 982599 w 2977477"/>
                <a:gd name="connsiteY5" fmla="*/ 3557492 h 4627149"/>
                <a:gd name="connsiteX6" fmla="*/ 1188244 w 2977477"/>
                <a:gd name="connsiteY6" fmla="*/ 3329654 h 4627149"/>
                <a:gd name="connsiteX7" fmla="*/ 1344740 w 2977477"/>
                <a:gd name="connsiteY7" fmla="*/ 3146774 h 4627149"/>
                <a:gd name="connsiteX8" fmla="*/ 1470755 w 2977477"/>
                <a:gd name="connsiteY8" fmla="*/ 2984659 h 4627149"/>
                <a:gd name="connsiteX9" fmla="*/ 1657636 w 2977477"/>
                <a:gd name="connsiteY9" fmla="*/ 2670239 h 4627149"/>
                <a:gd name="connsiteX10" fmla="*/ 1762887 w 2977477"/>
                <a:gd name="connsiteY10" fmla="*/ 2473547 h 4627149"/>
                <a:gd name="connsiteX11" fmla="*/ 1866710 w 2977477"/>
                <a:gd name="connsiteY11" fmla="*/ 2290667 h 4627149"/>
                <a:gd name="connsiteX12" fmla="*/ 2106263 w 2977477"/>
                <a:gd name="connsiteY12" fmla="*/ 2030254 h 4627149"/>
                <a:gd name="connsiteX13" fmla="*/ 2277237 w 2977477"/>
                <a:gd name="connsiteY13" fmla="*/ 1859185 h 4627149"/>
                <a:gd name="connsiteX14" fmla="*/ 2499455 w 2977477"/>
                <a:gd name="connsiteY14" fmla="*/ 1656207 h 4627149"/>
                <a:gd name="connsiteX15" fmla="*/ 2707100 w 2977477"/>
                <a:gd name="connsiteY15" fmla="*/ 1390269 h 4627149"/>
                <a:gd name="connsiteX16" fmla="*/ 2812352 w 2977477"/>
                <a:gd name="connsiteY16" fmla="*/ 1230916 h 4627149"/>
                <a:gd name="connsiteX17" fmla="*/ 2898172 w 2977477"/>
                <a:gd name="connsiteY17" fmla="*/ 1036987 h 4627149"/>
                <a:gd name="connsiteX18" fmla="*/ 2963228 w 2977477"/>
                <a:gd name="connsiteY18" fmla="*/ 850011 h 4627149"/>
                <a:gd name="connsiteX19" fmla="*/ 2977325 w 2977477"/>
                <a:gd name="connsiteY19" fmla="*/ 745427 h 4627149"/>
                <a:gd name="connsiteX20" fmla="*/ 2929509 w 2977477"/>
                <a:gd name="connsiteY20" fmla="*/ 480155 h 4627149"/>
                <a:gd name="connsiteX21" fmla="*/ 2563082 w 2977477"/>
                <a:gd name="connsiteY21" fmla="*/ 0 h 462714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Lst>
              <a:rect l="l" t="t" r="r" b="b"/>
              <a:pathLst>
                <a:path w="2977477" h="4627149">
                  <a:moveTo>
                    <a:pt x="0" y="4627150"/>
                  </a:moveTo>
                  <a:cubicBezTo>
                    <a:pt x="79820" y="4552283"/>
                    <a:pt x="203835" y="4424648"/>
                    <a:pt x="275082" y="4341590"/>
                  </a:cubicBezTo>
                  <a:cubicBezTo>
                    <a:pt x="354711" y="4248722"/>
                    <a:pt x="421005" y="4145090"/>
                    <a:pt x="502825" y="4054126"/>
                  </a:cubicBezTo>
                  <a:cubicBezTo>
                    <a:pt x="554355" y="3996881"/>
                    <a:pt x="612362" y="3945827"/>
                    <a:pt x="666179" y="3890677"/>
                  </a:cubicBezTo>
                  <a:cubicBezTo>
                    <a:pt x="734187" y="3821049"/>
                    <a:pt x="796671" y="3746183"/>
                    <a:pt x="864203" y="3675983"/>
                  </a:cubicBezTo>
                  <a:cubicBezTo>
                    <a:pt x="902875" y="3635788"/>
                    <a:pt x="943642" y="3597593"/>
                    <a:pt x="982599" y="3557492"/>
                  </a:cubicBezTo>
                  <a:cubicBezTo>
                    <a:pt x="1053941" y="3484150"/>
                    <a:pt x="1121378" y="3407093"/>
                    <a:pt x="1188244" y="3329654"/>
                  </a:cubicBezTo>
                  <a:cubicBezTo>
                    <a:pt x="1240631" y="3268885"/>
                    <a:pt x="1293495" y="3208496"/>
                    <a:pt x="1344740" y="3146774"/>
                  </a:cubicBezTo>
                  <a:cubicBezTo>
                    <a:pt x="1388459" y="3094101"/>
                    <a:pt x="1431512" y="3040761"/>
                    <a:pt x="1470755" y="2984659"/>
                  </a:cubicBezTo>
                  <a:cubicBezTo>
                    <a:pt x="1540764" y="2884646"/>
                    <a:pt x="1598771" y="2777109"/>
                    <a:pt x="1657636" y="2670239"/>
                  </a:cubicBezTo>
                  <a:cubicBezTo>
                    <a:pt x="1693545" y="2605088"/>
                    <a:pt x="1728502" y="2539460"/>
                    <a:pt x="1762887" y="2473547"/>
                  </a:cubicBezTo>
                  <a:cubicBezTo>
                    <a:pt x="1795367" y="2411349"/>
                    <a:pt x="1826419" y="2348103"/>
                    <a:pt x="1866710" y="2290667"/>
                  </a:cubicBezTo>
                  <a:cubicBezTo>
                    <a:pt x="1934623" y="2193893"/>
                    <a:pt x="2022729" y="2114169"/>
                    <a:pt x="2106263" y="2030254"/>
                  </a:cubicBezTo>
                  <a:cubicBezTo>
                    <a:pt x="2163128" y="1973104"/>
                    <a:pt x="2218182" y="1914049"/>
                    <a:pt x="2277237" y="1859185"/>
                  </a:cubicBezTo>
                  <a:cubicBezTo>
                    <a:pt x="2350770" y="1790891"/>
                    <a:pt x="2430304" y="1728978"/>
                    <a:pt x="2499455" y="1656207"/>
                  </a:cubicBezTo>
                  <a:cubicBezTo>
                    <a:pt x="2576989" y="1574578"/>
                    <a:pt x="2641568" y="1481900"/>
                    <a:pt x="2707100" y="1390269"/>
                  </a:cubicBezTo>
                  <a:cubicBezTo>
                    <a:pt x="2744153" y="1338453"/>
                    <a:pt x="2781586" y="1286732"/>
                    <a:pt x="2812352" y="1230916"/>
                  </a:cubicBezTo>
                  <a:cubicBezTo>
                    <a:pt x="2846546" y="1168908"/>
                    <a:pt x="2872550" y="1102900"/>
                    <a:pt x="2898172" y="1036987"/>
                  </a:cubicBezTo>
                  <a:cubicBezTo>
                    <a:pt x="2922175" y="975455"/>
                    <a:pt x="2948273" y="914305"/>
                    <a:pt x="2963228" y="850011"/>
                  </a:cubicBezTo>
                  <a:cubicBezTo>
                    <a:pt x="2971229" y="815626"/>
                    <a:pt x="2976563" y="780764"/>
                    <a:pt x="2977325" y="745427"/>
                  </a:cubicBezTo>
                  <a:cubicBezTo>
                    <a:pt x="2979230" y="654844"/>
                    <a:pt x="2963323" y="564261"/>
                    <a:pt x="2929509" y="480155"/>
                  </a:cubicBezTo>
                  <a:cubicBezTo>
                    <a:pt x="2851309" y="285655"/>
                    <a:pt x="2563082" y="0"/>
                    <a:pt x="2563082" y="0"/>
                  </a:cubicBezTo>
                </a:path>
              </a:pathLst>
            </a:custGeom>
            <a:noFill/>
            <a:ln w="9525" cap="rnd">
              <a:solidFill>
                <a:schemeClr val="accent2">
                  <a:alpha val="50000"/>
                </a:schemeClr>
              </a:solidFill>
              <a:prstDash val="lgDash"/>
              <a:round/>
            </a:ln>
          </p:spPr>
          <p:txBody>
            <a:bodyPr rtlCol="0" anchor="ctr"/>
            <a:lstStyle/>
            <a:p>
              <a:endParaRPr lang="en-US"/>
            </a:p>
          </p:txBody>
        </p:sp>
        <p:sp>
          <p:nvSpPr>
            <p:cNvPr id="46" name="Freeform: Shape 45">
              <a:extLst>
                <a:ext uri="{FF2B5EF4-FFF2-40B4-BE49-F238E27FC236}">
                  <a16:creationId xmlns:a16="http://schemas.microsoft.com/office/drawing/2014/main" id="{A37F2387-BA4B-46C5-ABBD-E9272097EC76}"/>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25092" y="15178"/>
              <a:ext cx="1566146" cy="2737264"/>
            </a:xfrm>
            <a:custGeom>
              <a:avLst/>
              <a:gdLst>
                <a:gd name="connsiteX0" fmla="*/ 1707071 w 2356712"/>
                <a:gd name="connsiteY0" fmla="*/ 0 h 4118991"/>
                <a:gd name="connsiteX1" fmla="*/ 1824514 w 2356712"/>
                <a:gd name="connsiteY1" fmla="*/ 244697 h 4118991"/>
                <a:gd name="connsiteX2" fmla="*/ 1908715 w 2356712"/>
                <a:gd name="connsiteY2" fmla="*/ 328994 h 4118991"/>
                <a:gd name="connsiteX3" fmla="*/ 2226469 w 2356712"/>
                <a:gd name="connsiteY3" fmla="*/ 603695 h 4118991"/>
                <a:gd name="connsiteX4" fmla="*/ 2355628 w 2356712"/>
                <a:gd name="connsiteY4" fmla="*/ 900494 h 4118991"/>
                <a:gd name="connsiteX5" fmla="*/ 2281428 w 2356712"/>
                <a:gd name="connsiteY5" fmla="*/ 1206913 h 4118991"/>
                <a:gd name="connsiteX6" fmla="*/ 2092452 w 2356712"/>
                <a:gd name="connsiteY6" fmla="*/ 1460659 h 4118991"/>
                <a:gd name="connsiteX7" fmla="*/ 1834039 w 2356712"/>
                <a:gd name="connsiteY7" fmla="*/ 1625822 h 4118991"/>
                <a:gd name="connsiteX8" fmla="*/ 1558862 w 2356712"/>
                <a:gd name="connsiteY8" fmla="*/ 1743075 h 4118991"/>
                <a:gd name="connsiteX9" fmla="*/ 1386554 w 2356712"/>
                <a:gd name="connsiteY9" fmla="*/ 1869948 h 4118991"/>
                <a:gd name="connsiteX10" fmla="*/ 1271683 w 2356712"/>
                <a:gd name="connsiteY10" fmla="*/ 2073402 h 4118991"/>
                <a:gd name="connsiteX11" fmla="*/ 1178338 w 2356712"/>
                <a:gd name="connsiteY11" fmla="*/ 2355914 h 4118991"/>
                <a:gd name="connsiteX12" fmla="*/ 1113758 w 2356712"/>
                <a:gd name="connsiteY12" fmla="*/ 2578513 h 4118991"/>
                <a:gd name="connsiteX13" fmla="*/ 1034796 w 2356712"/>
                <a:gd name="connsiteY13" fmla="*/ 2834640 h 4118991"/>
                <a:gd name="connsiteX14" fmla="*/ 905637 w 2356712"/>
                <a:gd name="connsiteY14" fmla="*/ 3081242 h 4118991"/>
                <a:gd name="connsiteX15" fmla="*/ 793147 w 2356712"/>
                <a:gd name="connsiteY15" fmla="*/ 3258407 h 4118991"/>
                <a:gd name="connsiteX16" fmla="*/ 546735 w 2356712"/>
                <a:gd name="connsiteY16" fmla="*/ 3571970 h 4118991"/>
                <a:gd name="connsiteX17" fmla="*/ 346996 w 2356712"/>
                <a:gd name="connsiteY17" fmla="*/ 3771900 h 4118991"/>
                <a:gd name="connsiteX18" fmla="*/ 174689 w 2356712"/>
                <a:gd name="connsiteY18" fmla="*/ 3944207 h 4118991"/>
                <a:gd name="connsiteX19" fmla="*/ 0 w 2356712"/>
                <a:gd name="connsiteY19" fmla="*/ 4118991 h 411899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Lst>
              <a:rect l="l" t="t" r="r" b="b"/>
              <a:pathLst>
                <a:path w="2356712" h="4118991">
                  <a:moveTo>
                    <a:pt x="1707071" y="0"/>
                  </a:moveTo>
                  <a:cubicBezTo>
                    <a:pt x="1715357" y="22098"/>
                    <a:pt x="1812608" y="224409"/>
                    <a:pt x="1824514" y="244697"/>
                  </a:cubicBezTo>
                  <a:cubicBezTo>
                    <a:pt x="1844802" y="279273"/>
                    <a:pt x="1876996" y="304324"/>
                    <a:pt x="1908715" y="328994"/>
                  </a:cubicBezTo>
                  <a:cubicBezTo>
                    <a:pt x="2019967" y="415195"/>
                    <a:pt x="2137886" y="494633"/>
                    <a:pt x="2226469" y="603695"/>
                  </a:cubicBezTo>
                  <a:cubicBezTo>
                    <a:pt x="2296287" y="689610"/>
                    <a:pt x="2347817" y="790480"/>
                    <a:pt x="2355628" y="900494"/>
                  </a:cubicBezTo>
                  <a:cubicBezTo>
                    <a:pt x="2363248" y="1007078"/>
                    <a:pt x="2329910" y="1111187"/>
                    <a:pt x="2281428" y="1206913"/>
                  </a:cubicBezTo>
                  <a:cubicBezTo>
                    <a:pt x="2233422" y="1301877"/>
                    <a:pt x="2170938" y="1388936"/>
                    <a:pt x="2092452" y="1460659"/>
                  </a:cubicBezTo>
                  <a:cubicBezTo>
                    <a:pt x="2016538" y="1530001"/>
                    <a:pt x="1927765" y="1583436"/>
                    <a:pt x="1834039" y="1625822"/>
                  </a:cubicBezTo>
                  <a:cubicBezTo>
                    <a:pt x="1743075" y="1666970"/>
                    <a:pt x="1647730" y="1697736"/>
                    <a:pt x="1558862" y="1743075"/>
                  </a:cubicBezTo>
                  <a:cubicBezTo>
                    <a:pt x="1494758" y="1775841"/>
                    <a:pt x="1434275" y="1816132"/>
                    <a:pt x="1386554" y="1869948"/>
                  </a:cubicBezTo>
                  <a:cubicBezTo>
                    <a:pt x="1334548" y="1928622"/>
                    <a:pt x="1300544" y="2000345"/>
                    <a:pt x="1271683" y="2073402"/>
                  </a:cubicBezTo>
                  <a:cubicBezTo>
                    <a:pt x="1235202" y="2165699"/>
                    <a:pt x="1206722" y="2260759"/>
                    <a:pt x="1178338" y="2355914"/>
                  </a:cubicBezTo>
                  <a:cubicBezTo>
                    <a:pt x="1156240" y="2429923"/>
                    <a:pt x="1134237" y="2504028"/>
                    <a:pt x="1113758" y="2578513"/>
                  </a:cubicBezTo>
                  <a:cubicBezTo>
                    <a:pt x="1090041" y="2664714"/>
                    <a:pt x="1068134" y="2751678"/>
                    <a:pt x="1034796" y="2834640"/>
                  </a:cubicBezTo>
                  <a:cubicBezTo>
                    <a:pt x="1000125" y="2920841"/>
                    <a:pt x="953643" y="3001613"/>
                    <a:pt x="905637" y="3081242"/>
                  </a:cubicBezTo>
                  <a:cubicBezTo>
                    <a:pt x="869442" y="3141155"/>
                    <a:pt x="832295" y="3200400"/>
                    <a:pt x="793147" y="3258407"/>
                  </a:cubicBezTo>
                  <a:cubicBezTo>
                    <a:pt x="718661" y="3368802"/>
                    <a:pt x="637223" y="3474434"/>
                    <a:pt x="546735" y="3571970"/>
                  </a:cubicBezTo>
                  <a:cubicBezTo>
                    <a:pt x="482632" y="3641027"/>
                    <a:pt x="414147" y="3705797"/>
                    <a:pt x="346996" y="3771900"/>
                  </a:cubicBezTo>
                  <a:cubicBezTo>
                    <a:pt x="288989" y="3828764"/>
                    <a:pt x="232029" y="3886676"/>
                    <a:pt x="174689" y="3944207"/>
                  </a:cubicBezTo>
                  <a:cubicBezTo>
                    <a:pt x="116586" y="4002596"/>
                    <a:pt x="58293" y="4060698"/>
                    <a:pt x="0" y="4118991"/>
                  </a:cubicBezTo>
                </a:path>
              </a:pathLst>
            </a:custGeom>
            <a:noFill/>
            <a:ln w="9525" cap="rnd">
              <a:solidFill>
                <a:schemeClr val="accent2">
                  <a:alpha val="50000"/>
                </a:schemeClr>
              </a:solidFill>
              <a:prstDash val="lgDash"/>
              <a:round/>
            </a:ln>
          </p:spPr>
          <p:txBody>
            <a:bodyPr rtlCol="0" anchor="ctr"/>
            <a:lstStyle/>
            <a:p>
              <a:endParaRPr lang="en-US"/>
            </a:p>
          </p:txBody>
        </p:sp>
        <p:sp>
          <p:nvSpPr>
            <p:cNvPr id="47" name="Freeform: Shape 46">
              <a:extLst>
                <a:ext uri="{FF2B5EF4-FFF2-40B4-BE49-F238E27FC236}">
                  <a16:creationId xmlns:a16="http://schemas.microsoft.com/office/drawing/2014/main" id="{C2E1B2E0-5DD5-4599-BDEC-F26CEF9E9B27}"/>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10849" y="15178"/>
              <a:ext cx="1368431" cy="2644975"/>
            </a:xfrm>
            <a:custGeom>
              <a:avLst/>
              <a:gdLst>
                <a:gd name="connsiteX0" fmla="*/ 0 w 2059193"/>
                <a:gd name="connsiteY0" fmla="*/ 3980116 h 3980116"/>
                <a:gd name="connsiteX1" fmla="*/ 471583 w 2059193"/>
                <a:gd name="connsiteY1" fmla="*/ 3515678 h 3980116"/>
                <a:gd name="connsiteX2" fmla="*/ 758666 w 2059193"/>
                <a:gd name="connsiteY2" fmla="*/ 3163824 h 3980116"/>
                <a:gd name="connsiteX3" fmla="*/ 940499 w 2059193"/>
                <a:gd name="connsiteY3" fmla="*/ 2780824 h 3980116"/>
                <a:gd name="connsiteX4" fmla="*/ 1055370 w 2059193"/>
                <a:gd name="connsiteY4" fmla="*/ 2242185 h 3980116"/>
                <a:gd name="connsiteX5" fmla="*/ 1136714 w 2059193"/>
                <a:gd name="connsiteY5" fmla="*/ 1878330 h 3980116"/>
                <a:gd name="connsiteX6" fmla="*/ 1246727 w 2059193"/>
                <a:gd name="connsiteY6" fmla="*/ 1562386 h 3980116"/>
                <a:gd name="connsiteX7" fmla="*/ 1378363 w 2059193"/>
                <a:gd name="connsiteY7" fmla="*/ 1430750 h 3980116"/>
                <a:gd name="connsiteX8" fmla="*/ 1691831 w 2059193"/>
                <a:gd name="connsiteY8" fmla="*/ 1394841 h 3980116"/>
                <a:gd name="connsiteX9" fmla="*/ 1914335 w 2059193"/>
                <a:gd name="connsiteY9" fmla="*/ 1323023 h 3980116"/>
                <a:gd name="connsiteX10" fmla="*/ 2055495 w 2059193"/>
                <a:gd name="connsiteY10" fmla="*/ 1098042 h 3980116"/>
                <a:gd name="connsiteX11" fmla="*/ 2033969 w 2059193"/>
                <a:gd name="connsiteY11" fmla="*/ 930497 h 3980116"/>
                <a:gd name="connsiteX12" fmla="*/ 1885664 w 2059193"/>
                <a:gd name="connsiteY12" fmla="*/ 760571 h 3980116"/>
                <a:gd name="connsiteX13" fmla="*/ 1636871 w 2059193"/>
                <a:gd name="connsiteY13" fmla="*/ 612172 h 3980116"/>
                <a:gd name="connsiteX14" fmla="*/ 1335405 w 2059193"/>
                <a:gd name="connsiteY14" fmla="*/ 459010 h 3980116"/>
                <a:gd name="connsiteX15" fmla="*/ 1234916 w 2059193"/>
                <a:gd name="connsiteY15" fmla="*/ 269939 h 3980116"/>
                <a:gd name="connsiteX16" fmla="*/ 1386935 w 2059193"/>
                <a:gd name="connsiteY16" fmla="*/ 0 h 398011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Lst>
              <a:rect l="l" t="t" r="r" b="b"/>
              <a:pathLst>
                <a:path w="2059193" h="3980116">
                  <a:moveTo>
                    <a:pt x="0" y="3980116"/>
                  </a:moveTo>
                  <a:cubicBezTo>
                    <a:pt x="91345" y="3889534"/>
                    <a:pt x="382715" y="3608737"/>
                    <a:pt x="471583" y="3515678"/>
                  </a:cubicBezTo>
                  <a:cubicBezTo>
                    <a:pt x="576358" y="3405949"/>
                    <a:pt x="675989" y="3290983"/>
                    <a:pt x="758666" y="3163824"/>
                  </a:cubicBezTo>
                  <a:cubicBezTo>
                    <a:pt x="836105" y="3044857"/>
                    <a:pt x="897445" y="2916079"/>
                    <a:pt x="940499" y="2780824"/>
                  </a:cubicBezTo>
                  <a:cubicBezTo>
                    <a:pt x="996315" y="2605754"/>
                    <a:pt x="1020985" y="2422874"/>
                    <a:pt x="1055370" y="2242185"/>
                  </a:cubicBezTo>
                  <a:cubicBezTo>
                    <a:pt x="1078611" y="2120075"/>
                    <a:pt x="1107472" y="1999107"/>
                    <a:pt x="1136714" y="1878330"/>
                  </a:cubicBezTo>
                  <a:cubicBezTo>
                    <a:pt x="1163098" y="1769174"/>
                    <a:pt x="1189482" y="1658588"/>
                    <a:pt x="1246727" y="1562386"/>
                  </a:cubicBezTo>
                  <a:cubicBezTo>
                    <a:pt x="1279208" y="1507808"/>
                    <a:pt x="1321689" y="1459039"/>
                    <a:pt x="1378363" y="1430750"/>
                  </a:cubicBezTo>
                  <a:cubicBezTo>
                    <a:pt x="1473327" y="1383221"/>
                    <a:pt x="1584865" y="1402652"/>
                    <a:pt x="1691831" y="1394841"/>
                  </a:cubicBezTo>
                  <a:cubicBezTo>
                    <a:pt x="1771079" y="1389031"/>
                    <a:pt x="1849279" y="1368266"/>
                    <a:pt x="1914335" y="1323023"/>
                  </a:cubicBezTo>
                  <a:cubicBezTo>
                    <a:pt x="1989963" y="1270445"/>
                    <a:pt x="2041493" y="1189101"/>
                    <a:pt x="2055495" y="1098042"/>
                  </a:cubicBezTo>
                  <a:cubicBezTo>
                    <a:pt x="2064258" y="1041178"/>
                    <a:pt x="2057591" y="982980"/>
                    <a:pt x="2033969" y="930497"/>
                  </a:cubicBezTo>
                  <a:cubicBezTo>
                    <a:pt x="2002727" y="861060"/>
                    <a:pt x="1945958" y="807625"/>
                    <a:pt x="1885664" y="760571"/>
                  </a:cubicBezTo>
                  <a:cubicBezTo>
                    <a:pt x="1809179" y="700945"/>
                    <a:pt x="1725549" y="651415"/>
                    <a:pt x="1636871" y="612172"/>
                  </a:cubicBezTo>
                  <a:cubicBezTo>
                    <a:pt x="1532763" y="566071"/>
                    <a:pt x="1421606" y="532543"/>
                    <a:pt x="1335405" y="459010"/>
                  </a:cubicBezTo>
                  <a:cubicBezTo>
                    <a:pt x="1277969" y="409956"/>
                    <a:pt x="1232059" y="344615"/>
                    <a:pt x="1234916" y="269939"/>
                  </a:cubicBezTo>
                  <a:cubicBezTo>
                    <a:pt x="1237012" y="211741"/>
                    <a:pt x="1386935" y="0"/>
                    <a:pt x="1386935" y="0"/>
                  </a:cubicBezTo>
                </a:path>
              </a:pathLst>
            </a:custGeom>
            <a:noFill/>
            <a:ln w="9525" cap="rnd">
              <a:solidFill>
                <a:schemeClr val="accent2">
                  <a:alpha val="50000"/>
                </a:schemeClr>
              </a:solidFill>
              <a:prstDash val="lgDash"/>
              <a:round/>
            </a:ln>
          </p:spPr>
          <p:txBody>
            <a:bodyPr rtlCol="0" anchor="ctr"/>
            <a:lstStyle/>
            <a:p>
              <a:endParaRPr lang="en-US"/>
            </a:p>
          </p:txBody>
        </p:sp>
        <p:sp>
          <p:nvSpPr>
            <p:cNvPr id="48" name="Freeform: Shape 47">
              <a:extLst>
                <a:ext uri="{FF2B5EF4-FFF2-40B4-BE49-F238E27FC236}">
                  <a16:creationId xmlns:a16="http://schemas.microsoft.com/office/drawing/2014/main" id="{6A88C97C-1B3C-4A30-B1C0-D4AFEDC97C07}"/>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18825" y="543780"/>
              <a:ext cx="494287" cy="1905590"/>
            </a:xfrm>
            <a:custGeom>
              <a:avLst/>
              <a:gdLst>
                <a:gd name="connsiteX0" fmla="*/ 11144 w 743796"/>
                <a:gd name="connsiteY0" fmla="*/ 0 h 2867501"/>
                <a:gd name="connsiteX1" fmla="*/ 353663 w 743796"/>
                <a:gd name="connsiteY1" fmla="*/ 55245 h 2867501"/>
                <a:gd name="connsiteX2" fmla="*/ 571405 w 743796"/>
                <a:gd name="connsiteY2" fmla="*/ 179737 h 2867501"/>
                <a:gd name="connsiteX3" fmla="*/ 688658 w 743796"/>
                <a:gd name="connsiteY3" fmla="*/ 368808 h 2867501"/>
                <a:gd name="connsiteX4" fmla="*/ 731711 w 743796"/>
                <a:gd name="connsiteY4" fmla="*/ 612934 h 2867501"/>
                <a:gd name="connsiteX5" fmla="*/ 725233 w 743796"/>
                <a:gd name="connsiteY5" fmla="*/ 995648 h 2867501"/>
                <a:gd name="connsiteX6" fmla="*/ 742855 w 743796"/>
                <a:gd name="connsiteY6" fmla="*/ 1499330 h 2867501"/>
                <a:gd name="connsiteX7" fmla="*/ 707898 w 743796"/>
                <a:gd name="connsiteY7" fmla="*/ 1793081 h 2867501"/>
                <a:gd name="connsiteX8" fmla="*/ 633222 w 743796"/>
                <a:gd name="connsiteY8" fmla="*/ 2073592 h 2867501"/>
                <a:gd name="connsiteX9" fmla="*/ 404527 w 743796"/>
                <a:gd name="connsiteY9" fmla="*/ 2472404 h 2867501"/>
                <a:gd name="connsiteX10" fmla="*/ 0 w 743796"/>
                <a:gd name="connsiteY10" fmla="*/ 2867501 h 286750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743796" h="2867501">
                  <a:moveTo>
                    <a:pt x="11144" y="0"/>
                  </a:moveTo>
                  <a:cubicBezTo>
                    <a:pt x="101060" y="2953"/>
                    <a:pt x="268796" y="25146"/>
                    <a:pt x="353663" y="55245"/>
                  </a:cubicBezTo>
                  <a:cubicBezTo>
                    <a:pt x="433483" y="83534"/>
                    <a:pt x="510635" y="120967"/>
                    <a:pt x="571405" y="179737"/>
                  </a:cubicBezTo>
                  <a:cubicBezTo>
                    <a:pt x="625412" y="231934"/>
                    <a:pt x="663607" y="297942"/>
                    <a:pt x="688658" y="368808"/>
                  </a:cubicBezTo>
                  <a:cubicBezTo>
                    <a:pt x="716375" y="447103"/>
                    <a:pt x="727996" y="529876"/>
                    <a:pt x="731711" y="612934"/>
                  </a:cubicBezTo>
                  <a:cubicBezTo>
                    <a:pt x="737426" y="740474"/>
                    <a:pt x="724948" y="867918"/>
                    <a:pt x="725233" y="995648"/>
                  </a:cubicBezTo>
                  <a:cubicBezTo>
                    <a:pt x="725710" y="1163765"/>
                    <a:pt x="748665" y="1331309"/>
                    <a:pt x="742855" y="1499330"/>
                  </a:cubicBezTo>
                  <a:cubicBezTo>
                    <a:pt x="739426" y="1598009"/>
                    <a:pt x="725996" y="1696022"/>
                    <a:pt x="707898" y="1793081"/>
                  </a:cubicBezTo>
                  <a:cubicBezTo>
                    <a:pt x="690086" y="1888426"/>
                    <a:pt x="666845" y="1982724"/>
                    <a:pt x="633222" y="2073592"/>
                  </a:cubicBezTo>
                  <a:cubicBezTo>
                    <a:pt x="579692" y="2218182"/>
                    <a:pt x="499682" y="2351056"/>
                    <a:pt x="404527" y="2472404"/>
                  </a:cubicBezTo>
                  <a:cubicBezTo>
                    <a:pt x="266033" y="2648902"/>
                    <a:pt x="179642" y="2732818"/>
                    <a:pt x="0" y="2867501"/>
                  </a:cubicBezTo>
                </a:path>
              </a:pathLst>
            </a:custGeom>
            <a:noFill/>
            <a:ln w="9525" cap="rnd">
              <a:solidFill>
                <a:schemeClr val="accent2">
                  <a:alpha val="50000"/>
                </a:schemeClr>
              </a:solidFill>
              <a:prstDash val="lgDash"/>
              <a:round/>
            </a:ln>
          </p:spPr>
          <p:txBody>
            <a:bodyPr rtlCol="0" anchor="ctr"/>
            <a:lstStyle/>
            <a:p>
              <a:endParaRPr lang="en-US"/>
            </a:p>
          </p:txBody>
        </p:sp>
        <p:sp>
          <p:nvSpPr>
            <p:cNvPr id="49" name="Freeform: Shape 48">
              <a:extLst>
                <a:ext uri="{FF2B5EF4-FFF2-40B4-BE49-F238E27FC236}">
                  <a16:creationId xmlns:a16="http://schemas.microsoft.com/office/drawing/2014/main" id="{86C4CC9D-7C49-41ED-8FE2-61EC66F0B695}"/>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10849" y="672286"/>
              <a:ext cx="396930" cy="1690303"/>
            </a:xfrm>
            <a:custGeom>
              <a:avLst/>
              <a:gdLst>
                <a:gd name="connsiteX0" fmla="*/ 16478 w 597294"/>
                <a:gd name="connsiteY0" fmla="*/ 2079 h 2543540"/>
                <a:gd name="connsiteX1" fmla="*/ 299847 w 597294"/>
                <a:gd name="connsiteY1" fmla="*/ 53991 h 2543540"/>
                <a:gd name="connsiteX2" fmla="*/ 503206 w 597294"/>
                <a:gd name="connsiteY2" fmla="*/ 291354 h 2543540"/>
                <a:gd name="connsiteX3" fmla="*/ 525113 w 597294"/>
                <a:gd name="connsiteY3" fmla="*/ 724265 h 2543540"/>
                <a:gd name="connsiteX4" fmla="*/ 578930 w 597294"/>
                <a:gd name="connsiteY4" fmla="*/ 1117267 h 2543540"/>
                <a:gd name="connsiteX5" fmla="*/ 592931 w 597294"/>
                <a:gd name="connsiteY5" fmla="*/ 1476359 h 2543540"/>
                <a:gd name="connsiteX6" fmla="*/ 503206 w 597294"/>
                <a:gd name="connsiteY6" fmla="*/ 1859359 h 2543540"/>
                <a:gd name="connsiteX7" fmla="*/ 291846 w 597294"/>
                <a:gd name="connsiteY7" fmla="*/ 2250361 h 2543540"/>
                <a:gd name="connsiteX8" fmla="*/ 0 w 597294"/>
                <a:gd name="connsiteY8" fmla="*/ 2543540 h 254354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597294" h="2543540">
                  <a:moveTo>
                    <a:pt x="16478" y="2079"/>
                  </a:moveTo>
                  <a:cubicBezTo>
                    <a:pt x="101441" y="-6684"/>
                    <a:pt x="224885" y="12557"/>
                    <a:pt x="299847" y="53991"/>
                  </a:cubicBezTo>
                  <a:cubicBezTo>
                    <a:pt x="394240" y="106092"/>
                    <a:pt x="468440" y="189341"/>
                    <a:pt x="503206" y="291354"/>
                  </a:cubicBezTo>
                  <a:cubicBezTo>
                    <a:pt x="550069" y="429085"/>
                    <a:pt x="520827" y="577770"/>
                    <a:pt x="525113" y="724265"/>
                  </a:cubicBezTo>
                  <a:cubicBezTo>
                    <a:pt x="529019" y="856472"/>
                    <a:pt x="561118" y="986012"/>
                    <a:pt x="578930" y="1117267"/>
                  </a:cubicBezTo>
                  <a:cubicBezTo>
                    <a:pt x="595122" y="1236234"/>
                    <a:pt x="602742" y="1356630"/>
                    <a:pt x="592931" y="1476359"/>
                  </a:cubicBezTo>
                  <a:cubicBezTo>
                    <a:pt x="582073" y="1607709"/>
                    <a:pt x="549783" y="1736011"/>
                    <a:pt x="503206" y="1859359"/>
                  </a:cubicBezTo>
                  <a:cubicBezTo>
                    <a:pt x="450628" y="1998710"/>
                    <a:pt x="383857" y="2133298"/>
                    <a:pt x="291846" y="2250361"/>
                  </a:cubicBezTo>
                  <a:cubicBezTo>
                    <a:pt x="231553" y="2327132"/>
                    <a:pt x="73819" y="2479532"/>
                    <a:pt x="0" y="2543540"/>
                  </a:cubicBezTo>
                </a:path>
              </a:pathLst>
            </a:custGeom>
            <a:noFill/>
            <a:ln w="9525" cap="rnd">
              <a:solidFill>
                <a:schemeClr val="accent2">
                  <a:alpha val="50000"/>
                </a:schemeClr>
              </a:solidFill>
              <a:prstDash val="lgDash"/>
              <a:round/>
            </a:ln>
          </p:spPr>
          <p:txBody>
            <a:bodyPr rtlCol="0" anchor="ctr"/>
            <a:lstStyle/>
            <a:p>
              <a:endParaRPr lang="en-US"/>
            </a:p>
          </p:txBody>
        </p:sp>
        <p:sp>
          <p:nvSpPr>
            <p:cNvPr id="50" name="Freeform: Shape 49">
              <a:extLst>
                <a:ext uri="{FF2B5EF4-FFF2-40B4-BE49-F238E27FC236}">
                  <a16:creationId xmlns:a16="http://schemas.microsoft.com/office/drawing/2014/main" id="{C51EA8C3-05E0-4F68-9BA7-F3F6C669D45E}"/>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23002" y="881264"/>
              <a:ext cx="258791" cy="1336561"/>
            </a:xfrm>
            <a:custGeom>
              <a:avLst/>
              <a:gdLst>
                <a:gd name="connsiteX0" fmla="*/ 0 w 389425"/>
                <a:gd name="connsiteY0" fmla="*/ 33 h 2011236"/>
                <a:gd name="connsiteX1" fmla="*/ 171260 w 389425"/>
                <a:gd name="connsiteY1" fmla="*/ 60326 h 2011236"/>
                <a:gd name="connsiteX2" fmla="*/ 211455 w 389425"/>
                <a:gd name="connsiteY2" fmla="*/ 221204 h 2011236"/>
                <a:gd name="connsiteX3" fmla="*/ 243078 w 389425"/>
                <a:gd name="connsiteY3" fmla="*/ 448089 h 2011236"/>
                <a:gd name="connsiteX4" fmla="*/ 346424 w 389425"/>
                <a:gd name="connsiteY4" fmla="*/ 789941 h 2011236"/>
                <a:gd name="connsiteX5" fmla="*/ 372237 w 389425"/>
                <a:gd name="connsiteY5" fmla="*/ 942151 h 2011236"/>
                <a:gd name="connsiteX6" fmla="*/ 386620 w 389425"/>
                <a:gd name="connsiteY6" fmla="*/ 1272478 h 2011236"/>
                <a:gd name="connsiteX7" fmla="*/ 280416 w 389425"/>
                <a:gd name="connsiteY7" fmla="*/ 1660241 h 2011236"/>
                <a:gd name="connsiteX8" fmla="*/ 151257 w 389425"/>
                <a:gd name="connsiteY8" fmla="*/ 1844073 h 2011236"/>
                <a:gd name="connsiteX9" fmla="*/ 1905 w 389425"/>
                <a:gd name="connsiteY9" fmla="*/ 2011237 h 201123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389425" h="2011236">
                  <a:moveTo>
                    <a:pt x="0" y="33"/>
                  </a:moveTo>
                  <a:cubicBezTo>
                    <a:pt x="57912" y="-824"/>
                    <a:pt x="136112" y="14892"/>
                    <a:pt x="171260" y="60326"/>
                  </a:cubicBezTo>
                  <a:cubicBezTo>
                    <a:pt x="205645" y="104903"/>
                    <a:pt x="207740" y="164244"/>
                    <a:pt x="211455" y="221204"/>
                  </a:cubicBezTo>
                  <a:cubicBezTo>
                    <a:pt x="216408" y="297594"/>
                    <a:pt x="225838" y="373604"/>
                    <a:pt x="243078" y="448089"/>
                  </a:cubicBezTo>
                  <a:cubicBezTo>
                    <a:pt x="269939" y="564199"/>
                    <a:pt x="319183" y="673927"/>
                    <a:pt x="346424" y="789941"/>
                  </a:cubicBezTo>
                  <a:cubicBezTo>
                    <a:pt x="358235" y="840043"/>
                    <a:pt x="365951" y="891097"/>
                    <a:pt x="372237" y="942151"/>
                  </a:cubicBezTo>
                  <a:cubicBezTo>
                    <a:pt x="385858" y="1051784"/>
                    <a:pt x="394049" y="1162274"/>
                    <a:pt x="386620" y="1272478"/>
                  </a:cubicBezTo>
                  <a:cubicBezTo>
                    <a:pt x="377476" y="1407828"/>
                    <a:pt x="344996" y="1541178"/>
                    <a:pt x="280416" y="1660241"/>
                  </a:cubicBezTo>
                  <a:cubicBezTo>
                    <a:pt x="244602" y="1726249"/>
                    <a:pt x="199358" y="1786352"/>
                    <a:pt x="151257" y="1844073"/>
                  </a:cubicBezTo>
                  <a:cubicBezTo>
                    <a:pt x="79534" y="1930084"/>
                    <a:pt x="89345" y="1941419"/>
                    <a:pt x="1905" y="2011237"/>
                  </a:cubicBezTo>
                </a:path>
              </a:pathLst>
            </a:custGeom>
            <a:noFill/>
            <a:ln w="9525" cap="rnd">
              <a:solidFill>
                <a:schemeClr val="accent2">
                  <a:alpha val="50000"/>
                </a:schemeClr>
              </a:solidFill>
              <a:prstDash val="lgDash"/>
              <a:round/>
            </a:ln>
          </p:spPr>
          <p:txBody>
            <a:bodyPr rtlCol="0" anchor="ctr"/>
            <a:lstStyle/>
            <a:p>
              <a:endParaRPr lang="en-US" dirty="0"/>
            </a:p>
          </p:txBody>
        </p:sp>
      </p:grpSp>
      <p:sp>
        <p:nvSpPr>
          <p:cNvPr id="2" name="Title 1">
            <a:extLst>
              <a:ext uri="{FF2B5EF4-FFF2-40B4-BE49-F238E27FC236}">
                <a16:creationId xmlns:a16="http://schemas.microsoft.com/office/drawing/2014/main" id="{41F0C95C-A663-E06C-999B-90C59FFED984}"/>
              </a:ext>
            </a:extLst>
          </p:cNvPr>
          <p:cNvSpPr>
            <a:spLocks noGrp="1"/>
          </p:cNvSpPr>
          <p:nvPr>
            <p:ph type="title"/>
          </p:nvPr>
        </p:nvSpPr>
        <p:spPr>
          <a:xfrm>
            <a:off x="996275" y="163350"/>
            <a:ext cx="5996619" cy="2065889"/>
          </a:xfrm>
        </p:spPr>
        <p:txBody>
          <a:bodyPr vert="horz" lIns="91440" tIns="45720" rIns="91440" bIns="45720" rtlCol="0" anchor="ctr">
            <a:normAutofit/>
          </a:bodyPr>
          <a:lstStyle/>
          <a:p>
            <a:r>
              <a:rPr lang="en-US" sz="5000" kern="1200" dirty="0">
                <a:solidFill>
                  <a:schemeClr val="tx2"/>
                </a:solidFill>
                <a:latin typeface="+mj-lt"/>
                <a:ea typeface="+mj-ea"/>
                <a:cs typeface="+mj-cs"/>
              </a:rPr>
              <a:t>What is Blockchain Sharding?</a:t>
            </a:r>
          </a:p>
        </p:txBody>
      </p:sp>
      <p:grpSp>
        <p:nvGrpSpPr>
          <p:cNvPr id="52" name="Cross">
            <a:extLst>
              <a:ext uri="{FF2B5EF4-FFF2-40B4-BE49-F238E27FC236}">
                <a16:creationId xmlns:a16="http://schemas.microsoft.com/office/drawing/2014/main" id="{4927067E-BE13-4DBB-AC1E-9847B890BC75}"/>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11945264" y="149792"/>
            <a:ext cx="118872" cy="118872"/>
            <a:chOff x="1175347" y="3733800"/>
            <a:chExt cx="118872" cy="118872"/>
          </a:xfrm>
        </p:grpSpPr>
        <p:cxnSp>
          <p:nvCxnSpPr>
            <p:cNvPr id="53" name="Straight Connector 52">
              <a:extLst>
                <a:ext uri="{FF2B5EF4-FFF2-40B4-BE49-F238E27FC236}">
                  <a16:creationId xmlns:a16="http://schemas.microsoft.com/office/drawing/2014/main" id="{B62F8BF3-36CC-4073-AE00-A422A57FDB97}"/>
                </a:ext>
                <a:ext uri="{C183D7F6-B498-43B3-948B-1728B52AA6E4}">
                  <adec:decorative xmlns:adec="http://schemas.microsoft.com/office/drawing/2017/decorative" val="1"/>
                </a:ext>
              </a:extLst>
            </p:cNvPr>
            <p:cNvCxnSpPr>
              <a:cxnSpLocks/>
            </p:cNvCxnSpPr>
            <p:nvPr>
              <p:extLst>
                <p:ext uri="{386F3935-93C4-4BCD-93E2-E3B085C9AB24}">
                  <p16:designElem xmlns:p16="http://schemas.microsoft.com/office/powerpoint/2015/main" val="1"/>
                </p:ext>
              </p:extLst>
            </p:nvPr>
          </p:nvCxnSpPr>
          <p:spPr>
            <a:xfrm>
              <a:off x="1234783" y="3733800"/>
              <a:ext cx="0" cy="118872"/>
            </a:xfrm>
            <a:prstGeom prst="line">
              <a:avLst/>
            </a:prstGeom>
            <a:ln w="12700">
              <a:solidFill>
                <a:schemeClr val="accent5"/>
              </a:solidFill>
            </a:ln>
          </p:spPr>
          <p:style>
            <a:lnRef idx="1">
              <a:schemeClr val="accent2"/>
            </a:lnRef>
            <a:fillRef idx="0">
              <a:schemeClr val="accent2"/>
            </a:fillRef>
            <a:effectRef idx="0">
              <a:schemeClr val="accent2"/>
            </a:effectRef>
            <a:fontRef idx="minor">
              <a:schemeClr val="tx1"/>
            </a:fontRef>
          </p:style>
        </p:cxnSp>
        <p:cxnSp>
          <p:nvCxnSpPr>
            <p:cNvPr id="54" name="Straight Connector 53">
              <a:extLst>
                <a:ext uri="{FF2B5EF4-FFF2-40B4-BE49-F238E27FC236}">
                  <a16:creationId xmlns:a16="http://schemas.microsoft.com/office/drawing/2014/main" id="{795C5F4E-7F61-464E-B716-44F5797553DD}"/>
                </a:ext>
                <a:ext uri="{C183D7F6-B498-43B3-948B-1728B52AA6E4}">
                  <adec:decorative xmlns:adec="http://schemas.microsoft.com/office/drawing/2017/decorative" val="1"/>
                </a:ext>
              </a:extLst>
            </p:cNvPr>
            <p:cNvCxnSpPr>
              <a:cxnSpLocks/>
            </p:cNvCxnSpPr>
            <p:nvPr>
              <p:extLst>
                <p:ext uri="{386F3935-93C4-4BCD-93E2-E3B085C9AB24}">
                  <p16:designElem xmlns:p16="http://schemas.microsoft.com/office/powerpoint/2015/main" val="1"/>
                </p:ext>
              </p:extLst>
            </p:nvPr>
          </p:nvCxnSpPr>
          <p:spPr>
            <a:xfrm>
              <a:off x="1175347" y="3793236"/>
              <a:ext cx="118872" cy="0"/>
            </a:xfrm>
            <a:prstGeom prst="line">
              <a:avLst/>
            </a:prstGeom>
            <a:ln w="12700">
              <a:solidFill>
                <a:schemeClr val="accent5"/>
              </a:solidFill>
            </a:ln>
          </p:spPr>
          <p:style>
            <a:lnRef idx="1">
              <a:schemeClr val="accent2"/>
            </a:lnRef>
            <a:fillRef idx="0">
              <a:schemeClr val="accent2"/>
            </a:fillRef>
            <a:effectRef idx="0">
              <a:schemeClr val="accent2"/>
            </a:effectRef>
            <a:fontRef idx="minor">
              <a:schemeClr val="tx1"/>
            </a:fontRef>
          </p:style>
        </p:cxnSp>
      </p:grpSp>
      <p:pic>
        <p:nvPicPr>
          <p:cNvPr id="7" name="Picture 6" descr="A diagram of a blockchain&#10;&#10;AI-generated content may be incorrect.">
            <a:extLst>
              <a:ext uri="{FF2B5EF4-FFF2-40B4-BE49-F238E27FC236}">
                <a16:creationId xmlns:a16="http://schemas.microsoft.com/office/drawing/2014/main" id="{A20D2F48-E051-C373-98CF-A40DC7EE2790}"/>
              </a:ext>
            </a:extLst>
          </p:cNvPr>
          <p:cNvPicPr>
            <a:picLocks noChangeAspect="1"/>
          </p:cNvPicPr>
          <p:nvPr/>
        </p:nvPicPr>
        <p:blipFill>
          <a:blip r:embed="rId2"/>
          <a:stretch>
            <a:fillRect/>
          </a:stretch>
        </p:blipFill>
        <p:spPr>
          <a:xfrm>
            <a:off x="6275036" y="2032177"/>
            <a:ext cx="5151489" cy="3876495"/>
          </a:xfrm>
          <a:prstGeom prst="rect">
            <a:avLst/>
          </a:prstGeom>
        </p:spPr>
      </p:pic>
      <p:pic>
        <p:nvPicPr>
          <p:cNvPr id="5" name="Picture 4" descr="A screenshot of a computer screen&#10;&#10;AI-generated content may be incorrect.">
            <a:extLst>
              <a:ext uri="{FF2B5EF4-FFF2-40B4-BE49-F238E27FC236}">
                <a16:creationId xmlns:a16="http://schemas.microsoft.com/office/drawing/2014/main" id="{E02D823A-6618-B91F-B6F9-A04D4E584F52}"/>
              </a:ext>
            </a:extLst>
          </p:cNvPr>
          <p:cNvPicPr>
            <a:picLocks noChangeAspect="1"/>
          </p:cNvPicPr>
          <p:nvPr/>
        </p:nvPicPr>
        <p:blipFill>
          <a:blip r:embed="rId3"/>
          <a:stretch>
            <a:fillRect/>
          </a:stretch>
        </p:blipFill>
        <p:spPr>
          <a:xfrm>
            <a:off x="681386" y="2514548"/>
            <a:ext cx="5151489" cy="3129529"/>
          </a:xfrm>
          <a:prstGeom prst="rect">
            <a:avLst/>
          </a:prstGeom>
        </p:spPr>
      </p:pic>
      <p:grpSp>
        <p:nvGrpSpPr>
          <p:cNvPr id="56" name="Bottom Right">
            <a:extLst>
              <a:ext uri="{FF2B5EF4-FFF2-40B4-BE49-F238E27FC236}">
                <a16:creationId xmlns:a16="http://schemas.microsoft.com/office/drawing/2014/main" id="{D11A5264-0A9F-46A0-B3ED-9B336D970666}"/>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7980400" y="3276601"/>
            <a:ext cx="4211600" cy="3581399"/>
            <a:chOff x="7980400" y="3276601"/>
            <a:chExt cx="4211600" cy="3581399"/>
          </a:xfrm>
        </p:grpSpPr>
        <p:grpSp>
          <p:nvGrpSpPr>
            <p:cNvPr id="57" name="Graphic 157">
              <a:extLst>
                <a:ext uri="{FF2B5EF4-FFF2-40B4-BE49-F238E27FC236}">
                  <a16:creationId xmlns:a16="http://schemas.microsoft.com/office/drawing/2014/main" id="{A1B8A55C-B130-4222-B98F-16CA78B9CF65}"/>
                </a:ext>
                <a:ext uri="{C183D7F6-B498-43B3-948B-1728B52AA6E4}">
                  <adec:decorative xmlns:adec="http://schemas.microsoft.com/office/drawing/2017/decorative" val="1"/>
                </a:ext>
              </a:extLst>
            </p:cNvPr>
            <p:cNvGrpSpPr/>
            <p:nvPr>
              <p:extLst>
                <p:ext uri="{386F3935-93C4-4BCD-93E2-E3B085C9AB24}">
                  <p16:designElem xmlns:p16="http://schemas.microsoft.com/office/powerpoint/2015/main" val="1"/>
                </p:ext>
              </p:extLst>
            </p:nvPr>
          </p:nvGrpSpPr>
          <p:grpSpPr>
            <a:xfrm>
              <a:off x="8662740" y="3276601"/>
              <a:ext cx="3529260" cy="3581398"/>
              <a:chOff x="4114800" y="1423987"/>
              <a:chExt cx="3961542" cy="4007547"/>
            </a:xfrm>
            <a:noFill/>
          </p:grpSpPr>
          <p:sp>
            <p:nvSpPr>
              <p:cNvPr id="59" name="Freeform: Shape 58">
                <a:extLst>
                  <a:ext uri="{FF2B5EF4-FFF2-40B4-BE49-F238E27FC236}">
                    <a16:creationId xmlns:a16="http://schemas.microsoft.com/office/drawing/2014/main" id="{82D40CFF-E2DF-48E0-8896-5166887A3CA2}"/>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4114800" y="1423987"/>
                <a:ext cx="3946874" cy="3989641"/>
              </a:xfrm>
              <a:custGeom>
                <a:avLst/>
                <a:gdLst>
                  <a:gd name="connsiteX0" fmla="*/ 0 w 3946874"/>
                  <a:gd name="connsiteY0" fmla="*/ 3989641 h 3989641"/>
                  <a:gd name="connsiteX1" fmla="*/ 79439 w 3946874"/>
                  <a:gd name="connsiteY1" fmla="*/ 3891153 h 3989641"/>
                  <a:gd name="connsiteX2" fmla="*/ 297371 w 3946874"/>
                  <a:gd name="connsiteY2" fmla="*/ 3626930 h 3989641"/>
                  <a:gd name="connsiteX3" fmla="*/ 454343 w 3946874"/>
                  <a:gd name="connsiteY3" fmla="*/ 3440335 h 3989641"/>
                  <a:gd name="connsiteX4" fmla="*/ 622363 w 3946874"/>
                  <a:gd name="connsiteY4" fmla="*/ 3290697 h 3989641"/>
                  <a:gd name="connsiteX5" fmla="*/ 927068 w 3946874"/>
                  <a:gd name="connsiteY5" fmla="*/ 3087434 h 3989641"/>
                  <a:gd name="connsiteX6" fmla="*/ 1176338 w 3946874"/>
                  <a:gd name="connsiteY6" fmla="*/ 2915603 h 3989641"/>
                  <a:gd name="connsiteX7" fmla="*/ 1394270 w 3946874"/>
                  <a:gd name="connsiteY7" fmla="*/ 2780729 h 3989641"/>
                  <a:gd name="connsiteX8" fmla="*/ 1601057 w 3946874"/>
                  <a:gd name="connsiteY8" fmla="*/ 2723483 h 3989641"/>
                  <a:gd name="connsiteX9" fmla="*/ 1756220 w 3946874"/>
                  <a:gd name="connsiteY9" fmla="*/ 2743772 h 3989641"/>
                  <a:gd name="connsiteX10" fmla="*/ 1889189 w 3946874"/>
                  <a:gd name="connsiteY10" fmla="*/ 2765965 h 3989641"/>
                  <a:gd name="connsiteX11" fmla="*/ 2007394 w 3946874"/>
                  <a:gd name="connsiteY11" fmla="*/ 2765965 h 3989641"/>
                  <a:gd name="connsiteX12" fmla="*/ 2184654 w 3946874"/>
                  <a:gd name="connsiteY12" fmla="*/ 2671763 h 3989641"/>
                  <a:gd name="connsiteX13" fmla="*/ 2372773 w 3946874"/>
                  <a:gd name="connsiteY13" fmla="*/ 2538984 h 3989641"/>
                  <a:gd name="connsiteX14" fmla="*/ 2439543 w 3946874"/>
                  <a:gd name="connsiteY14" fmla="*/ 2510504 h 3989641"/>
                  <a:gd name="connsiteX15" fmla="*/ 2650617 w 3946874"/>
                  <a:gd name="connsiteY15" fmla="*/ 2434781 h 3989641"/>
                  <a:gd name="connsiteX16" fmla="*/ 2785110 w 3946874"/>
                  <a:gd name="connsiteY16" fmla="*/ 2383060 h 3989641"/>
                  <a:gd name="connsiteX17" fmla="*/ 2897315 w 3946874"/>
                  <a:gd name="connsiteY17" fmla="*/ 2318861 h 3989641"/>
                  <a:gd name="connsiteX18" fmla="*/ 2997994 w 3946874"/>
                  <a:gd name="connsiteY18" fmla="*/ 2226183 h 3989641"/>
                  <a:gd name="connsiteX19" fmla="*/ 3061240 w 3946874"/>
                  <a:gd name="connsiteY19" fmla="*/ 2141506 h 3989641"/>
                  <a:gd name="connsiteX20" fmla="*/ 3152108 w 3946874"/>
                  <a:gd name="connsiteY20" fmla="*/ 2005203 h 3989641"/>
                  <a:gd name="connsiteX21" fmla="*/ 3274124 w 3946874"/>
                  <a:gd name="connsiteY21" fmla="*/ 1871567 h 3989641"/>
                  <a:gd name="connsiteX22" fmla="*/ 3388138 w 3946874"/>
                  <a:gd name="connsiteY22" fmla="*/ 1770888 h 3989641"/>
                  <a:gd name="connsiteX23" fmla="*/ 3466529 w 3946874"/>
                  <a:gd name="connsiteY23" fmla="*/ 1679162 h 3989641"/>
                  <a:gd name="connsiteX24" fmla="*/ 3538633 w 3946874"/>
                  <a:gd name="connsiteY24" fmla="*/ 1551718 h 3989641"/>
                  <a:gd name="connsiteX25" fmla="*/ 3588544 w 3946874"/>
                  <a:gd name="connsiteY25" fmla="*/ 1376172 h 3989641"/>
                  <a:gd name="connsiteX26" fmla="*/ 3597402 w 3946874"/>
                  <a:gd name="connsiteY26" fmla="*/ 1293305 h 3989641"/>
                  <a:gd name="connsiteX27" fmla="*/ 3721227 w 3946874"/>
                  <a:gd name="connsiteY27" fmla="*/ 880491 h 3989641"/>
                  <a:gd name="connsiteX28" fmla="*/ 3761137 w 3946874"/>
                  <a:gd name="connsiteY28" fmla="*/ 463677 h 3989641"/>
                  <a:gd name="connsiteX29" fmla="*/ 3946874 w 3946874"/>
                  <a:gd name="connsiteY29" fmla="*/ 0 h 398964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Lst>
                <a:rect l="l" t="t" r="r" b="b"/>
                <a:pathLst>
                  <a:path w="3946874" h="3989641">
                    <a:moveTo>
                      <a:pt x="0" y="3989641"/>
                    </a:moveTo>
                    <a:cubicBezTo>
                      <a:pt x="19050" y="3957257"/>
                      <a:pt x="50959" y="3916013"/>
                      <a:pt x="79439" y="3891153"/>
                    </a:cubicBezTo>
                    <a:cubicBezTo>
                      <a:pt x="165544" y="3815906"/>
                      <a:pt x="227933" y="3717989"/>
                      <a:pt x="297371" y="3626930"/>
                    </a:cubicBezTo>
                    <a:cubicBezTo>
                      <a:pt x="346615" y="3562255"/>
                      <a:pt x="398050" y="3499009"/>
                      <a:pt x="454343" y="3440335"/>
                    </a:cubicBezTo>
                    <a:cubicBezTo>
                      <a:pt x="506349" y="3386042"/>
                      <a:pt x="562642" y="3336227"/>
                      <a:pt x="622363" y="3290697"/>
                    </a:cubicBezTo>
                    <a:cubicBezTo>
                      <a:pt x="719519" y="3216688"/>
                      <a:pt x="824960" y="3154585"/>
                      <a:pt x="927068" y="3087434"/>
                    </a:cubicBezTo>
                    <a:cubicBezTo>
                      <a:pt x="1011365" y="3031998"/>
                      <a:pt x="1093565" y="2973324"/>
                      <a:pt x="1176338" y="2915603"/>
                    </a:cubicBezTo>
                    <a:cubicBezTo>
                      <a:pt x="1246537" y="2866644"/>
                      <a:pt x="1317308" y="2818066"/>
                      <a:pt x="1394270" y="2780729"/>
                    </a:cubicBezTo>
                    <a:cubicBezTo>
                      <a:pt x="1459421" y="2749106"/>
                      <a:pt x="1528763" y="2724436"/>
                      <a:pt x="1601057" y="2723483"/>
                    </a:cubicBezTo>
                    <a:cubicBezTo>
                      <a:pt x="1653350" y="2722721"/>
                      <a:pt x="1704785" y="2733485"/>
                      <a:pt x="1756220" y="2743772"/>
                    </a:cubicBezTo>
                    <a:cubicBezTo>
                      <a:pt x="1800320" y="2752630"/>
                      <a:pt x="1844612" y="2760250"/>
                      <a:pt x="1889189" y="2765965"/>
                    </a:cubicBezTo>
                    <a:cubicBezTo>
                      <a:pt x="1928622" y="2771013"/>
                      <a:pt x="1968437" y="2773299"/>
                      <a:pt x="2007394" y="2765965"/>
                    </a:cubicBezTo>
                    <a:cubicBezTo>
                      <a:pt x="2073878" y="2753487"/>
                      <a:pt x="2130647" y="2712911"/>
                      <a:pt x="2184654" y="2671763"/>
                    </a:cubicBezTo>
                    <a:cubicBezTo>
                      <a:pt x="2245900" y="2625090"/>
                      <a:pt x="2304002" y="2573465"/>
                      <a:pt x="2372773" y="2538984"/>
                    </a:cubicBezTo>
                    <a:cubicBezTo>
                      <a:pt x="2394395" y="2528126"/>
                      <a:pt x="2416874" y="2518982"/>
                      <a:pt x="2439543" y="2510504"/>
                    </a:cubicBezTo>
                    <a:cubicBezTo>
                      <a:pt x="2509552" y="2484215"/>
                      <a:pt x="2580037" y="2459450"/>
                      <a:pt x="2650617" y="2434781"/>
                    </a:cubicBezTo>
                    <a:cubicBezTo>
                      <a:pt x="2695956" y="2418874"/>
                      <a:pt x="2741295" y="2402872"/>
                      <a:pt x="2785110" y="2383060"/>
                    </a:cubicBezTo>
                    <a:cubicBezTo>
                      <a:pt x="2824448" y="2365248"/>
                      <a:pt x="2862358" y="2344198"/>
                      <a:pt x="2897315" y="2318861"/>
                    </a:cubicBezTo>
                    <a:cubicBezTo>
                      <a:pt x="2934367" y="2292096"/>
                      <a:pt x="2968085" y="2260854"/>
                      <a:pt x="2997994" y="2226183"/>
                    </a:cubicBezTo>
                    <a:cubicBezTo>
                      <a:pt x="3020949" y="2199513"/>
                      <a:pt x="3041714" y="2170938"/>
                      <a:pt x="3061240" y="2141506"/>
                    </a:cubicBezTo>
                    <a:cubicBezTo>
                      <a:pt x="3091529" y="2095976"/>
                      <a:pt x="3119533" y="2049018"/>
                      <a:pt x="3152108" y="2005203"/>
                    </a:cubicBezTo>
                    <a:cubicBezTo>
                      <a:pt x="3188113" y="1956626"/>
                      <a:pt x="3229261" y="1912144"/>
                      <a:pt x="3274124" y="1871567"/>
                    </a:cubicBezTo>
                    <a:cubicBezTo>
                      <a:pt x="3311747" y="1837563"/>
                      <a:pt x="3351848" y="1806321"/>
                      <a:pt x="3388138" y="1770888"/>
                    </a:cubicBezTo>
                    <a:cubicBezTo>
                      <a:pt x="3416999" y="1742694"/>
                      <a:pt x="3443002" y="1711833"/>
                      <a:pt x="3466529" y="1679162"/>
                    </a:cubicBezTo>
                    <a:cubicBezTo>
                      <a:pt x="3495008" y="1639348"/>
                      <a:pt x="3519392" y="1596771"/>
                      <a:pt x="3538633" y="1551718"/>
                    </a:cubicBezTo>
                    <a:cubicBezTo>
                      <a:pt x="3562731" y="1495616"/>
                      <a:pt x="3578924" y="1436465"/>
                      <a:pt x="3588544" y="1376172"/>
                    </a:cubicBezTo>
                    <a:cubicBezTo>
                      <a:pt x="3592925" y="1348740"/>
                      <a:pt x="3595688" y="1321022"/>
                      <a:pt x="3597402" y="1293305"/>
                    </a:cubicBezTo>
                    <a:cubicBezTo>
                      <a:pt x="3605974" y="1155859"/>
                      <a:pt x="3717703" y="1018127"/>
                      <a:pt x="3721227" y="880491"/>
                    </a:cubicBezTo>
                    <a:cubicBezTo>
                      <a:pt x="3724751" y="740855"/>
                      <a:pt x="3743135" y="602171"/>
                      <a:pt x="3761137" y="463677"/>
                    </a:cubicBezTo>
                    <a:cubicBezTo>
                      <a:pt x="3776186" y="347758"/>
                      <a:pt x="3934968" y="116205"/>
                      <a:pt x="3946874" y="0"/>
                    </a:cubicBezTo>
                  </a:path>
                </a:pathLst>
              </a:custGeom>
              <a:noFill/>
              <a:ln w="9525" cap="rnd">
                <a:solidFill>
                  <a:schemeClr val="accent2">
                    <a:alpha val="35000"/>
                  </a:schemeClr>
                </a:solidFill>
                <a:prstDash val="lgDash"/>
                <a:round/>
              </a:ln>
            </p:spPr>
            <p:txBody>
              <a:bodyPr rtlCol="0" anchor="ctr"/>
              <a:lstStyle/>
              <a:p>
                <a:endParaRPr lang="en-US"/>
              </a:p>
            </p:txBody>
          </p:sp>
          <p:sp>
            <p:nvSpPr>
              <p:cNvPr id="60" name="Freeform: Shape 59">
                <a:extLst>
                  <a:ext uri="{FF2B5EF4-FFF2-40B4-BE49-F238E27FC236}">
                    <a16:creationId xmlns:a16="http://schemas.microsoft.com/office/drawing/2014/main" id="{37A4DB32-F7AD-42D8-A125-6CFB9B252BEF}"/>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4395978" y="2441733"/>
                <a:ext cx="3665410" cy="2985611"/>
              </a:xfrm>
              <a:custGeom>
                <a:avLst/>
                <a:gdLst>
                  <a:gd name="connsiteX0" fmla="*/ 0 w 3665410"/>
                  <a:gd name="connsiteY0" fmla="*/ 2985611 h 2985611"/>
                  <a:gd name="connsiteX1" fmla="*/ 166211 w 3665410"/>
                  <a:gd name="connsiteY1" fmla="*/ 2699766 h 2985611"/>
                  <a:gd name="connsiteX2" fmla="*/ 397002 w 3665410"/>
                  <a:gd name="connsiteY2" fmla="*/ 2414969 h 2985611"/>
                  <a:gd name="connsiteX3" fmla="*/ 620173 w 3665410"/>
                  <a:gd name="connsiteY3" fmla="*/ 2237899 h 2985611"/>
                  <a:gd name="connsiteX4" fmla="*/ 823341 w 3665410"/>
                  <a:gd name="connsiteY4" fmla="*/ 2085499 h 2985611"/>
                  <a:gd name="connsiteX5" fmla="*/ 1089565 w 3665410"/>
                  <a:gd name="connsiteY5" fmla="*/ 1911477 h 2985611"/>
                  <a:gd name="connsiteX6" fmla="*/ 1145000 w 3665410"/>
                  <a:gd name="connsiteY6" fmla="*/ 1886807 h 2985611"/>
                  <a:gd name="connsiteX7" fmla="*/ 1375791 w 3665410"/>
                  <a:gd name="connsiteY7" fmla="*/ 1842135 h 2985611"/>
                  <a:gd name="connsiteX8" fmla="*/ 1486567 w 3665410"/>
                  <a:gd name="connsiteY8" fmla="*/ 1857566 h 2985611"/>
                  <a:gd name="connsiteX9" fmla="*/ 1568101 w 3665410"/>
                  <a:gd name="connsiteY9" fmla="*/ 1871377 h 2985611"/>
                  <a:gd name="connsiteX10" fmla="*/ 1810607 w 3665410"/>
                  <a:gd name="connsiteY10" fmla="*/ 1871377 h 2985611"/>
                  <a:gd name="connsiteX11" fmla="*/ 1997964 w 3665410"/>
                  <a:gd name="connsiteY11" fmla="*/ 1790605 h 2985611"/>
                  <a:gd name="connsiteX12" fmla="*/ 2109883 w 3665410"/>
                  <a:gd name="connsiteY12" fmla="*/ 1702784 h 2985611"/>
                  <a:gd name="connsiteX13" fmla="*/ 2321433 w 3665410"/>
                  <a:gd name="connsiteY13" fmla="*/ 1552384 h 2985611"/>
                  <a:gd name="connsiteX14" fmla="*/ 2558891 w 3665410"/>
                  <a:gd name="connsiteY14" fmla="*/ 1453420 h 2985611"/>
                  <a:gd name="connsiteX15" fmla="*/ 2709767 w 3665410"/>
                  <a:gd name="connsiteY15" fmla="*/ 1377887 h 2985611"/>
                  <a:gd name="connsiteX16" fmla="*/ 2885408 w 3665410"/>
                  <a:gd name="connsiteY16" fmla="*/ 1237393 h 2985611"/>
                  <a:gd name="connsiteX17" fmla="*/ 3017711 w 3665410"/>
                  <a:gd name="connsiteY17" fmla="*/ 1072229 h 2985611"/>
                  <a:gd name="connsiteX18" fmla="*/ 3150680 w 3665410"/>
                  <a:gd name="connsiteY18" fmla="*/ 921830 h 2985611"/>
                  <a:gd name="connsiteX19" fmla="*/ 3255169 w 3665410"/>
                  <a:gd name="connsiteY19" fmla="*/ 801815 h 2985611"/>
                  <a:gd name="connsiteX20" fmla="*/ 3339275 w 3665410"/>
                  <a:gd name="connsiteY20" fmla="*/ 694182 h 2985611"/>
                  <a:gd name="connsiteX21" fmla="*/ 3409188 w 3665410"/>
                  <a:gd name="connsiteY21" fmla="*/ 546926 h 2985611"/>
                  <a:gd name="connsiteX22" fmla="*/ 3464243 w 3665410"/>
                  <a:gd name="connsiteY22" fmla="*/ 347663 h 2985611"/>
                  <a:gd name="connsiteX23" fmla="*/ 3665411 w 3665410"/>
                  <a:gd name="connsiteY23" fmla="*/ 0 h 298561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Lst>
                <a:rect l="l" t="t" r="r" b="b"/>
                <a:pathLst>
                  <a:path w="3665410" h="2985611">
                    <a:moveTo>
                      <a:pt x="0" y="2985611"/>
                    </a:moveTo>
                    <a:cubicBezTo>
                      <a:pt x="0" y="2985611"/>
                      <a:pt x="86773" y="2802827"/>
                      <a:pt x="166211" y="2699766"/>
                    </a:cubicBezTo>
                    <a:cubicBezTo>
                      <a:pt x="240983" y="2602706"/>
                      <a:pt x="309182" y="2500122"/>
                      <a:pt x="397002" y="2414969"/>
                    </a:cubicBezTo>
                    <a:cubicBezTo>
                      <a:pt x="465296" y="2348865"/>
                      <a:pt x="543592" y="2294477"/>
                      <a:pt x="620173" y="2237899"/>
                    </a:cubicBezTo>
                    <a:cubicBezTo>
                      <a:pt x="688277" y="2187607"/>
                      <a:pt x="755333" y="2135886"/>
                      <a:pt x="823341" y="2085499"/>
                    </a:cubicBezTo>
                    <a:cubicBezTo>
                      <a:pt x="908685" y="2022253"/>
                      <a:pt x="994791" y="1959197"/>
                      <a:pt x="1089565" y="1911477"/>
                    </a:cubicBezTo>
                    <a:cubicBezTo>
                      <a:pt x="1107662" y="1902428"/>
                      <a:pt x="1126141" y="1894141"/>
                      <a:pt x="1145000" y="1886807"/>
                    </a:cubicBezTo>
                    <a:cubicBezTo>
                      <a:pt x="1218819" y="1858232"/>
                      <a:pt x="1296924" y="1838611"/>
                      <a:pt x="1375791" y="1842135"/>
                    </a:cubicBezTo>
                    <a:cubicBezTo>
                      <a:pt x="1413129" y="1843754"/>
                      <a:pt x="1449896" y="1850422"/>
                      <a:pt x="1486567" y="1857566"/>
                    </a:cubicBezTo>
                    <a:cubicBezTo>
                      <a:pt x="1513618" y="1862804"/>
                      <a:pt x="1540859" y="1867376"/>
                      <a:pt x="1568101" y="1871377"/>
                    </a:cubicBezTo>
                    <a:cubicBezTo>
                      <a:pt x="1648778" y="1883188"/>
                      <a:pt x="1730978" y="1887665"/>
                      <a:pt x="1810607" y="1871377"/>
                    </a:cubicBezTo>
                    <a:cubicBezTo>
                      <a:pt x="1877854" y="1857661"/>
                      <a:pt x="1941100" y="1829086"/>
                      <a:pt x="1997964" y="1790605"/>
                    </a:cubicBezTo>
                    <a:cubicBezTo>
                      <a:pt x="2037302" y="1764030"/>
                      <a:pt x="2073497" y="1733264"/>
                      <a:pt x="2109883" y="1702784"/>
                    </a:cubicBezTo>
                    <a:cubicBezTo>
                      <a:pt x="2176367" y="1647063"/>
                      <a:pt x="2244852" y="1593151"/>
                      <a:pt x="2321433" y="1552384"/>
                    </a:cubicBezTo>
                    <a:cubicBezTo>
                      <a:pt x="2397157" y="1512094"/>
                      <a:pt x="2479548" y="1486281"/>
                      <a:pt x="2558891" y="1453420"/>
                    </a:cubicBezTo>
                    <a:cubicBezTo>
                      <a:pt x="2610898" y="1431798"/>
                      <a:pt x="2661571" y="1407033"/>
                      <a:pt x="2709767" y="1377887"/>
                    </a:cubicBezTo>
                    <a:cubicBezTo>
                      <a:pt x="2774252" y="1338929"/>
                      <a:pt x="2834069" y="1292447"/>
                      <a:pt x="2885408" y="1237393"/>
                    </a:cubicBezTo>
                    <a:cubicBezTo>
                      <a:pt x="2933605" y="1185767"/>
                      <a:pt x="2973324" y="1127093"/>
                      <a:pt x="3017711" y="1072229"/>
                    </a:cubicBezTo>
                    <a:cubicBezTo>
                      <a:pt x="3059811" y="1020223"/>
                      <a:pt x="3105912" y="971645"/>
                      <a:pt x="3150680" y="921830"/>
                    </a:cubicBezTo>
                    <a:cubicBezTo>
                      <a:pt x="3186113" y="882396"/>
                      <a:pt x="3220593" y="842010"/>
                      <a:pt x="3255169" y="801815"/>
                    </a:cubicBezTo>
                    <a:cubicBezTo>
                      <a:pt x="3284887" y="767239"/>
                      <a:pt x="3314605" y="732473"/>
                      <a:pt x="3339275" y="694182"/>
                    </a:cubicBezTo>
                    <a:cubicBezTo>
                      <a:pt x="3368707" y="648367"/>
                      <a:pt x="3390138" y="597980"/>
                      <a:pt x="3409188" y="546926"/>
                    </a:cubicBezTo>
                    <a:cubicBezTo>
                      <a:pt x="3433382" y="482156"/>
                      <a:pt x="3453384" y="415861"/>
                      <a:pt x="3464243" y="347663"/>
                    </a:cubicBezTo>
                    <a:cubicBezTo>
                      <a:pt x="3476244" y="272224"/>
                      <a:pt x="3661696" y="76295"/>
                      <a:pt x="3665411" y="0"/>
                    </a:cubicBezTo>
                  </a:path>
                </a:pathLst>
              </a:custGeom>
              <a:noFill/>
              <a:ln w="9525" cap="rnd">
                <a:solidFill>
                  <a:schemeClr val="accent2">
                    <a:alpha val="35000"/>
                  </a:schemeClr>
                </a:solidFill>
                <a:prstDash val="lgDash"/>
                <a:round/>
              </a:ln>
            </p:spPr>
            <p:txBody>
              <a:bodyPr rtlCol="0" anchor="ctr"/>
              <a:lstStyle/>
              <a:p>
                <a:endParaRPr lang="en-US"/>
              </a:p>
            </p:txBody>
          </p:sp>
          <p:sp>
            <p:nvSpPr>
              <p:cNvPr id="61" name="Freeform: Shape 60">
                <a:extLst>
                  <a:ext uri="{FF2B5EF4-FFF2-40B4-BE49-F238E27FC236}">
                    <a16:creationId xmlns:a16="http://schemas.microsoft.com/office/drawing/2014/main" id="{76CA230A-C491-40F1-B028-898C23C8D266}"/>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7790402" y="5229700"/>
                <a:ext cx="285940" cy="199072"/>
              </a:xfrm>
              <a:custGeom>
                <a:avLst/>
                <a:gdLst>
                  <a:gd name="connsiteX0" fmla="*/ 0 w 285940"/>
                  <a:gd name="connsiteY0" fmla="*/ 199073 h 199072"/>
                  <a:gd name="connsiteX1" fmla="*/ 285940 w 285940"/>
                  <a:gd name="connsiteY1" fmla="*/ 0 h 199072"/>
                </a:gdLst>
                <a:ahLst/>
                <a:cxnLst>
                  <a:cxn ang="0">
                    <a:pos x="connsiteX0" y="connsiteY0"/>
                  </a:cxn>
                  <a:cxn ang="0">
                    <a:pos x="connsiteX1" y="connsiteY1"/>
                  </a:cxn>
                </a:cxnLst>
                <a:rect l="l" t="t" r="r" b="b"/>
                <a:pathLst>
                  <a:path w="285940" h="199072">
                    <a:moveTo>
                      <a:pt x="0" y="199073"/>
                    </a:moveTo>
                    <a:cubicBezTo>
                      <a:pt x="0" y="199073"/>
                      <a:pt x="242125" y="39243"/>
                      <a:pt x="285940" y="0"/>
                    </a:cubicBezTo>
                  </a:path>
                </a:pathLst>
              </a:custGeom>
              <a:noFill/>
              <a:ln w="9525" cap="rnd">
                <a:solidFill>
                  <a:schemeClr val="accent2">
                    <a:alpha val="35000"/>
                  </a:schemeClr>
                </a:solidFill>
                <a:prstDash val="lgDash"/>
                <a:round/>
              </a:ln>
            </p:spPr>
            <p:txBody>
              <a:bodyPr rtlCol="0" anchor="ctr"/>
              <a:lstStyle/>
              <a:p>
                <a:endParaRPr lang="en-US"/>
              </a:p>
            </p:txBody>
          </p:sp>
          <p:sp>
            <p:nvSpPr>
              <p:cNvPr id="62" name="Freeform: Shape 61">
                <a:extLst>
                  <a:ext uri="{FF2B5EF4-FFF2-40B4-BE49-F238E27FC236}">
                    <a16:creationId xmlns:a16="http://schemas.microsoft.com/office/drawing/2014/main" id="{E27DB684-4D1D-4152-8ECC-62EC93D71DCD}"/>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7393114" y="5049773"/>
                <a:ext cx="655796" cy="381190"/>
              </a:xfrm>
              <a:custGeom>
                <a:avLst/>
                <a:gdLst>
                  <a:gd name="connsiteX0" fmla="*/ 0 w 655796"/>
                  <a:gd name="connsiteY0" fmla="*/ 381190 h 381190"/>
                  <a:gd name="connsiteX1" fmla="*/ 655796 w 655796"/>
                  <a:gd name="connsiteY1" fmla="*/ 0 h 381190"/>
                </a:gdLst>
                <a:ahLst/>
                <a:cxnLst>
                  <a:cxn ang="0">
                    <a:pos x="connsiteX0" y="connsiteY0"/>
                  </a:cxn>
                  <a:cxn ang="0">
                    <a:pos x="connsiteX1" y="connsiteY1"/>
                  </a:cxn>
                </a:cxnLst>
                <a:rect l="l" t="t" r="r" b="b"/>
                <a:pathLst>
                  <a:path w="655796" h="381190">
                    <a:moveTo>
                      <a:pt x="0" y="381190"/>
                    </a:moveTo>
                    <a:cubicBezTo>
                      <a:pt x="0" y="381190"/>
                      <a:pt x="461105" y="172117"/>
                      <a:pt x="655796" y="0"/>
                    </a:cubicBezTo>
                  </a:path>
                </a:pathLst>
              </a:custGeom>
              <a:noFill/>
              <a:ln w="9525" cap="rnd">
                <a:solidFill>
                  <a:schemeClr val="accent2">
                    <a:alpha val="35000"/>
                  </a:schemeClr>
                </a:solidFill>
                <a:prstDash val="lgDash"/>
                <a:round/>
              </a:ln>
            </p:spPr>
            <p:txBody>
              <a:bodyPr rtlCol="0" anchor="ctr"/>
              <a:lstStyle/>
              <a:p>
                <a:endParaRPr lang="en-US"/>
              </a:p>
            </p:txBody>
          </p:sp>
          <p:sp>
            <p:nvSpPr>
              <p:cNvPr id="63" name="Freeform: Shape 62">
                <a:extLst>
                  <a:ext uri="{FF2B5EF4-FFF2-40B4-BE49-F238E27FC236}">
                    <a16:creationId xmlns:a16="http://schemas.microsoft.com/office/drawing/2014/main" id="{70AD88BE-AE84-4CD6-A22A-26C3D9BD20FE}"/>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154072" y="3867816"/>
                <a:ext cx="2907315" cy="1544764"/>
              </a:xfrm>
              <a:custGeom>
                <a:avLst/>
                <a:gdLst>
                  <a:gd name="connsiteX0" fmla="*/ 0 w 2907315"/>
                  <a:gd name="connsiteY0" fmla="*/ 1544764 h 1544764"/>
                  <a:gd name="connsiteX1" fmla="*/ 201644 w 2907315"/>
                  <a:gd name="connsiteY1" fmla="*/ 1352550 h 1544764"/>
                  <a:gd name="connsiteX2" fmla="*/ 423196 w 2907315"/>
                  <a:gd name="connsiteY2" fmla="*/ 1196054 h 1544764"/>
                  <a:gd name="connsiteX3" fmla="*/ 782193 w 2907315"/>
                  <a:gd name="connsiteY3" fmla="*/ 1099947 h 1544764"/>
                  <a:gd name="connsiteX4" fmla="*/ 1052513 w 2907315"/>
                  <a:gd name="connsiteY4" fmla="*/ 1042321 h 1544764"/>
                  <a:gd name="connsiteX5" fmla="*/ 1311783 w 2907315"/>
                  <a:gd name="connsiteY5" fmla="*/ 1056037 h 1544764"/>
                  <a:gd name="connsiteX6" fmla="*/ 1484662 w 2907315"/>
                  <a:gd name="connsiteY6" fmla="*/ 1083469 h 1544764"/>
                  <a:gd name="connsiteX7" fmla="*/ 1788224 w 2907315"/>
                  <a:gd name="connsiteY7" fmla="*/ 1023080 h 1544764"/>
                  <a:gd name="connsiteX8" fmla="*/ 2269045 w 2907315"/>
                  <a:gd name="connsiteY8" fmla="*/ 734758 h 1544764"/>
                  <a:gd name="connsiteX9" fmla="*/ 2534984 w 2907315"/>
                  <a:gd name="connsiteY9" fmla="*/ 572738 h 1544764"/>
                  <a:gd name="connsiteX10" fmla="*/ 2907316 w 2907315"/>
                  <a:gd name="connsiteY10" fmla="*/ 0 h 154476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2907315" h="1544764">
                    <a:moveTo>
                      <a:pt x="0" y="1544764"/>
                    </a:moveTo>
                    <a:cubicBezTo>
                      <a:pt x="0" y="1544764"/>
                      <a:pt x="98012" y="1443990"/>
                      <a:pt x="201644" y="1352550"/>
                    </a:cubicBezTo>
                    <a:cubicBezTo>
                      <a:pt x="271272" y="1291209"/>
                      <a:pt x="343662" y="1234249"/>
                      <a:pt x="423196" y="1196054"/>
                    </a:cubicBezTo>
                    <a:cubicBezTo>
                      <a:pt x="537591" y="1141095"/>
                      <a:pt x="661226" y="1127189"/>
                      <a:pt x="782193" y="1099947"/>
                    </a:cubicBezTo>
                    <a:cubicBezTo>
                      <a:pt x="872300" y="1079659"/>
                      <a:pt x="961358" y="1051370"/>
                      <a:pt x="1052513" y="1042321"/>
                    </a:cubicBezTo>
                    <a:cubicBezTo>
                      <a:pt x="1139000" y="1033653"/>
                      <a:pt x="1225868" y="1040321"/>
                      <a:pt x="1311783" y="1056037"/>
                    </a:cubicBezTo>
                    <a:cubicBezTo>
                      <a:pt x="1369314" y="1066609"/>
                      <a:pt x="1426559" y="1079373"/>
                      <a:pt x="1484662" y="1083469"/>
                    </a:cubicBezTo>
                    <a:cubicBezTo>
                      <a:pt x="1587913" y="1090803"/>
                      <a:pt x="1690402" y="1064800"/>
                      <a:pt x="1788224" y="1023080"/>
                    </a:cubicBezTo>
                    <a:cubicBezTo>
                      <a:pt x="1956721" y="951262"/>
                      <a:pt x="2106549" y="825722"/>
                      <a:pt x="2269045" y="734758"/>
                    </a:cubicBezTo>
                    <a:cubicBezTo>
                      <a:pt x="2359438" y="684181"/>
                      <a:pt x="2452497" y="640556"/>
                      <a:pt x="2534984" y="572738"/>
                    </a:cubicBezTo>
                    <a:cubicBezTo>
                      <a:pt x="2673001" y="459391"/>
                      <a:pt x="2847023" y="191453"/>
                      <a:pt x="2907316" y="0"/>
                    </a:cubicBezTo>
                  </a:path>
                </a:pathLst>
              </a:custGeom>
              <a:noFill/>
              <a:ln w="9525" cap="rnd">
                <a:solidFill>
                  <a:schemeClr val="accent2">
                    <a:alpha val="35000"/>
                  </a:schemeClr>
                </a:solidFill>
                <a:prstDash val="lgDash"/>
                <a:round/>
              </a:ln>
            </p:spPr>
            <p:txBody>
              <a:bodyPr rtlCol="0" anchor="ctr"/>
              <a:lstStyle/>
              <a:p>
                <a:endParaRPr lang="en-US"/>
              </a:p>
            </p:txBody>
          </p:sp>
          <p:sp>
            <p:nvSpPr>
              <p:cNvPr id="64" name="Freeform: Shape 63">
                <a:extLst>
                  <a:ext uri="{FF2B5EF4-FFF2-40B4-BE49-F238E27FC236}">
                    <a16:creationId xmlns:a16="http://schemas.microsoft.com/office/drawing/2014/main" id="{FC9DC46C-EF52-4B9D-98C0-6225FB9D5F89}"/>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4907946" y="3479100"/>
                <a:ext cx="3168300" cy="1952434"/>
              </a:xfrm>
              <a:custGeom>
                <a:avLst/>
                <a:gdLst>
                  <a:gd name="connsiteX0" fmla="*/ 0 w 3168300"/>
                  <a:gd name="connsiteY0" fmla="*/ 1952435 h 1952434"/>
                  <a:gd name="connsiteX1" fmla="*/ 202121 w 3168300"/>
                  <a:gd name="connsiteY1" fmla="*/ 1687068 h 1952434"/>
                  <a:gd name="connsiteX2" fmla="*/ 545116 w 3168300"/>
                  <a:gd name="connsiteY2" fmla="*/ 1450277 h 1952434"/>
                  <a:gd name="connsiteX3" fmla="*/ 906780 w 3168300"/>
                  <a:gd name="connsiteY3" fmla="*/ 1354455 h 1952434"/>
                  <a:gd name="connsiteX4" fmla="*/ 1332262 w 3168300"/>
                  <a:gd name="connsiteY4" fmla="*/ 1285304 h 1952434"/>
                  <a:gd name="connsiteX5" fmla="*/ 1691259 w 3168300"/>
                  <a:gd name="connsiteY5" fmla="*/ 1240060 h 1952434"/>
                  <a:gd name="connsiteX6" fmla="*/ 2010346 w 3168300"/>
                  <a:gd name="connsiteY6" fmla="*/ 1141667 h 1952434"/>
                  <a:gd name="connsiteX7" fmla="*/ 2393252 w 3168300"/>
                  <a:gd name="connsiteY7" fmla="*/ 1027271 h 1952434"/>
                  <a:gd name="connsiteX8" fmla="*/ 2582037 w 3168300"/>
                  <a:gd name="connsiteY8" fmla="*/ 958120 h 1952434"/>
                  <a:gd name="connsiteX9" fmla="*/ 2760155 w 3168300"/>
                  <a:gd name="connsiteY9" fmla="*/ 827723 h 1952434"/>
                  <a:gd name="connsiteX10" fmla="*/ 2914364 w 3168300"/>
                  <a:gd name="connsiteY10" fmla="*/ 567023 h 1952434"/>
                  <a:gd name="connsiteX11" fmla="*/ 3168301 w 3168300"/>
                  <a:gd name="connsiteY11" fmla="*/ 0 h 195243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3168300" h="1952434">
                    <a:moveTo>
                      <a:pt x="0" y="1952435"/>
                    </a:moveTo>
                    <a:cubicBezTo>
                      <a:pt x="0" y="1952435"/>
                      <a:pt x="91059" y="1796415"/>
                      <a:pt x="202121" y="1687068"/>
                    </a:cubicBezTo>
                    <a:cubicBezTo>
                      <a:pt x="301943" y="1588675"/>
                      <a:pt x="416528" y="1505617"/>
                      <a:pt x="545116" y="1450277"/>
                    </a:cubicBezTo>
                    <a:cubicBezTo>
                      <a:pt x="659987" y="1400747"/>
                      <a:pt x="783622" y="1377601"/>
                      <a:pt x="906780" y="1354455"/>
                    </a:cubicBezTo>
                    <a:cubicBezTo>
                      <a:pt x="1048036" y="1327976"/>
                      <a:pt x="1189482" y="1301972"/>
                      <a:pt x="1332262" y="1285304"/>
                    </a:cubicBezTo>
                    <a:cubicBezTo>
                      <a:pt x="1452182" y="1271302"/>
                      <a:pt x="1573340" y="1265873"/>
                      <a:pt x="1691259" y="1240060"/>
                    </a:cubicBezTo>
                    <a:cubicBezTo>
                      <a:pt x="1800035" y="1216247"/>
                      <a:pt x="1904619" y="1176718"/>
                      <a:pt x="2010346" y="1141667"/>
                    </a:cubicBezTo>
                    <a:cubicBezTo>
                      <a:pt x="2136743" y="1099661"/>
                      <a:pt x="2265902" y="1066229"/>
                      <a:pt x="2393252" y="1027271"/>
                    </a:cubicBezTo>
                    <a:cubicBezTo>
                      <a:pt x="2457450" y="1007650"/>
                      <a:pt x="2521744" y="987552"/>
                      <a:pt x="2582037" y="958120"/>
                    </a:cubicBezTo>
                    <a:cubicBezTo>
                      <a:pt x="2648807" y="925449"/>
                      <a:pt x="2710815" y="883349"/>
                      <a:pt x="2760155" y="827723"/>
                    </a:cubicBezTo>
                    <a:cubicBezTo>
                      <a:pt x="2827496" y="751904"/>
                      <a:pt x="2867978" y="657511"/>
                      <a:pt x="2914364" y="567023"/>
                    </a:cubicBezTo>
                    <a:cubicBezTo>
                      <a:pt x="2972753" y="453200"/>
                      <a:pt x="3119152" y="118015"/>
                      <a:pt x="3168301" y="0"/>
                    </a:cubicBezTo>
                  </a:path>
                </a:pathLst>
              </a:custGeom>
              <a:noFill/>
              <a:ln w="9525" cap="rnd">
                <a:solidFill>
                  <a:schemeClr val="accent2">
                    <a:alpha val="35000"/>
                  </a:schemeClr>
                </a:solidFill>
                <a:prstDash val="lgDash"/>
                <a:round/>
              </a:ln>
            </p:spPr>
            <p:txBody>
              <a:bodyPr rtlCol="0" anchor="ctr"/>
              <a:lstStyle/>
              <a:p>
                <a:endParaRPr lang="en-US"/>
              </a:p>
            </p:txBody>
          </p:sp>
          <p:sp>
            <p:nvSpPr>
              <p:cNvPr id="65" name="Freeform: Shape 64">
                <a:extLst>
                  <a:ext uri="{FF2B5EF4-FFF2-40B4-BE49-F238E27FC236}">
                    <a16:creationId xmlns:a16="http://schemas.microsoft.com/office/drawing/2014/main" id="{AC279F2D-8036-4201-8D63-8BE961F092A8}"/>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4704778" y="2976752"/>
                <a:ext cx="3356800" cy="2452020"/>
              </a:xfrm>
              <a:custGeom>
                <a:avLst/>
                <a:gdLst>
                  <a:gd name="connsiteX0" fmla="*/ 0 w 3356800"/>
                  <a:gd name="connsiteY0" fmla="*/ 2452021 h 2452020"/>
                  <a:gd name="connsiteX1" fmla="*/ 130874 w 3356800"/>
                  <a:gd name="connsiteY1" fmla="*/ 2247710 h 2452020"/>
                  <a:gd name="connsiteX2" fmla="*/ 437197 w 3356800"/>
                  <a:gd name="connsiteY2" fmla="*/ 1941195 h 2452020"/>
                  <a:gd name="connsiteX3" fmla="*/ 737140 w 3356800"/>
                  <a:gd name="connsiteY3" fmla="*/ 1736884 h 2452020"/>
                  <a:gd name="connsiteX4" fmla="*/ 1031843 w 3356800"/>
                  <a:gd name="connsiteY4" fmla="*/ 1685068 h 2452020"/>
                  <a:gd name="connsiteX5" fmla="*/ 1287304 w 3356800"/>
                  <a:gd name="connsiteY5" fmla="*/ 1655826 h 2452020"/>
                  <a:gd name="connsiteX6" fmla="*/ 1471994 w 3356800"/>
                  <a:gd name="connsiteY6" fmla="*/ 1634300 h 2452020"/>
                  <a:gd name="connsiteX7" fmla="*/ 1898237 w 3356800"/>
                  <a:gd name="connsiteY7" fmla="*/ 1512665 h 2452020"/>
                  <a:gd name="connsiteX8" fmla="*/ 2229136 w 3356800"/>
                  <a:gd name="connsiteY8" fmla="*/ 1355598 h 2452020"/>
                  <a:gd name="connsiteX9" fmla="*/ 2512314 w 3356800"/>
                  <a:gd name="connsiteY9" fmla="*/ 1238631 h 2452020"/>
                  <a:gd name="connsiteX10" fmla="*/ 2758535 w 3356800"/>
                  <a:gd name="connsiteY10" fmla="*/ 1096994 h 2452020"/>
                  <a:gd name="connsiteX11" fmla="*/ 2935510 w 3356800"/>
                  <a:gd name="connsiteY11" fmla="*/ 919925 h 2452020"/>
                  <a:gd name="connsiteX12" fmla="*/ 3081719 w 3356800"/>
                  <a:gd name="connsiteY12" fmla="*/ 687419 h 2452020"/>
                  <a:gd name="connsiteX13" fmla="*/ 3356800 w 3356800"/>
                  <a:gd name="connsiteY13" fmla="*/ 0 h 245202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Lst>
                <a:rect l="l" t="t" r="r" b="b"/>
                <a:pathLst>
                  <a:path w="3356800" h="2452020">
                    <a:moveTo>
                      <a:pt x="0" y="2452021"/>
                    </a:moveTo>
                    <a:cubicBezTo>
                      <a:pt x="0" y="2452021"/>
                      <a:pt x="57150" y="2344198"/>
                      <a:pt x="130874" y="2247710"/>
                    </a:cubicBezTo>
                    <a:cubicBezTo>
                      <a:pt x="218694" y="2132648"/>
                      <a:pt x="328136" y="2036635"/>
                      <a:pt x="437197" y="1941195"/>
                    </a:cubicBezTo>
                    <a:cubicBezTo>
                      <a:pt x="529304" y="1860709"/>
                      <a:pt x="623030" y="1779556"/>
                      <a:pt x="737140" y="1736884"/>
                    </a:cubicBezTo>
                    <a:cubicBezTo>
                      <a:pt x="830866" y="1701736"/>
                      <a:pt x="932021" y="1695450"/>
                      <a:pt x="1031843" y="1685068"/>
                    </a:cubicBezTo>
                    <a:cubicBezTo>
                      <a:pt x="1117092" y="1676210"/>
                      <a:pt x="1202055" y="1665160"/>
                      <a:pt x="1287304" y="1655826"/>
                    </a:cubicBezTo>
                    <a:cubicBezTo>
                      <a:pt x="1348931" y="1649063"/>
                      <a:pt x="1410653" y="1643539"/>
                      <a:pt x="1471994" y="1634300"/>
                    </a:cubicBezTo>
                    <a:cubicBezTo>
                      <a:pt x="1618679" y="1612011"/>
                      <a:pt x="1761935" y="1571149"/>
                      <a:pt x="1898237" y="1512665"/>
                    </a:cubicBezTo>
                    <a:cubicBezTo>
                      <a:pt x="2010442" y="1464564"/>
                      <a:pt x="2117503" y="1405128"/>
                      <a:pt x="2229136" y="1355598"/>
                    </a:cubicBezTo>
                    <a:cubicBezTo>
                      <a:pt x="2322481" y="1314164"/>
                      <a:pt x="2418969" y="1280160"/>
                      <a:pt x="2512314" y="1238631"/>
                    </a:cubicBezTo>
                    <a:cubicBezTo>
                      <a:pt x="2599087" y="1199960"/>
                      <a:pt x="2683193" y="1154811"/>
                      <a:pt x="2758535" y="1096994"/>
                    </a:cubicBezTo>
                    <a:cubicBezTo>
                      <a:pt x="2825020" y="1046035"/>
                      <a:pt x="2883789" y="985837"/>
                      <a:pt x="2935510" y="919925"/>
                    </a:cubicBezTo>
                    <a:cubicBezTo>
                      <a:pt x="2992184" y="847725"/>
                      <a:pt x="3039904" y="769144"/>
                      <a:pt x="3081719" y="687419"/>
                    </a:cubicBezTo>
                    <a:cubicBezTo>
                      <a:pt x="3138297" y="576739"/>
                      <a:pt x="3314129" y="116776"/>
                      <a:pt x="3356800" y="0"/>
                    </a:cubicBezTo>
                  </a:path>
                </a:pathLst>
              </a:custGeom>
              <a:noFill/>
              <a:ln w="9525" cap="rnd">
                <a:solidFill>
                  <a:schemeClr val="accent2">
                    <a:alpha val="35000"/>
                  </a:schemeClr>
                </a:solidFill>
                <a:prstDash val="lgDash"/>
                <a:round/>
              </a:ln>
            </p:spPr>
            <p:txBody>
              <a:bodyPr rtlCol="0" anchor="ctr"/>
              <a:lstStyle/>
              <a:p>
                <a:endParaRPr lang="en-US"/>
              </a:p>
            </p:txBody>
          </p:sp>
        </p:grpSp>
        <p:sp>
          <p:nvSpPr>
            <p:cNvPr id="58" name="Freeform: Shape 57">
              <a:extLst>
                <a:ext uri="{FF2B5EF4-FFF2-40B4-BE49-F238E27FC236}">
                  <a16:creationId xmlns:a16="http://schemas.microsoft.com/office/drawing/2014/main" id="{2554FA09-485D-4EB3-9D6F-C19A292F7A01}"/>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7980400" y="5197178"/>
              <a:ext cx="4211600" cy="1660822"/>
            </a:xfrm>
            <a:custGeom>
              <a:avLst/>
              <a:gdLst>
                <a:gd name="connsiteX0" fmla="*/ 4211600 w 4211600"/>
                <a:gd name="connsiteY0" fmla="*/ 0 h 1660822"/>
                <a:gd name="connsiteX1" fmla="*/ 4211600 w 4211600"/>
                <a:gd name="connsiteY1" fmla="*/ 58430 h 1660822"/>
                <a:gd name="connsiteX2" fmla="*/ 4136524 w 4211600"/>
                <a:gd name="connsiteY2" fmla="*/ 208808 h 1660822"/>
                <a:gd name="connsiteX3" fmla="*/ 3973354 w 4211600"/>
                <a:gd name="connsiteY3" fmla="*/ 437313 h 1660822"/>
                <a:gd name="connsiteX4" fmla="*/ 3884746 w 4211600"/>
                <a:gd name="connsiteY4" fmla="*/ 553613 h 1660822"/>
                <a:gd name="connsiteX5" fmla="*/ 3849435 w 4211600"/>
                <a:gd name="connsiteY5" fmla="*/ 603143 h 1660822"/>
                <a:gd name="connsiteX6" fmla="*/ 3661849 w 4211600"/>
                <a:gd name="connsiteY6" fmla="*/ 819075 h 1660822"/>
                <a:gd name="connsiteX7" fmla="*/ 3402589 w 4211600"/>
                <a:gd name="connsiteY7" fmla="*/ 952996 h 1660822"/>
                <a:gd name="connsiteX8" fmla="*/ 3130202 w 4211600"/>
                <a:gd name="connsiteY8" fmla="*/ 1023386 h 1660822"/>
                <a:gd name="connsiteX9" fmla="*/ 2914657 w 4211600"/>
                <a:gd name="connsiteY9" fmla="*/ 1068058 h 1660822"/>
                <a:gd name="connsiteX10" fmla="*/ 2582149 w 4211600"/>
                <a:gd name="connsiteY10" fmla="*/ 1138924 h 1660822"/>
                <a:gd name="connsiteX11" fmla="*/ 2483958 w 4211600"/>
                <a:gd name="connsiteY11" fmla="*/ 1162356 h 1660822"/>
                <a:gd name="connsiteX12" fmla="*/ 2123750 w 4211600"/>
                <a:gd name="connsiteY12" fmla="*/ 1238651 h 1660822"/>
                <a:gd name="connsiteX13" fmla="*/ 1761444 w 4211600"/>
                <a:gd name="connsiteY13" fmla="*/ 1273417 h 1660822"/>
                <a:gd name="connsiteX14" fmla="*/ 1608382 w 4211600"/>
                <a:gd name="connsiteY14" fmla="*/ 1284466 h 1660822"/>
                <a:gd name="connsiteX15" fmla="*/ 999942 w 4211600"/>
                <a:gd name="connsiteY15" fmla="*/ 1354284 h 1660822"/>
                <a:gd name="connsiteX16" fmla="*/ 484705 w 4211600"/>
                <a:gd name="connsiteY16" fmla="*/ 1450487 h 1660822"/>
                <a:gd name="connsiteX17" fmla="*/ 113310 w 4211600"/>
                <a:gd name="connsiteY17" fmla="*/ 1613700 h 1660822"/>
                <a:gd name="connsiteX18" fmla="*/ 39668 w 4211600"/>
                <a:gd name="connsiteY18" fmla="*/ 1660822 h 1660822"/>
                <a:gd name="connsiteX19" fmla="*/ 0 w 4211600"/>
                <a:gd name="connsiteY19" fmla="*/ 1660822 h 1660822"/>
                <a:gd name="connsiteX20" fmla="*/ 96701 w 4211600"/>
                <a:gd name="connsiteY20" fmla="*/ 1598934 h 1660822"/>
                <a:gd name="connsiteX21" fmla="*/ 474335 w 4211600"/>
                <a:gd name="connsiteY21" fmla="*/ 1433056 h 1660822"/>
                <a:gd name="connsiteX22" fmla="*/ 994299 w 4211600"/>
                <a:gd name="connsiteY22" fmla="*/ 1335806 h 1660822"/>
                <a:gd name="connsiteX23" fmla="*/ 1605231 w 4211600"/>
                <a:gd name="connsiteY23" fmla="*/ 1265702 h 1660822"/>
                <a:gd name="connsiteX24" fmla="*/ 1758819 w 4211600"/>
                <a:gd name="connsiteY24" fmla="*/ 1254558 h 1660822"/>
                <a:gd name="connsiteX25" fmla="*/ 2118106 w 4211600"/>
                <a:gd name="connsiteY25" fmla="*/ 1220077 h 1660822"/>
                <a:gd name="connsiteX26" fmla="*/ 2475557 w 4211600"/>
                <a:gd name="connsiteY26" fmla="*/ 1144353 h 1660822"/>
                <a:gd name="connsiteX27" fmla="*/ 2573878 w 4211600"/>
                <a:gd name="connsiteY27" fmla="*/ 1120827 h 1660822"/>
                <a:gd name="connsiteX28" fmla="*/ 2907437 w 4211600"/>
                <a:gd name="connsiteY28" fmla="*/ 1049675 h 1660822"/>
                <a:gd name="connsiteX29" fmla="*/ 3122589 w 4211600"/>
                <a:gd name="connsiteY29" fmla="*/ 1005098 h 1660822"/>
                <a:gd name="connsiteX30" fmla="*/ 3391169 w 4211600"/>
                <a:gd name="connsiteY30" fmla="*/ 935756 h 1660822"/>
                <a:gd name="connsiteX31" fmla="*/ 3642290 w 4211600"/>
                <a:gd name="connsiteY31" fmla="*/ 806216 h 1660822"/>
                <a:gd name="connsiteX32" fmla="*/ 3825937 w 4211600"/>
                <a:gd name="connsiteY32" fmla="*/ 594475 h 1660822"/>
                <a:gd name="connsiteX33" fmla="*/ 3861381 w 4211600"/>
                <a:gd name="connsiteY33" fmla="*/ 544755 h 1660822"/>
                <a:gd name="connsiteX34" fmla="*/ 3950381 w 4211600"/>
                <a:gd name="connsiteY34" fmla="*/ 427978 h 1660822"/>
                <a:gd name="connsiteX35" fmla="*/ 4112370 w 4211600"/>
                <a:gd name="connsiteY35" fmla="*/ 201378 h 1660822"/>
                <a:gd name="connsiteX36" fmla="*/ 4195989 w 4211600"/>
                <a:gd name="connsiteY36" fmla="*/ 33834 h 166082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Lst>
              <a:rect l="l" t="t" r="r" b="b"/>
              <a:pathLst>
                <a:path w="4211600" h="1660822">
                  <a:moveTo>
                    <a:pt x="4211600" y="0"/>
                  </a:moveTo>
                  <a:lnTo>
                    <a:pt x="4211600" y="58430"/>
                  </a:lnTo>
                  <a:lnTo>
                    <a:pt x="4136524" y="208808"/>
                  </a:lnTo>
                  <a:cubicBezTo>
                    <a:pt x="4089791" y="287770"/>
                    <a:pt x="4030588" y="363780"/>
                    <a:pt x="3973354" y="437313"/>
                  </a:cubicBezTo>
                  <a:cubicBezTo>
                    <a:pt x="3943819" y="475222"/>
                    <a:pt x="3913231" y="514465"/>
                    <a:pt x="3884746" y="553613"/>
                  </a:cubicBezTo>
                  <a:cubicBezTo>
                    <a:pt x="3872801" y="569996"/>
                    <a:pt x="3861119" y="586569"/>
                    <a:pt x="3849435" y="603143"/>
                  </a:cubicBezTo>
                  <a:cubicBezTo>
                    <a:pt x="3796665" y="678009"/>
                    <a:pt x="3742187" y="755352"/>
                    <a:pt x="3661849" y="819075"/>
                  </a:cubicBezTo>
                  <a:cubicBezTo>
                    <a:pt x="3596214" y="871176"/>
                    <a:pt x="3509050" y="916230"/>
                    <a:pt x="3402589" y="952996"/>
                  </a:cubicBezTo>
                  <a:cubicBezTo>
                    <a:pt x="3312406" y="984048"/>
                    <a:pt x="3215660" y="1005003"/>
                    <a:pt x="3130202" y="1023386"/>
                  </a:cubicBezTo>
                  <a:cubicBezTo>
                    <a:pt x="3058529" y="1038816"/>
                    <a:pt x="2985412" y="1053675"/>
                    <a:pt x="2914657" y="1068058"/>
                  </a:cubicBezTo>
                  <a:cubicBezTo>
                    <a:pt x="2805176" y="1090251"/>
                    <a:pt x="2692021" y="1113207"/>
                    <a:pt x="2582149" y="1138924"/>
                  </a:cubicBezTo>
                  <a:cubicBezTo>
                    <a:pt x="2549330" y="1146639"/>
                    <a:pt x="2516644" y="1154450"/>
                    <a:pt x="2483958" y="1162356"/>
                  </a:cubicBezTo>
                  <a:cubicBezTo>
                    <a:pt x="2367257" y="1190550"/>
                    <a:pt x="2246621" y="1219601"/>
                    <a:pt x="2123750" y="1238651"/>
                  </a:cubicBezTo>
                  <a:cubicBezTo>
                    <a:pt x="2004294" y="1257129"/>
                    <a:pt x="1880769" y="1265416"/>
                    <a:pt x="1761444" y="1273417"/>
                  </a:cubicBezTo>
                  <a:cubicBezTo>
                    <a:pt x="1711167" y="1276751"/>
                    <a:pt x="1659184" y="1280275"/>
                    <a:pt x="1608382" y="1284466"/>
                  </a:cubicBezTo>
                  <a:cubicBezTo>
                    <a:pt x="1408589" y="1300944"/>
                    <a:pt x="1214570" y="1325805"/>
                    <a:pt x="999942" y="1354284"/>
                  </a:cubicBezTo>
                  <a:cubicBezTo>
                    <a:pt x="826403" y="1377240"/>
                    <a:pt x="647744" y="1400957"/>
                    <a:pt x="484705" y="1450487"/>
                  </a:cubicBezTo>
                  <a:cubicBezTo>
                    <a:pt x="355831" y="1489635"/>
                    <a:pt x="231387" y="1544374"/>
                    <a:pt x="113310" y="1613700"/>
                  </a:cubicBezTo>
                  <a:lnTo>
                    <a:pt x="39668" y="1660822"/>
                  </a:lnTo>
                  <a:lnTo>
                    <a:pt x="0" y="1660822"/>
                  </a:lnTo>
                  <a:lnTo>
                    <a:pt x="96701" y="1598934"/>
                  </a:lnTo>
                  <a:cubicBezTo>
                    <a:pt x="216635" y="1528533"/>
                    <a:pt x="343196" y="1472919"/>
                    <a:pt x="474335" y="1433056"/>
                  </a:cubicBezTo>
                  <a:cubicBezTo>
                    <a:pt x="639999" y="1382669"/>
                    <a:pt x="820102" y="1358856"/>
                    <a:pt x="994299" y="1335806"/>
                  </a:cubicBezTo>
                  <a:cubicBezTo>
                    <a:pt x="1210239" y="1307231"/>
                    <a:pt x="1404650" y="1282275"/>
                    <a:pt x="1605231" y="1265702"/>
                  </a:cubicBezTo>
                  <a:cubicBezTo>
                    <a:pt x="1656428" y="1261511"/>
                    <a:pt x="1708411" y="1257987"/>
                    <a:pt x="1758819" y="1254558"/>
                  </a:cubicBezTo>
                  <a:cubicBezTo>
                    <a:pt x="1877487" y="1246557"/>
                    <a:pt x="2000094" y="1238365"/>
                    <a:pt x="2118106" y="1220077"/>
                  </a:cubicBezTo>
                  <a:cubicBezTo>
                    <a:pt x="2239531" y="1201313"/>
                    <a:pt x="2359513" y="1172357"/>
                    <a:pt x="2475557" y="1144353"/>
                  </a:cubicBezTo>
                  <a:cubicBezTo>
                    <a:pt x="2508243" y="1136448"/>
                    <a:pt x="2541060" y="1128542"/>
                    <a:pt x="2573878" y="1120827"/>
                  </a:cubicBezTo>
                  <a:cubicBezTo>
                    <a:pt x="2684276" y="1094919"/>
                    <a:pt x="2797694" y="1071963"/>
                    <a:pt x="2907437" y="1049675"/>
                  </a:cubicBezTo>
                  <a:cubicBezTo>
                    <a:pt x="2978061" y="1035387"/>
                    <a:pt x="3051178" y="1020528"/>
                    <a:pt x="3122589" y="1005098"/>
                  </a:cubicBezTo>
                  <a:cubicBezTo>
                    <a:pt x="3206997" y="986810"/>
                    <a:pt x="3302823" y="966141"/>
                    <a:pt x="3391169" y="935756"/>
                  </a:cubicBezTo>
                  <a:cubicBezTo>
                    <a:pt x="3494479" y="900132"/>
                    <a:pt x="3578886" y="856508"/>
                    <a:pt x="3642290" y="806216"/>
                  </a:cubicBezTo>
                  <a:cubicBezTo>
                    <a:pt x="3720133" y="744303"/>
                    <a:pt x="3773953" y="668103"/>
                    <a:pt x="3825937" y="594475"/>
                  </a:cubicBezTo>
                  <a:cubicBezTo>
                    <a:pt x="3837621" y="577902"/>
                    <a:pt x="3849435" y="561233"/>
                    <a:pt x="3861381" y="544755"/>
                  </a:cubicBezTo>
                  <a:cubicBezTo>
                    <a:pt x="3889997" y="505416"/>
                    <a:pt x="3920715" y="465983"/>
                    <a:pt x="3950381" y="427978"/>
                  </a:cubicBezTo>
                  <a:cubicBezTo>
                    <a:pt x="4007353" y="354921"/>
                    <a:pt x="4066163" y="279388"/>
                    <a:pt x="4112370" y="201378"/>
                  </a:cubicBezTo>
                  <a:cubicBezTo>
                    <a:pt x="4144662" y="146800"/>
                    <a:pt x="4170785" y="89364"/>
                    <a:pt x="4195989" y="33834"/>
                  </a:cubicBezTo>
                  <a:close/>
                </a:path>
              </a:pathLst>
            </a:cu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a:p>
          </p:txBody>
        </p:sp>
      </p:grpSp>
      <p:sp>
        <p:nvSpPr>
          <p:cNvPr id="3" name="Title 1">
            <a:extLst>
              <a:ext uri="{FF2B5EF4-FFF2-40B4-BE49-F238E27FC236}">
                <a16:creationId xmlns:a16="http://schemas.microsoft.com/office/drawing/2014/main" id="{1A1D902E-C3AE-C218-B726-59961E748321}"/>
              </a:ext>
            </a:extLst>
          </p:cNvPr>
          <p:cNvSpPr txBox="1">
            <a:spLocks/>
          </p:cNvSpPr>
          <p:nvPr/>
        </p:nvSpPr>
        <p:spPr>
          <a:xfrm>
            <a:off x="7613654" y="1559914"/>
            <a:ext cx="2910413" cy="547884"/>
          </a:xfrm>
          <a:prstGeom prst="rect">
            <a:avLst/>
          </a:prstGeom>
        </p:spPr>
        <p:txBody>
          <a:bodyPr vert="horz" lIns="91440" tIns="45720" rIns="91440" bIns="45720" rtlCol="0" anchor="ctr">
            <a:normAutofit/>
          </a:bodyPr>
          <a:lstStyle>
            <a:lvl1pPr algn="l" defTabSz="914400" rtl="0" eaLnBrk="1" latinLnBrk="0" hangingPunct="1">
              <a:lnSpc>
                <a:spcPct val="100000"/>
              </a:lnSpc>
              <a:spcBef>
                <a:spcPct val="0"/>
              </a:spcBef>
              <a:buNone/>
              <a:defRPr sz="4400" kern="1200">
                <a:solidFill>
                  <a:schemeClr val="tx2"/>
                </a:solidFill>
                <a:latin typeface="+mj-lt"/>
                <a:ea typeface="+mj-ea"/>
                <a:cs typeface="+mj-cs"/>
              </a:defRPr>
            </a:lvl1pPr>
          </a:lstStyle>
          <a:p>
            <a:r>
              <a:rPr lang="en-US" sz="2000" dirty="0"/>
              <a:t>Conventional Sharding</a:t>
            </a:r>
          </a:p>
        </p:txBody>
      </p:sp>
    </p:spTree>
    <p:extLst>
      <p:ext uri="{BB962C8B-B14F-4D97-AF65-F5344CB8AC3E}">
        <p14:creationId xmlns:p14="http://schemas.microsoft.com/office/powerpoint/2010/main" val="868432187"/>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10" name="Rectangle 9">
            <a:extLst>
              <a:ext uri="{FF2B5EF4-FFF2-40B4-BE49-F238E27FC236}">
                <a16:creationId xmlns:a16="http://schemas.microsoft.com/office/drawing/2014/main" id="{8651CFA9-6065-4243-AC48-858E359780B1}"/>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3048" y="0"/>
            <a:ext cx="12188952" cy="6858000"/>
          </a:xfrm>
          <a:prstGeom prst="rect">
            <a:avLst/>
          </a:prstGeom>
          <a:ln>
            <a:solidFill>
              <a:schemeClr val="bg1">
                <a:lumMod val="9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solidFill>
                <a:schemeClr val="tx1">
                  <a:lumMod val="65000"/>
                  <a:lumOff val="35000"/>
                </a:schemeClr>
              </a:solidFill>
              <a:latin typeface="AvenirNext LT Pro Medium" panose="020B0504020202020204" pitchFamily="34" charset="0"/>
            </a:endParaRPr>
          </a:p>
        </p:txBody>
      </p:sp>
      <p:sp>
        <p:nvSpPr>
          <p:cNvPr id="12" name="Rectangle 11">
            <a:extLst>
              <a:ext uri="{FF2B5EF4-FFF2-40B4-BE49-F238E27FC236}">
                <a16:creationId xmlns:a16="http://schemas.microsoft.com/office/drawing/2014/main" id="{37962AE0-6A1C-4B76-9D52-10E5E6D7D3BB}"/>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3048" y="0"/>
            <a:ext cx="12188952" cy="6858000"/>
          </a:xfrm>
          <a:prstGeom prst="rect">
            <a:avLst/>
          </a:prstGeom>
          <a:solidFill>
            <a:schemeClr val="bg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solidFill>
                <a:schemeClr val="tx1">
                  <a:lumMod val="65000"/>
                  <a:lumOff val="35000"/>
                </a:schemeClr>
              </a:solidFill>
              <a:latin typeface="AvenirNext LT Pro Medium" panose="020B0504020202020204" pitchFamily="34" charset="0"/>
            </a:endParaRPr>
          </a:p>
        </p:txBody>
      </p:sp>
      <p:sp>
        <p:nvSpPr>
          <p:cNvPr id="2" name="Title 1">
            <a:extLst>
              <a:ext uri="{FF2B5EF4-FFF2-40B4-BE49-F238E27FC236}">
                <a16:creationId xmlns:a16="http://schemas.microsoft.com/office/drawing/2014/main" id="{810826BD-3474-CE7F-AB5E-580ECA55E8DF}"/>
              </a:ext>
            </a:extLst>
          </p:cNvPr>
          <p:cNvSpPr>
            <a:spLocks noGrp="1"/>
          </p:cNvSpPr>
          <p:nvPr>
            <p:ph type="title"/>
          </p:nvPr>
        </p:nvSpPr>
        <p:spPr>
          <a:xfrm>
            <a:off x="5388460" y="559813"/>
            <a:ext cx="5605358" cy="1664573"/>
          </a:xfrm>
        </p:spPr>
        <p:txBody>
          <a:bodyPr>
            <a:normAutofit fontScale="90000"/>
          </a:bodyPr>
          <a:lstStyle/>
          <a:p>
            <a:r>
              <a:rPr lang="en-US" dirty="0"/>
              <a:t>Different Sharding Techniques (Previous Work)</a:t>
            </a:r>
          </a:p>
        </p:txBody>
      </p:sp>
      <p:pic>
        <p:nvPicPr>
          <p:cNvPr id="7" name="Graphic 6" descr="Network">
            <a:extLst>
              <a:ext uri="{FF2B5EF4-FFF2-40B4-BE49-F238E27FC236}">
                <a16:creationId xmlns:a16="http://schemas.microsoft.com/office/drawing/2014/main" id="{76690D4A-F1A4-536D-2CDA-23B6F2CBFEB5}"/>
              </a:ext>
            </a:extLst>
          </p:cNvPr>
          <p:cNvPicPr>
            <a:picLocks noChangeAspect="1"/>
          </p:cNvPicPr>
          <p:nvPr/>
        </p:nvPicPr>
        <p:blipFill>
          <a:blip r:embed="rId2">
            <a:extLst>
              <a:ext uri="{28A0092B-C50C-407E-A947-70E740481C1C}">
                <a14:useLocalDpi xmlns:a14="http://schemas.microsoft.com/office/drawing/2010/main" val="0"/>
              </a:ext>
              <a:ext uri="{96DAC541-7B7A-43D3-8B79-37D633B846F1}">
                <asvg:svgBlip xmlns:asvg="http://schemas.microsoft.com/office/drawing/2016/SVG/main" r:embed="rId3"/>
              </a:ext>
            </a:extLst>
          </a:blip>
          <a:stretch>
            <a:fillRect/>
          </a:stretch>
        </p:blipFill>
        <p:spPr>
          <a:xfrm>
            <a:off x="201906" y="1017640"/>
            <a:ext cx="4817466" cy="4817466"/>
          </a:xfrm>
          <a:prstGeom prst="rect">
            <a:avLst/>
          </a:prstGeom>
        </p:spPr>
      </p:pic>
      <p:grpSp>
        <p:nvGrpSpPr>
          <p:cNvPr id="35" name="Top left">
            <a:extLst>
              <a:ext uri="{FF2B5EF4-FFF2-40B4-BE49-F238E27FC236}">
                <a16:creationId xmlns:a16="http://schemas.microsoft.com/office/drawing/2014/main" id="{C4F70370-17DE-499D-8256-4F9A352BA9F7}"/>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10849" y="-3086"/>
            <a:ext cx="2198951" cy="3349518"/>
            <a:chOff x="10849" y="-3086"/>
            <a:chExt cx="2198951" cy="3349518"/>
          </a:xfrm>
        </p:grpSpPr>
        <p:sp>
          <p:nvSpPr>
            <p:cNvPr id="36" name="Freeform: Shape 14">
              <a:extLst>
                <a:ext uri="{FF2B5EF4-FFF2-40B4-BE49-F238E27FC236}">
                  <a16:creationId xmlns:a16="http://schemas.microsoft.com/office/drawing/2014/main" id="{267F3889-D5A7-4B0B-A5C8-910CE49F90E9}"/>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rot="10800000">
              <a:off x="692844" y="-3086"/>
              <a:ext cx="1326111" cy="597603"/>
            </a:xfrm>
            <a:custGeom>
              <a:avLst/>
              <a:gdLst>
                <a:gd name="connsiteX0" fmla="*/ 741051 w 1482102"/>
                <a:gd name="connsiteY0" fmla="*/ 0 h 679363"/>
                <a:gd name="connsiteX1" fmla="*/ 1473822 w 1482102"/>
                <a:gd name="connsiteY1" fmla="*/ 597226 h 679363"/>
                <a:gd name="connsiteX2" fmla="*/ 1482102 w 1482102"/>
                <a:gd name="connsiteY2" fmla="*/ 679363 h 679363"/>
                <a:gd name="connsiteX3" fmla="*/ 0 w 1482102"/>
                <a:gd name="connsiteY3" fmla="*/ 679363 h 679363"/>
                <a:gd name="connsiteX4" fmla="*/ 8280 w 1482102"/>
                <a:gd name="connsiteY4" fmla="*/ 597226 h 679363"/>
                <a:gd name="connsiteX5" fmla="*/ 741051 w 1482102"/>
                <a:gd name="connsiteY5" fmla="*/ 0 h 67936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1482102" h="679363">
                  <a:moveTo>
                    <a:pt x="741051" y="0"/>
                  </a:moveTo>
                  <a:cubicBezTo>
                    <a:pt x="1102506" y="0"/>
                    <a:pt x="1404077" y="256390"/>
                    <a:pt x="1473822" y="597226"/>
                  </a:cubicBezTo>
                  <a:lnTo>
                    <a:pt x="1482102" y="679363"/>
                  </a:lnTo>
                  <a:lnTo>
                    <a:pt x="0" y="679363"/>
                  </a:lnTo>
                  <a:lnTo>
                    <a:pt x="8280" y="597226"/>
                  </a:lnTo>
                  <a:cubicBezTo>
                    <a:pt x="78025" y="256390"/>
                    <a:pt x="379596" y="0"/>
                    <a:pt x="741051" y="0"/>
                  </a:cubicBezTo>
                  <a:close/>
                </a:path>
              </a:pathLst>
            </a:cu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dirty="0">
                <a:solidFill>
                  <a:schemeClr val="tx1">
                    <a:lumMod val="65000"/>
                    <a:lumOff val="35000"/>
                  </a:schemeClr>
                </a:solidFill>
                <a:latin typeface="AvenirNext LT Pro Medium" panose="020B0504020202020204" pitchFamily="34" charset="0"/>
              </a:endParaRPr>
            </a:p>
          </p:txBody>
        </p:sp>
        <p:sp>
          <p:nvSpPr>
            <p:cNvPr id="37" name="Freeform: Shape 15">
              <a:extLst>
                <a:ext uri="{FF2B5EF4-FFF2-40B4-BE49-F238E27FC236}">
                  <a16:creationId xmlns:a16="http://schemas.microsoft.com/office/drawing/2014/main" id="{80968393-494B-4758-914C-AC92C7411017}"/>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19394" y="15241"/>
              <a:ext cx="2190406" cy="3331191"/>
            </a:xfrm>
            <a:custGeom>
              <a:avLst/>
              <a:gdLst>
                <a:gd name="connsiteX0" fmla="*/ 0 w 3296088"/>
                <a:gd name="connsiteY0" fmla="*/ 5012722 h 5012722"/>
                <a:gd name="connsiteX1" fmla="*/ 244031 w 3296088"/>
                <a:gd name="connsiteY1" fmla="*/ 4820222 h 5012722"/>
                <a:gd name="connsiteX2" fmla="*/ 729234 w 3296088"/>
                <a:gd name="connsiteY2" fmla="*/ 4360641 h 5012722"/>
                <a:gd name="connsiteX3" fmla="*/ 881444 w 3296088"/>
                <a:gd name="connsiteY3" fmla="*/ 4173950 h 5012722"/>
                <a:gd name="connsiteX4" fmla="*/ 1151287 w 3296088"/>
                <a:gd name="connsiteY4" fmla="*/ 3972877 h 5012722"/>
                <a:gd name="connsiteX5" fmla="*/ 1498664 w 3296088"/>
                <a:gd name="connsiteY5" fmla="*/ 3786188 h 5012722"/>
                <a:gd name="connsiteX6" fmla="*/ 1716881 w 3296088"/>
                <a:gd name="connsiteY6" fmla="*/ 3674174 h 5012722"/>
                <a:gd name="connsiteX7" fmla="*/ 1913573 w 3296088"/>
                <a:gd name="connsiteY7" fmla="*/ 3477387 h 5012722"/>
                <a:gd name="connsiteX8" fmla="*/ 2167700 w 3296088"/>
                <a:gd name="connsiteY8" fmla="*/ 3042190 h 5012722"/>
                <a:gd name="connsiteX9" fmla="*/ 2273903 w 3296088"/>
                <a:gd name="connsiteY9" fmla="*/ 2775014 h 5012722"/>
                <a:gd name="connsiteX10" fmla="*/ 2463356 w 3296088"/>
                <a:gd name="connsiteY10" fmla="*/ 2335530 h 5012722"/>
                <a:gd name="connsiteX11" fmla="*/ 2741866 w 3296088"/>
                <a:gd name="connsiteY11" fmla="*/ 1982248 h 5012722"/>
                <a:gd name="connsiteX12" fmla="*/ 2985897 w 3296088"/>
                <a:gd name="connsiteY12" fmla="*/ 1634681 h 5012722"/>
                <a:gd name="connsiteX13" fmla="*/ 3212687 w 3296088"/>
                <a:gd name="connsiteY13" fmla="*/ 1226820 h 5012722"/>
                <a:gd name="connsiteX14" fmla="*/ 3281553 w 3296088"/>
                <a:gd name="connsiteY14" fmla="*/ 959644 h 5012722"/>
                <a:gd name="connsiteX15" fmla="*/ 3295936 w 3296088"/>
                <a:gd name="connsiteY15" fmla="*/ 701135 h 5012722"/>
                <a:gd name="connsiteX16" fmla="*/ 3267266 w 3296088"/>
                <a:gd name="connsiteY16" fmla="*/ 436817 h 5012722"/>
                <a:gd name="connsiteX17" fmla="*/ 3105341 w 3296088"/>
                <a:gd name="connsiteY17" fmla="*/ 0 h 501272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Lst>
              <a:rect l="l" t="t" r="r" b="b"/>
              <a:pathLst>
                <a:path w="3296088" h="5012722">
                  <a:moveTo>
                    <a:pt x="0" y="5012722"/>
                  </a:moveTo>
                  <a:cubicBezTo>
                    <a:pt x="81820" y="4949095"/>
                    <a:pt x="163544" y="4885468"/>
                    <a:pt x="244031" y="4820222"/>
                  </a:cubicBezTo>
                  <a:cubicBezTo>
                    <a:pt x="417671" y="4679633"/>
                    <a:pt x="589883" y="4535139"/>
                    <a:pt x="729234" y="4360641"/>
                  </a:cubicBezTo>
                  <a:cubicBezTo>
                    <a:pt x="779431" y="4297776"/>
                    <a:pt x="825818" y="4231958"/>
                    <a:pt x="881444" y="4173950"/>
                  </a:cubicBezTo>
                  <a:cubicBezTo>
                    <a:pt x="959358" y="4092607"/>
                    <a:pt x="1054799" y="4031075"/>
                    <a:pt x="1151287" y="3972877"/>
                  </a:cubicBezTo>
                  <a:cubicBezTo>
                    <a:pt x="1263968" y="3904964"/>
                    <a:pt x="1379315" y="3841337"/>
                    <a:pt x="1498664" y="3786188"/>
                  </a:cubicBezTo>
                  <a:cubicBezTo>
                    <a:pt x="1573149" y="3751802"/>
                    <a:pt x="1649159" y="3720179"/>
                    <a:pt x="1716881" y="3674174"/>
                  </a:cubicBezTo>
                  <a:cubicBezTo>
                    <a:pt x="1794034" y="3621691"/>
                    <a:pt x="1856708" y="3551492"/>
                    <a:pt x="1913573" y="3477387"/>
                  </a:cubicBezTo>
                  <a:cubicBezTo>
                    <a:pt x="2016157" y="3343751"/>
                    <a:pt x="2099024" y="3196114"/>
                    <a:pt x="2167700" y="3042190"/>
                  </a:cubicBezTo>
                  <a:cubicBezTo>
                    <a:pt x="2206752" y="2954655"/>
                    <a:pt x="2241233" y="2865215"/>
                    <a:pt x="2273903" y="2775014"/>
                  </a:cubicBezTo>
                  <a:cubicBezTo>
                    <a:pt x="2328482" y="2624423"/>
                    <a:pt x="2379440" y="2471642"/>
                    <a:pt x="2463356" y="2335530"/>
                  </a:cubicBezTo>
                  <a:cubicBezTo>
                    <a:pt x="2542127" y="2207705"/>
                    <a:pt x="2647855" y="2099501"/>
                    <a:pt x="2741866" y="1982248"/>
                  </a:cubicBezTo>
                  <a:cubicBezTo>
                    <a:pt x="2830449" y="1871758"/>
                    <a:pt x="2908554" y="1753362"/>
                    <a:pt x="2985897" y="1634681"/>
                  </a:cubicBezTo>
                  <a:cubicBezTo>
                    <a:pt x="3071146" y="1503902"/>
                    <a:pt x="3156395" y="1372172"/>
                    <a:pt x="3212687" y="1226820"/>
                  </a:cubicBezTo>
                  <a:cubicBezTo>
                    <a:pt x="3246025" y="1140809"/>
                    <a:pt x="3268790" y="1051084"/>
                    <a:pt x="3281553" y="959644"/>
                  </a:cubicBezTo>
                  <a:cubicBezTo>
                    <a:pt x="3293555" y="874014"/>
                    <a:pt x="3296888" y="787527"/>
                    <a:pt x="3295936" y="701135"/>
                  </a:cubicBezTo>
                  <a:cubicBezTo>
                    <a:pt x="3294888" y="612172"/>
                    <a:pt x="3289268" y="523018"/>
                    <a:pt x="3267266" y="436817"/>
                  </a:cubicBezTo>
                  <a:cubicBezTo>
                    <a:pt x="3227832" y="282416"/>
                    <a:pt x="3105341" y="0"/>
                    <a:pt x="3105341" y="0"/>
                  </a:cubicBezTo>
                </a:path>
              </a:pathLst>
            </a:custGeom>
            <a:noFill/>
            <a:ln w="9525" cap="rnd">
              <a:solidFill>
                <a:schemeClr val="accent2">
                  <a:alpha val="50000"/>
                </a:schemeClr>
              </a:solidFill>
              <a:prstDash val="lgDash"/>
              <a:round/>
            </a:ln>
          </p:spPr>
          <p:txBody>
            <a:bodyPr rtlCol="0" anchor="ctr"/>
            <a:lstStyle/>
            <a:p>
              <a:endParaRPr lang="en-US"/>
            </a:p>
          </p:txBody>
        </p:sp>
        <p:sp>
          <p:nvSpPr>
            <p:cNvPr id="38" name="Freeform: Shape 16">
              <a:extLst>
                <a:ext uri="{FF2B5EF4-FFF2-40B4-BE49-F238E27FC236}">
                  <a16:creationId xmlns:a16="http://schemas.microsoft.com/office/drawing/2014/main" id="{13B9ECD2-208D-4E4C-85C7-86FAEFBCF679}"/>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10849" y="15178"/>
              <a:ext cx="1978674" cy="3074959"/>
            </a:xfrm>
            <a:custGeom>
              <a:avLst/>
              <a:gdLst>
                <a:gd name="connsiteX0" fmla="*/ 0 w 2977477"/>
                <a:gd name="connsiteY0" fmla="*/ 4627150 h 4627149"/>
                <a:gd name="connsiteX1" fmla="*/ 275082 w 2977477"/>
                <a:gd name="connsiteY1" fmla="*/ 4341590 h 4627149"/>
                <a:gd name="connsiteX2" fmla="*/ 502825 w 2977477"/>
                <a:gd name="connsiteY2" fmla="*/ 4054126 h 4627149"/>
                <a:gd name="connsiteX3" fmla="*/ 666179 w 2977477"/>
                <a:gd name="connsiteY3" fmla="*/ 3890677 h 4627149"/>
                <a:gd name="connsiteX4" fmla="*/ 864203 w 2977477"/>
                <a:gd name="connsiteY4" fmla="*/ 3675983 h 4627149"/>
                <a:gd name="connsiteX5" fmla="*/ 982599 w 2977477"/>
                <a:gd name="connsiteY5" fmla="*/ 3557492 h 4627149"/>
                <a:gd name="connsiteX6" fmla="*/ 1188244 w 2977477"/>
                <a:gd name="connsiteY6" fmla="*/ 3329654 h 4627149"/>
                <a:gd name="connsiteX7" fmla="*/ 1344740 w 2977477"/>
                <a:gd name="connsiteY7" fmla="*/ 3146774 h 4627149"/>
                <a:gd name="connsiteX8" fmla="*/ 1470755 w 2977477"/>
                <a:gd name="connsiteY8" fmla="*/ 2984659 h 4627149"/>
                <a:gd name="connsiteX9" fmla="*/ 1657636 w 2977477"/>
                <a:gd name="connsiteY9" fmla="*/ 2670239 h 4627149"/>
                <a:gd name="connsiteX10" fmla="*/ 1762887 w 2977477"/>
                <a:gd name="connsiteY10" fmla="*/ 2473547 h 4627149"/>
                <a:gd name="connsiteX11" fmla="*/ 1866710 w 2977477"/>
                <a:gd name="connsiteY11" fmla="*/ 2290667 h 4627149"/>
                <a:gd name="connsiteX12" fmla="*/ 2106263 w 2977477"/>
                <a:gd name="connsiteY12" fmla="*/ 2030254 h 4627149"/>
                <a:gd name="connsiteX13" fmla="*/ 2277237 w 2977477"/>
                <a:gd name="connsiteY13" fmla="*/ 1859185 h 4627149"/>
                <a:gd name="connsiteX14" fmla="*/ 2499455 w 2977477"/>
                <a:gd name="connsiteY14" fmla="*/ 1656207 h 4627149"/>
                <a:gd name="connsiteX15" fmla="*/ 2707100 w 2977477"/>
                <a:gd name="connsiteY15" fmla="*/ 1390269 h 4627149"/>
                <a:gd name="connsiteX16" fmla="*/ 2812352 w 2977477"/>
                <a:gd name="connsiteY16" fmla="*/ 1230916 h 4627149"/>
                <a:gd name="connsiteX17" fmla="*/ 2898172 w 2977477"/>
                <a:gd name="connsiteY17" fmla="*/ 1036987 h 4627149"/>
                <a:gd name="connsiteX18" fmla="*/ 2963228 w 2977477"/>
                <a:gd name="connsiteY18" fmla="*/ 850011 h 4627149"/>
                <a:gd name="connsiteX19" fmla="*/ 2977325 w 2977477"/>
                <a:gd name="connsiteY19" fmla="*/ 745427 h 4627149"/>
                <a:gd name="connsiteX20" fmla="*/ 2929509 w 2977477"/>
                <a:gd name="connsiteY20" fmla="*/ 480155 h 4627149"/>
                <a:gd name="connsiteX21" fmla="*/ 2563082 w 2977477"/>
                <a:gd name="connsiteY21" fmla="*/ 0 h 462714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Lst>
              <a:rect l="l" t="t" r="r" b="b"/>
              <a:pathLst>
                <a:path w="2977477" h="4627149">
                  <a:moveTo>
                    <a:pt x="0" y="4627150"/>
                  </a:moveTo>
                  <a:cubicBezTo>
                    <a:pt x="79820" y="4552283"/>
                    <a:pt x="203835" y="4424648"/>
                    <a:pt x="275082" y="4341590"/>
                  </a:cubicBezTo>
                  <a:cubicBezTo>
                    <a:pt x="354711" y="4248722"/>
                    <a:pt x="421005" y="4145090"/>
                    <a:pt x="502825" y="4054126"/>
                  </a:cubicBezTo>
                  <a:cubicBezTo>
                    <a:pt x="554355" y="3996881"/>
                    <a:pt x="612362" y="3945827"/>
                    <a:pt x="666179" y="3890677"/>
                  </a:cubicBezTo>
                  <a:cubicBezTo>
                    <a:pt x="734187" y="3821049"/>
                    <a:pt x="796671" y="3746183"/>
                    <a:pt x="864203" y="3675983"/>
                  </a:cubicBezTo>
                  <a:cubicBezTo>
                    <a:pt x="902875" y="3635788"/>
                    <a:pt x="943642" y="3597593"/>
                    <a:pt x="982599" y="3557492"/>
                  </a:cubicBezTo>
                  <a:cubicBezTo>
                    <a:pt x="1053941" y="3484150"/>
                    <a:pt x="1121378" y="3407093"/>
                    <a:pt x="1188244" y="3329654"/>
                  </a:cubicBezTo>
                  <a:cubicBezTo>
                    <a:pt x="1240631" y="3268885"/>
                    <a:pt x="1293495" y="3208496"/>
                    <a:pt x="1344740" y="3146774"/>
                  </a:cubicBezTo>
                  <a:cubicBezTo>
                    <a:pt x="1388459" y="3094101"/>
                    <a:pt x="1431512" y="3040761"/>
                    <a:pt x="1470755" y="2984659"/>
                  </a:cubicBezTo>
                  <a:cubicBezTo>
                    <a:pt x="1540764" y="2884646"/>
                    <a:pt x="1598771" y="2777109"/>
                    <a:pt x="1657636" y="2670239"/>
                  </a:cubicBezTo>
                  <a:cubicBezTo>
                    <a:pt x="1693545" y="2605088"/>
                    <a:pt x="1728502" y="2539460"/>
                    <a:pt x="1762887" y="2473547"/>
                  </a:cubicBezTo>
                  <a:cubicBezTo>
                    <a:pt x="1795367" y="2411349"/>
                    <a:pt x="1826419" y="2348103"/>
                    <a:pt x="1866710" y="2290667"/>
                  </a:cubicBezTo>
                  <a:cubicBezTo>
                    <a:pt x="1934623" y="2193893"/>
                    <a:pt x="2022729" y="2114169"/>
                    <a:pt x="2106263" y="2030254"/>
                  </a:cubicBezTo>
                  <a:cubicBezTo>
                    <a:pt x="2163128" y="1973104"/>
                    <a:pt x="2218182" y="1914049"/>
                    <a:pt x="2277237" y="1859185"/>
                  </a:cubicBezTo>
                  <a:cubicBezTo>
                    <a:pt x="2350770" y="1790891"/>
                    <a:pt x="2430304" y="1728978"/>
                    <a:pt x="2499455" y="1656207"/>
                  </a:cubicBezTo>
                  <a:cubicBezTo>
                    <a:pt x="2576989" y="1574578"/>
                    <a:pt x="2641568" y="1481900"/>
                    <a:pt x="2707100" y="1390269"/>
                  </a:cubicBezTo>
                  <a:cubicBezTo>
                    <a:pt x="2744153" y="1338453"/>
                    <a:pt x="2781586" y="1286732"/>
                    <a:pt x="2812352" y="1230916"/>
                  </a:cubicBezTo>
                  <a:cubicBezTo>
                    <a:pt x="2846546" y="1168908"/>
                    <a:pt x="2872550" y="1102900"/>
                    <a:pt x="2898172" y="1036987"/>
                  </a:cubicBezTo>
                  <a:cubicBezTo>
                    <a:pt x="2922175" y="975455"/>
                    <a:pt x="2948273" y="914305"/>
                    <a:pt x="2963228" y="850011"/>
                  </a:cubicBezTo>
                  <a:cubicBezTo>
                    <a:pt x="2971229" y="815626"/>
                    <a:pt x="2976563" y="780764"/>
                    <a:pt x="2977325" y="745427"/>
                  </a:cubicBezTo>
                  <a:cubicBezTo>
                    <a:pt x="2979230" y="654844"/>
                    <a:pt x="2963323" y="564261"/>
                    <a:pt x="2929509" y="480155"/>
                  </a:cubicBezTo>
                  <a:cubicBezTo>
                    <a:pt x="2851309" y="285655"/>
                    <a:pt x="2563082" y="0"/>
                    <a:pt x="2563082" y="0"/>
                  </a:cubicBezTo>
                </a:path>
              </a:pathLst>
            </a:custGeom>
            <a:noFill/>
            <a:ln w="9525" cap="rnd">
              <a:solidFill>
                <a:schemeClr val="accent2">
                  <a:alpha val="50000"/>
                </a:schemeClr>
              </a:solidFill>
              <a:prstDash val="lgDash"/>
              <a:round/>
            </a:ln>
          </p:spPr>
          <p:txBody>
            <a:bodyPr rtlCol="0" anchor="ctr"/>
            <a:lstStyle/>
            <a:p>
              <a:endParaRPr lang="en-US"/>
            </a:p>
          </p:txBody>
        </p:sp>
        <p:sp>
          <p:nvSpPr>
            <p:cNvPr id="39" name="Freeform: Shape 17">
              <a:extLst>
                <a:ext uri="{FF2B5EF4-FFF2-40B4-BE49-F238E27FC236}">
                  <a16:creationId xmlns:a16="http://schemas.microsoft.com/office/drawing/2014/main" id="{5CEC0DB1-FD35-4E6A-A339-227F3A2D6191}"/>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25092" y="15178"/>
              <a:ext cx="1566146" cy="2737264"/>
            </a:xfrm>
            <a:custGeom>
              <a:avLst/>
              <a:gdLst>
                <a:gd name="connsiteX0" fmla="*/ 1707071 w 2356712"/>
                <a:gd name="connsiteY0" fmla="*/ 0 h 4118991"/>
                <a:gd name="connsiteX1" fmla="*/ 1824514 w 2356712"/>
                <a:gd name="connsiteY1" fmla="*/ 244697 h 4118991"/>
                <a:gd name="connsiteX2" fmla="*/ 1908715 w 2356712"/>
                <a:gd name="connsiteY2" fmla="*/ 328994 h 4118991"/>
                <a:gd name="connsiteX3" fmla="*/ 2226469 w 2356712"/>
                <a:gd name="connsiteY3" fmla="*/ 603695 h 4118991"/>
                <a:gd name="connsiteX4" fmla="*/ 2355628 w 2356712"/>
                <a:gd name="connsiteY4" fmla="*/ 900494 h 4118991"/>
                <a:gd name="connsiteX5" fmla="*/ 2281428 w 2356712"/>
                <a:gd name="connsiteY5" fmla="*/ 1206913 h 4118991"/>
                <a:gd name="connsiteX6" fmla="*/ 2092452 w 2356712"/>
                <a:gd name="connsiteY6" fmla="*/ 1460659 h 4118991"/>
                <a:gd name="connsiteX7" fmla="*/ 1834039 w 2356712"/>
                <a:gd name="connsiteY7" fmla="*/ 1625822 h 4118991"/>
                <a:gd name="connsiteX8" fmla="*/ 1558862 w 2356712"/>
                <a:gd name="connsiteY8" fmla="*/ 1743075 h 4118991"/>
                <a:gd name="connsiteX9" fmla="*/ 1386554 w 2356712"/>
                <a:gd name="connsiteY9" fmla="*/ 1869948 h 4118991"/>
                <a:gd name="connsiteX10" fmla="*/ 1271683 w 2356712"/>
                <a:gd name="connsiteY10" fmla="*/ 2073402 h 4118991"/>
                <a:gd name="connsiteX11" fmla="*/ 1178338 w 2356712"/>
                <a:gd name="connsiteY11" fmla="*/ 2355914 h 4118991"/>
                <a:gd name="connsiteX12" fmla="*/ 1113758 w 2356712"/>
                <a:gd name="connsiteY12" fmla="*/ 2578513 h 4118991"/>
                <a:gd name="connsiteX13" fmla="*/ 1034796 w 2356712"/>
                <a:gd name="connsiteY13" fmla="*/ 2834640 h 4118991"/>
                <a:gd name="connsiteX14" fmla="*/ 905637 w 2356712"/>
                <a:gd name="connsiteY14" fmla="*/ 3081242 h 4118991"/>
                <a:gd name="connsiteX15" fmla="*/ 793147 w 2356712"/>
                <a:gd name="connsiteY15" fmla="*/ 3258407 h 4118991"/>
                <a:gd name="connsiteX16" fmla="*/ 546735 w 2356712"/>
                <a:gd name="connsiteY16" fmla="*/ 3571970 h 4118991"/>
                <a:gd name="connsiteX17" fmla="*/ 346996 w 2356712"/>
                <a:gd name="connsiteY17" fmla="*/ 3771900 h 4118991"/>
                <a:gd name="connsiteX18" fmla="*/ 174689 w 2356712"/>
                <a:gd name="connsiteY18" fmla="*/ 3944207 h 4118991"/>
                <a:gd name="connsiteX19" fmla="*/ 0 w 2356712"/>
                <a:gd name="connsiteY19" fmla="*/ 4118991 h 411899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Lst>
              <a:rect l="l" t="t" r="r" b="b"/>
              <a:pathLst>
                <a:path w="2356712" h="4118991">
                  <a:moveTo>
                    <a:pt x="1707071" y="0"/>
                  </a:moveTo>
                  <a:cubicBezTo>
                    <a:pt x="1715357" y="22098"/>
                    <a:pt x="1812608" y="224409"/>
                    <a:pt x="1824514" y="244697"/>
                  </a:cubicBezTo>
                  <a:cubicBezTo>
                    <a:pt x="1844802" y="279273"/>
                    <a:pt x="1876996" y="304324"/>
                    <a:pt x="1908715" y="328994"/>
                  </a:cubicBezTo>
                  <a:cubicBezTo>
                    <a:pt x="2019967" y="415195"/>
                    <a:pt x="2137886" y="494633"/>
                    <a:pt x="2226469" y="603695"/>
                  </a:cubicBezTo>
                  <a:cubicBezTo>
                    <a:pt x="2296287" y="689610"/>
                    <a:pt x="2347817" y="790480"/>
                    <a:pt x="2355628" y="900494"/>
                  </a:cubicBezTo>
                  <a:cubicBezTo>
                    <a:pt x="2363248" y="1007078"/>
                    <a:pt x="2329910" y="1111187"/>
                    <a:pt x="2281428" y="1206913"/>
                  </a:cubicBezTo>
                  <a:cubicBezTo>
                    <a:pt x="2233422" y="1301877"/>
                    <a:pt x="2170938" y="1388936"/>
                    <a:pt x="2092452" y="1460659"/>
                  </a:cubicBezTo>
                  <a:cubicBezTo>
                    <a:pt x="2016538" y="1530001"/>
                    <a:pt x="1927765" y="1583436"/>
                    <a:pt x="1834039" y="1625822"/>
                  </a:cubicBezTo>
                  <a:cubicBezTo>
                    <a:pt x="1743075" y="1666970"/>
                    <a:pt x="1647730" y="1697736"/>
                    <a:pt x="1558862" y="1743075"/>
                  </a:cubicBezTo>
                  <a:cubicBezTo>
                    <a:pt x="1494758" y="1775841"/>
                    <a:pt x="1434275" y="1816132"/>
                    <a:pt x="1386554" y="1869948"/>
                  </a:cubicBezTo>
                  <a:cubicBezTo>
                    <a:pt x="1334548" y="1928622"/>
                    <a:pt x="1300544" y="2000345"/>
                    <a:pt x="1271683" y="2073402"/>
                  </a:cubicBezTo>
                  <a:cubicBezTo>
                    <a:pt x="1235202" y="2165699"/>
                    <a:pt x="1206722" y="2260759"/>
                    <a:pt x="1178338" y="2355914"/>
                  </a:cubicBezTo>
                  <a:cubicBezTo>
                    <a:pt x="1156240" y="2429923"/>
                    <a:pt x="1134237" y="2504028"/>
                    <a:pt x="1113758" y="2578513"/>
                  </a:cubicBezTo>
                  <a:cubicBezTo>
                    <a:pt x="1090041" y="2664714"/>
                    <a:pt x="1068134" y="2751678"/>
                    <a:pt x="1034796" y="2834640"/>
                  </a:cubicBezTo>
                  <a:cubicBezTo>
                    <a:pt x="1000125" y="2920841"/>
                    <a:pt x="953643" y="3001613"/>
                    <a:pt x="905637" y="3081242"/>
                  </a:cubicBezTo>
                  <a:cubicBezTo>
                    <a:pt x="869442" y="3141155"/>
                    <a:pt x="832295" y="3200400"/>
                    <a:pt x="793147" y="3258407"/>
                  </a:cubicBezTo>
                  <a:cubicBezTo>
                    <a:pt x="718661" y="3368802"/>
                    <a:pt x="637223" y="3474434"/>
                    <a:pt x="546735" y="3571970"/>
                  </a:cubicBezTo>
                  <a:cubicBezTo>
                    <a:pt x="482632" y="3641027"/>
                    <a:pt x="414147" y="3705797"/>
                    <a:pt x="346996" y="3771900"/>
                  </a:cubicBezTo>
                  <a:cubicBezTo>
                    <a:pt x="288989" y="3828764"/>
                    <a:pt x="232029" y="3886676"/>
                    <a:pt x="174689" y="3944207"/>
                  </a:cubicBezTo>
                  <a:cubicBezTo>
                    <a:pt x="116586" y="4002596"/>
                    <a:pt x="58293" y="4060698"/>
                    <a:pt x="0" y="4118991"/>
                  </a:cubicBezTo>
                </a:path>
              </a:pathLst>
            </a:custGeom>
            <a:noFill/>
            <a:ln w="9525" cap="rnd">
              <a:solidFill>
                <a:schemeClr val="accent2">
                  <a:alpha val="50000"/>
                </a:schemeClr>
              </a:solidFill>
              <a:prstDash val="lgDash"/>
              <a:round/>
            </a:ln>
          </p:spPr>
          <p:txBody>
            <a:bodyPr rtlCol="0" anchor="ctr"/>
            <a:lstStyle/>
            <a:p>
              <a:endParaRPr lang="en-US"/>
            </a:p>
          </p:txBody>
        </p:sp>
        <p:sp>
          <p:nvSpPr>
            <p:cNvPr id="40" name="Freeform: Shape 18">
              <a:extLst>
                <a:ext uri="{FF2B5EF4-FFF2-40B4-BE49-F238E27FC236}">
                  <a16:creationId xmlns:a16="http://schemas.microsoft.com/office/drawing/2014/main" id="{FE530033-EC4D-4252-B937-8ABB2D681DE0}"/>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10849" y="15178"/>
              <a:ext cx="1368431" cy="2644975"/>
            </a:xfrm>
            <a:custGeom>
              <a:avLst/>
              <a:gdLst>
                <a:gd name="connsiteX0" fmla="*/ 0 w 2059193"/>
                <a:gd name="connsiteY0" fmla="*/ 3980116 h 3980116"/>
                <a:gd name="connsiteX1" fmla="*/ 471583 w 2059193"/>
                <a:gd name="connsiteY1" fmla="*/ 3515678 h 3980116"/>
                <a:gd name="connsiteX2" fmla="*/ 758666 w 2059193"/>
                <a:gd name="connsiteY2" fmla="*/ 3163824 h 3980116"/>
                <a:gd name="connsiteX3" fmla="*/ 940499 w 2059193"/>
                <a:gd name="connsiteY3" fmla="*/ 2780824 h 3980116"/>
                <a:gd name="connsiteX4" fmla="*/ 1055370 w 2059193"/>
                <a:gd name="connsiteY4" fmla="*/ 2242185 h 3980116"/>
                <a:gd name="connsiteX5" fmla="*/ 1136714 w 2059193"/>
                <a:gd name="connsiteY5" fmla="*/ 1878330 h 3980116"/>
                <a:gd name="connsiteX6" fmla="*/ 1246727 w 2059193"/>
                <a:gd name="connsiteY6" fmla="*/ 1562386 h 3980116"/>
                <a:gd name="connsiteX7" fmla="*/ 1378363 w 2059193"/>
                <a:gd name="connsiteY7" fmla="*/ 1430750 h 3980116"/>
                <a:gd name="connsiteX8" fmla="*/ 1691831 w 2059193"/>
                <a:gd name="connsiteY8" fmla="*/ 1394841 h 3980116"/>
                <a:gd name="connsiteX9" fmla="*/ 1914335 w 2059193"/>
                <a:gd name="connsiteY9" fmla="*/ 1323023 h 3980116"/>
                <a:gd name="connsiteX10" fmla="*/ 2055495 w 2059193"/>
                <a:gd name="connsiteY10" fmla="*/ 1098042 h 3980116"/>
                <a:gd name="connsiteX11" fmla="*/ 2033969 w 2059193"/>
                <a:gd name="connsiteY11" fmla="*/ 930497 h 3980116"/>
                <a:gd name="connsiteX12" fmla="*/ 1885664 w 2059193"/>
                <a:gd name="connsiteY12" fmla="*/ 760571 h 3980116"/>
                <a:gd name="connsiteX13" fmla="*/ 1636871 w 2059193"/>
                <a:gd name="connsiteY13" fmla="*/ 612172 h 3980116"/>
                <a:gd name="connsiteX14" fmla="*/ 1335405 w 2059193"/>
                <a:gd name="connsiteY14" fmla="*/ 459010 h 3980116"/>
                <a:gd name="connsiteX15" fmla="*/ 1234916 w 2059193"/>
                <a:gd name="connsiteY15" fmla="*/ 269939 h 3980116"/>
                <a:gd name="connsiteX16" fmla="*/ 1386935 w 2059193"/>
                <a:gd name="connsiteY16" fmla="*/ 0 h 398011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Lst>
              <a:rect l="l" t="t" r="r" b="b"/>
              <a:pathLst>
                <a:path w="2059193" h="3980116">
                  <a:moveTo>
                    <a:pt x="0" y="3980116"/>
                  </a:moveTo>
                  <a:cubicBezTo>
                    <a:pt x="91345" y="3889534"/>
                    <a:pt x="382715" y="3608737"/>
                    <a:pt x="471583" y="3515678"/>
                  </a:cubicBezTo>
                  <a:cubicBezTo>
                    <a:pt x="576358" y="3405949"/>
                    <a:pt x="675989" y="3290983"/>
                    <a:pt x="758666" y="3163824"/>
                  </a:cubicBezTo>
                  <a:cubicBezTo>
                    <a:pt x="836105" y="3044857"/>
                    <a:pt x="897445" y="2916079"/>
                    <a:pt x="940499" y="2780824"/>
                  </a:cubicBezTo>
                  <a:cubicBezTo>
                    <a:pt x="996315" y="2605754"/>
                    <a:pt x="1020985" y="2422874"/>
                    <a:pt x="1055370" y="2242185"/>
                  </a:cubicBezTo>
                  <a:cubicBezTo>
                    <a:pt x="1078611" y="2120075"/>
                    <a:pt x="1107472" y="1999107"/>
                    <a:pt x="1136714" y="1878330"/>
                  </a:cubicBezTo>
                  <a:cubicBezTo>
                    <a:pt x="1163098" y="1769174"/>
                    <a:pt x="1189482" y="1658588"/>
                    <a:pt x="1246727" y="1562386"/>
                  </a:cubicBezTo>
                  <a:cubicBezTo>
                    <a:pt x="1279208" y="1507808"/>
                    <a:pt x="1321689" y="1459039"/>
                    <a:pt x="1378363" y="1430750"/>
                  </a:cubicBezTo>
                  <a:cubicBezTo>
                    <a:pt x="1473327" y="1383221"/>
                    <a:pt x="1584865" y="1402652"/>
                    <a:pt x="1691831" y="1394841"/>
                  </a:cubicBezTo>
                  <a:cubicBezTo>
                    <a:pt x="1771079" y="1389031"/>
                    <a:pt x="1849279" y="1368266"/>
                    <a:pt x="1914335" y="1323023"/>
                  </a:cubicBezTo>
                  <a:cubicBezTo>
                    <a:pt x="1989963" y="1270445"/>
                    <a:pt x="2041493" y="1189101"/>
                    <a:pt x="2055495" y="1098042"/>
                  </a:cubicBezTo>
                  <a:cubicBezTo>
                    <a:pt x="2064258" y="1041178"/>
                    <a:pt x="2057591" y="982980"/>
                    <a:pt x="2033969" y="930497"/>
                  </a:cubicBezTo>
                  <a:cubicBezTo>
                    <a:pt x="2002727" y="861060"/>
                    <a:pt x="1945958" y="807625"/>
                    <a:pt x="1885664" y="760571"/>
                  </a:cubicBezTo>
                  <a:cubicBezTo>
                    <a:pt x="1809179" y="700945"/>
                    <a:pt x="1725549" y="651415"/>
                    <a:pt x="1636871" y="612172"/>
                  </a:cubicBezTo>
                  <a:cubicBezTo>
                    <a:pt x="1532763" y="566071"/>
                    <a:pt x="1421606" y="532543"/>
                    <a:pt x="1335405" y="459010"/>
                  </a:cubicBezTo>
                  <a:cubicBezTo>
                    <a:pt x="1277969" y="409956"/>
                    <a:pt x="1232059" y="344615"/>
                    <a:pt x="1234916" y="269939"/>
                  </a:cubicBezTo>
                  <a:cubicBezTo>
                    <a:pt x="1237012" y="211741"/>
                    <a:pt x="1386935" y="0"/>
                    <a:pt x="1386935" y="0"/>
                  </a:cubicBezTo>
                </a:path>
              </a:pathLst>
            </a:custGeom>
            <a:noFill/>
            <a:ln w="9525" cap="rnd">
              <a:solidFill>
                <a:schemeClr val="accent2">
                  <a:alpha val="50000"/>
                </a:schemeClr>
              </a:solidFill>
              <a:prstDash val="lgDash"/>
              <a:round/>
            </a:ln>
          </p:spPr>
          <p:txBody>
            <a:bodyPr rtlCol="0" anchor="ctr"/>
            <a:lstStyle/>
            <a:p>
              <a:endParaRPr lang="en-US"/>
            </a:p>
          </p:txBody>
        </p:sp>
        <p:sp>
          <p:nvSpPr>
            <p:cNvPr id="41" name="Freeform: Shape 19">
              <a:extLst>
                <a:ext uri="{FF2B5EF4-FFF2-40B4-BE49-F238E27FC236}">
                  <a16:creationId xmlns:a16="http://schemas.microsoft.com/office/drawing/2014/main" id="{2136133D-A7F2-42FA-B919-60AC41C77853}"/>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18825" y="543780"/>
              <a:ext cx="494287" cy="1905590"/>
            </a:xfrm>
            <a:custGeom>
              <a:avLst/>
              <a:gdLst>
                <a:gd name="connsiteX0" fmla="*/ 11144 w 743796"/>
                <a:gd name="connsiteY0" fmla="*/ 0 h 2867501"/>
                <a:gd name="connsiteX1" fmla="*/ 353663 w 743796"/>
                <a:gd name="connsiteY1" fmla="*/ 55245 h 2867501"/>
                <a:gd name="connsiteX2" fmla="*/ 571405 w 743796"/>
                <a:gd name="connsiteY2" fmla="*/ 179737 h 2867501"/>
                <a:gd name="connsiteX3" fmla="*/ 688658 w 743796"/>
                <a:gd name="connsiteY3" fmla="*/ 368808 h 2867501"/>
                <a:gd name="connsiteX4" fmla="*/ 731711 w 743796"/>
                <a:gd name="connsiteY4" fmla="*/ 612934 h 2867501"/>
                <a:gd name="connsiteX5" fmla="*/ 725233 w 743796"/>
                <a:gd name="connsiteY5" fmla="*/ 995648 h 2867501"/>
                <a:gd name="connsiteX6" fmla="*/ 742855 w 743796"/>
                <a:gd name="connsiteY6" fmla="*/ 1499330 h 2867501"/>
                <a:gd name="connsiteX7" fmla="*/ 707898 w 743796"/>
                <a:gd name="connsiteY7" fmla="*/ 1793081 h 2867501"/>
                <a:gd name="connsiteX8" fmla="*/ 633222 w 743796"/>
                <a:gd name="connsiteY8" fmla="*/ 2073592 h 2867501"/>
                <a:gd name="connsiteX9" fmla="*/ 404527 w 743796"/>
                <a:gd name="connsiteY9" fmla="*/ 2472404 h 2867501"/>
                <a:gd name="connsiteX10" fmla="*/ 0 w 743796"/>
                <a:gd name="connsiteY10" fmla="*/ 2867501 h 286750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743796" h="2867501">
                  <a:moveTo>
                    <a:pt x="11144" y="0"/>
                  </a:moveTo>
                  <a:cubicBezTo>
                    <a:pt x="101060" y="2953"/>
                    <a:pt x="268796" y="25146"/>
                    <a:pt x="353663" y="55245"/>
                  </a:cubicBezTo>
                  <a:cubicBezTo>
                    <a:pt x="433483" y="83534"/>
                    <a:pt x="510635" y="120967"/>
                    <a:pt x="571405" y="179737"/>
                  </a:cubicBezTo>
                  <a:cubicBezTo>
                    <a:pt x="625412" y="231934"/>
                    <a:pt x="663607" y="297942"/>
                    <a:pt x="688658" y="368808"/>
                  </a:cubicBezTo>
                  <a:cubicBezTo>
                    <a:pt x="716375" y="447103"/>
                    <a:pt x="727996" y="529876"/>
                    <a:pt x="731711" y="612934"/>
                  </a:cubicBezTo>
                  <a:cubicBezTo>
                    <a:pt x="737426" y="740474"/>
                    <a:pt x="724948" y="867918"/>
                    <a:pt x="725233" y="995648"/>
                  </a:cubicBezTo>
                  <a:cubicBezTo>
                    <a:pt x="725710" y="1163765"/>
                    <a:pt x="748665" y="1331309"/>
                    <a:pt x="742855" y="1499330"/>
                  </a:cubicBezTo>
                  <a:cubicBezTo>
                    <a:pt x="739426" y="1598009"/>
                    <a:pt x="725996" y="1696022"/>
                    <a:pt x="707898" y="1793081"/>
                  </a:cubicBezTo>
                  <a:cubicBezTo>
                    <a:pt x="690086" y="1888426"/>
                    <a:pt x="666845" y="1982724"/>
                    <a:pt x="633222" y="2073592"/>
                  </a:cubicBezTo>
                  <a:cubicBezTo>
                    <a:pt x="579692" y="2218182"/>
                    <a:pt x="499682" y="2351056"/>
                    <a:pt x="404527" y="2472404"/>
                  </a:cubicBezTo>
                  <a:cubicBezTo>
                    <a:pt x="266033" y="2648902"/>
                    <a:pt x="179642" y="2732818"/>
                    <a:pt x="0" y="2867501"/>
                  </a:cubicBezTo>
                </a:path>
              </a:pathLst>
            </a:custGeom>
            <a:noFill/>
            <a:ln w="9525" cap="rnd">
              <a:solidFill>
                <a:schemeClr val="accent2">
                  <a:alpha val="50000"/>
                </a:schemeClr>
              </a:solidFill>
              <a:prstDash val="lgDash"/>
              <a:round/>
            </a:ln>
          </p:spPr>
          <p:txBody>
            <a:bodyPr rtlCol="0" anchor="ctr"/>
            <a:lstStyle/>
            <a:p>
              <a:endParaRPr lang="en-US"/>
            </a:p>
          </p:txBody>
        </p:sp>
        <p:sp>
          <p:nvSpPr>
            <p:cNvPr id="42" name="Freeform: Shape 20">
              <a:extLst>
                <a:ext uri="{FF2B5EF4-FFF2-40B4-BE49-F238E27FC236}">
                  <a16:creationId xmlns:a16="http://schemas.microsoft.com/office/drawing/2014/main" id="{54D267CA-94E7-4FD5-942D-5C3DE29C9118}"/>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10849" y="672286"/>
              <a:ext cx="396930" cy="1690303"/>
            </a:xfrm>
            <a:custGeom>
              <a:avLst/>
              <a:gdLst>
                <a:gd name="connsiteX0" fmla="*/ 16478 w 597294"/>
                <a:gd name="connsiteY0" fmla="*/ 2079 h 2543540"/>
                <a:gd name="connsiteX1" fmla="*/ 299847 w 597294"/>
                <a:gd name="connsiteY1" fmla="*/ 53991 h 2543540"/>
                <a:gd name="connsiteX2" fmla="*/ 503206 w 597294"/>
                <a:gd name="connsiteY2" fmla="*/ 291354 h 2543540"/>
                <a:gd name="connsiteX3" fmla="*/ 525113 w 597294"/>
                <a:gd name="connsiteY3" fmla="*/ 724265 h 2543540"/>
                <a:gd name="connsiteX4" fmla="*/ 578930 w 597294"/>
                <a:gd name="connsiteY4" fmla="*/ 1117267 h 2543540"/>
                <a:gd name="connsiteX5" fmla="*/ 592931 w 597294"/>
                <a:gd name="connsiteY5" fmla="*/ 1476359 h 2543540"/>
                <a:gd name="connsiteX6" fmla="*/ 503206 w 597294"/>
                <a:gd name="connsiteY6" fmla="*/ 1859359 h 2543540"/>
                <a:gd name="connsiteX7" fmla="*/ 291846 w 597294"/>
                <a:gd name="connsiteY7" fmla="*/ 2250361 h 2543540"/>
                <a:gd name="connsiteX8" fmla="*/ 0 w 597294"/>
                <a:gd name="connsiteY8" fmla="*/ 2543540 h 254354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597294" h="2543540">
                  <a:moveTo>
                    <a:pt x="16478" y="2079"/>
                  </a:moveTo>
                  <a:cubicBezTo>
                    <a:pt x="101441" y="-6684"/>
                    <a:pt x="224885" y="12557"/>
                    <a:pt x="299847" y="53991"/>
                  </a:cubicBezTo>
                  <a:cubicBezTo>
                    <a:pt x="394240" y="106092"/>
                    <a:pt x="468440" y="189341"/>
                    <a:pt x="503206" y="291354"/>
                  </a:cubicBezTo>
                  <a:cubicBezTo>
                    <a:pt x="550069" y="429085"/>
                    <a:pt x="520827" y="577770"/>
                    <a:pt x="525113" y="724265"/>
                  </a:cubicBezTo>
                  <a:cubicBezTo>
                    <a:pt x="529019" y="856472"/>
                    <a:pt x="561118" y="986012"/>
                    <a:pt x="578930" y="1117267"/>
                  </a:cubicBezTo>
                  <a:cubicBezTo>
                    <a:pt x="595122" y="1236234"/>
                    <a:pt x="602742" y="1356630"/>
                    <a:pt x="592931" y="1476359"/>
                  </a:cubicBezTo>
                  <a:cubicBezTo>
                    <a:pt x="582073" y="1607709"/>
                    <a:pt x="549783" y="1736011"/>
                    <a:pt x="503206" y="1859359"/>
                  </a:cubicBezTo>
                  <a:cubicBezTo>
                    <a:pt x="450628" y="1998710"/>
                    <a:pt x="383857" y="2133298"/>
                    <a:pt x="291846" y="2250361"/>
                  </a:cubicBezTo>
                  <a:cubicBezTo>
                    <a:pt x="231553" y="2327132"/>
                    <a:pt x="73819" y="2479532"/>
                    <a:pt x="0" y="2543540"/>
                  </a:cubicBezTo>
                </a:path>
              </a:pathLst>
            </a:custGeom>
            <a:noFill/>
            <a:ln w="9525" cap="rnd">
              <a:solidFill>
                <a:schemeClr val="accent2">
                  <a:alpha val="50000"/>
                </a:schemeClr>
              </a:solidFill>
              <a:prstDash val="lgDash"/>
              <a:round/>
            </a:ln>
          </p:spPr>
          <p:txBody>
            <a:bodyPr rtlCol="0" anchor="ctr"/>
            <a:lstStyle/>
            <a:p>
              <a:endParaRPr lang="en-US"/>
            </a:p>
          </p:txBody>
        </p:sp>
        <p:sp>
          <p:nvSpPr>
            <p:cNvPr id="22" name="Freeform: Shape 21">
              <a:extLst>
                <a:ext uri="{FF2B5EF4-FFF2-40B4-BE49-F238E27FC236}">
                  <a16:creationId xmlns:a16="http://schemas.microsoft.com/office/drawing/2014/main" id="{30D7B39F-6C07-4FE8-A354-9F9A12609121}"/>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23002" y="881264"/>
              <a:ext cx="258791" cy="1336561"/>
            </a:xfrm>
            <a:custGeom>
              <a:avLst/>
              <a:gdLst>
                <a:gd name="connsiteX0" fmla="*/ 0 w 389425"/>
                <a:gd name="connsiteY0" fmla="*/ 33 h 2011236"/>
                <a:gd name="connsiteX1" fmla="*/ 171260 w 389425"/>
                <a:gd name="connsiteY1" fmla="*/ 60326 h 2011236"/>
                <a:gd name="connsiteX2" fmla="*/ 211455 w 389425"/>
                <a:gd name="connsiteY2" fmla="*/ 221204 h 2011236"/>
                <a:gd name="connsiteX3" fmla="*/ 243078 w 389425"/>
                <a:gd name="connsiteY3" fmla="*/ 448089 h 2011236"/>
                <a:gd name="connsiteX4" fmla="*/ 346424 w 389425"/>
                <a:gd name="connsiteY4" fmla="*/ 789941 h 2011236"/>
                <a:gd name="connsiteX5" fmla="*/ 372237 w 389425"/>
                <a:gd name="connsiteY5" fmla="*/ 942151 h 2011236"/>
                <a:gd name="connsiteX6" fmla="*/ 386620 w 389425"/>
                <a:gd name="connsiteY6" fmla="*/ 1272478 h 2011236"/>
                <a:gd name="connsiteX7" fmla="*/ 280416 w 389425"/>
                <a:gd name="connsiteY7" fmla="*/ 1660241 h 2011236"/>
                <a:gd name="connsiteX8" fmla="*/ 151257 w 389425"/>
                <a:gd name="connsiteY8" fmla="*/ 1844073 h 2011236"/>
                <a:gd name="connsiteX9" fmla="*/ 1905 w 389425"/>
                <a:gd name="connsiteY9" fmla="*/ 2011237 h 201123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389425" h="2011236">
                  <a:moveTo>
                    <a:pt x="0" y="33"/>
                  </a:moveTo>
                  <a:cubicBezTo>
                    <a:pt x="57912" y="-824"/>
                    <a:pt x="136112" y="14892"/>
                    <a:pt x="171260" y="60326"/>
                  </a:cubicBezTo>
                  <a:cubicBezTo>
                    <a:pt x="205645" y="104903"/>
                    <a:pt x="207740" y="164244"/>
                    <a:pt x="211455" y="221204"/>
                  </a:cubicBezTo>
                  <a:cubicBezTo>
                    <a:pt x="216408" y="297594"/>
                    <a:pt x="225838" y="373604"/>
                    <a:pt x="243078" y="448089"/>
                  </a:cubicBezTo>
                  <a:cubicBezTo>
                    <a:pt x="269939" y="564199"/>
                    <a:pt x="319183" y="673927"/>
                    <a:pt x="346424" y="789941"/>
                  </a:cubicBezTo>
                  <a:cubicBezTo>
                    <a:pt x="358235" y="840043"/>
                    <a:pt x="365951" y="891097"/>
                    <a:pt x="372237" y="942151"/>
                  </a:cubicBezTo>
                  <a:cubicBezTo>
                    <a:pt x="385858" y="1051784"/>
                    <a:pt x="394049" y="1162274"/>
                    <a:pt x="386620" y="1272478"/>
                  </a:cubicBezTo>
                  <a:cubicBezTo>
                    <a:pt x="377476" y="1407828"/>
                    <a:pt x="344996" y="1541178"/>
                    <a:pt x="280416" y="1660241"/>
                  </a:cubicBezTo>
                  <a:cubicBezTo>
                    <a:pt x="244602" y="1726249"/>
                    <a:pt x="199358" y="1786352"/>
                    <a:pt x="151257" y="1844073"/>
                  </a:cubicBezTo>
                  <a:cubicBezTo>
                    <a:pt x="79534" y="1930084"/>
                    <a:pt x="89345" y="1941419"/>
                    <a:pt x="1905" y="2011237"/>
                  </a:cubicBezTo>
                </a:path>
              </a:pathLst>
            </a:custGeom>
            <a:noFill/>
            <a:ln w="9525" cap="rnd">
              <a:solidFill>
                <a:schemeClr val="accent2">
                  <a:alpha val="50000"/>
                </a:schemeClr>
              </a:solidFill>
              <a:prstDash val="lgDash"/>
              <a:round/>
            </a:ln>
          </p:spPr>
          <p:txBody>
            <a:bodyPr rtlCol="0" anchor="ctr"/>
            <a:lstStyle/>
            <a:p>
              <a:endParaRPr lang="en-US" dirty="0"/>
            </a:p>
          </p:txBody>
        </p:sp>
      </p:grpSp>
      <p:grpSp>
        <p:nvGrpSpPr>
          <p:cNvPr id="24" name="Bottom Right">
            <a:extLst>
              <a:ext uri="{FF2B5EF4-FFF2-40B4-BE49-F238E27FC236}">
                <a16:creationId xmlns:a16="http://schemas.microsoft.com/office/drawing/2014/main" id="{C493BE25-7BED-4AAF-B05A-9EB10C80EF72}"/>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7980400" y="3276601"/>
            <a:ext cx="4211600" cy="3581399"/>
            <a:chOff x="7980400" y="3276601"/>
            <a:chExt cx="4211600" cy="3581399"/>
          </a:xfrm>
        </p:grpSpPr>
        <p:sp>
          <p:nvSpPr>
            <p:cNvPr id="43" name="Freeform: Shape 24">
              <a:extLst>
                <a:ext uri="{FF2B5EF4-FFF2-40B4-BE49-F238E27FC236}">
                  <a16:creationId xmlns:a16="http://schemas.microsoft.com/office/drawing/2014/main" id="{2C74F867-72FD-4FAA-9932-767684A7589C}"/>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10439256" y="6178637"/>
              <a:ext cx="1482102" cy="679363"/>
            </a:xfrm>
            <a:custGeom>
              <a:avLst/>
              <a:gdLst>
                <a:gd name="connsiteX0" fmla="*/ 741051 w 1482102"/>
                <a:gd name="connsiteY0" fmla="*/ 0 h 679363"/>
                <a:gd name="connsiteX1" fmla="*/ 1473822 w 1482102"/>
                <a:gd name="connsiteY1" fmla="*/ 597226 h 679363"/>
                <a:gd name="connsiteX2" fmla="*/ 1482102 w 1482102"/>
                <a:gd name="connsiteY2" fmla="*/ 679363 h 679363"/>
                <a:gd name="connsiteX3" fmla="*/ 0 w 1482102"/>
                <a:gd name="connsiteY3" fmla="*/ 679363 h 679363"/>
                <a:gd name="connsiteX4" fmla="*/ 8280 w 1482102"/>
                <a:gd name="connsiteY4" fmla="*/ 597226 h 679363"/>
                <a:gd name="connsiteX5" fmla="*/ 741051 w 1482102"/>
                <a:gd name="connsiteY5" fmla="*/ 0 h 67936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1482102" h="679363">
                  <a:moveTo>
                    <a:pt x="741051" y="0"/>
                  </a:moveTo>
                  <a:cubicBezTo>
                    <a:pt x="1102506" y="0"/>
                    <a:pt x="1404077" y="256390"/>
                    <a:pt x="1473822" y="597226"/>
                  </a:cubicBezTo>
                  <a:lnTo>
                    <a:pt x="1482102" y="679363"/>
                  </a:lnTo>
                  <a:lnTo>
                    <a:pt x="0" y="679363"/>
                  </a:lnTo>
                  <a:lnTo>
                    <a:pt x="8280" y="597226"/>
                  </a:lnTo>
                  <a:cubicBezTo>
                    <a:pt x="78025" y="256390"/>
                    <a:pt x="379596" y="0"/>
                    <a:pt x="741051" y="0"/>
                  </a:cubicBezTo>
                  <a:close/>
                </a:path>
              </a:pathLst>
            </a:cu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dirty="0">
                <a:solidFill>
                  <a:schemeClr val="tx1">
                    <a:lumMod val="65000"/>
                    <a:lumOff val="35000"/>
                  </a:schemeClr>
                </a:solidFill>
                <a:latin typeface="AvenirNext LT Pro Medium" panose="020B0504020202020204" pitchFamily="34" charset="0"/>
              </a:endParaRPr>
            </a:p>
          </p:txBody>
        </p:sp>
        <p:grpSp>
          <p:nvGrpSpPr>
            <p:cNvPr id="44" name="Graphic 157">
              <a:extLst>
                <a:ext uri="{FF2B5EF4-FFF2-40B4-BE49-F238E27FC236}">
                  <a16:creationId xmlns:a16="http://schemas.microsoft.com/office/drawing/2014/main" id="{186A5D6B-01F1-41A2-8AE2-E20E30B0488B}"/>
                </a:ext>
                <a:ext uri="{C183D7F6-B498-43B3-948B-1728B52AA6E4}">
                  <adec:decorative xmlns:adec="http://schemas.microsoft.com/office/drawing/2017/decorative" val="1"/>
                </a:ext>
              </a:extLst>
            </p:cNvPr>
            <p:cNvGrpSpPr/>
            <p:nvPr>
              <p:extLst>
                <p:ext uri="{386F3935-93C4-4BCD-93E2-E3B085C9AB24}">
                  <p16:designElem xmlns:p16="http://schemas.microsoft.com/office/powerpoint/2015/main" val="1"/>
                </p:ext>
              </p:extLst>
            </p:nvPr>
          </p:nvGrpSpPr>
          <p:grpSpPr>
            <a:xfrm>
              <a:off x="8662740" y="3276601"/>
              <a:ext cx="3529260" cy="3581398"/>
              <a:chOff x="4114800" y="1423987"/>
              <a:chExt cx="3961542" cy="4007547"/>
            </a:xfrm>
            <a:noFill/>
          </p:grpSpPr>
          <p:sp>
            <p:nvSpPr>
              <p:cNvPr id="45" name="Freeform: Shape 27">
                <a:extLst>
                  <a:ext uri="{FF2B5EF4-FFF2-40B4-BE49-F238E27FC236}">
                    <a16:creationId xmlns:a16="http://schemas.microsoft.com/office/drawing/2014/main" id="{6FB5D595-CCC3-47E7-B8F1-88394EF1FDF1}"/>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4114800" y="1423987"/>
                <a:ext cx="3946874" cy="3989641"/>
              </a:xfrm>
              <a:custGeom>
                <a:avLst/>
                <a:gdLst>
                  <a:gd name="connsiteX0" fmla="*/ 0 w 3946874"/>
                  <a:gd name="connsiteY0" fmla="*/ 3989641 h 3989641"/>
                  <a:gd name="connsiteX1" fmla="*/ 79439 w 3946874"/>
                  <a:gd name="connsiteY1" fmla="*/ 3891153 h 3989641"/>
                  <a:gd name="connsiteX2" fmla="*/ 297371 w 3946874"/>
                  <a:gd name="connsiteY2" fmla="*/ 3626930 h 3989641"/>
                  <a:gd name="connsiteX3" fmla="*/ 454343 w 3946874"/>
                  <a:gd name="connsiteY3" fmla="*/ 3440335 h 3989641"/>
                  <a:gd name="connsiteX4" fmla="*/ 622363 w 3946874"/>
                  <a:gd name="connsiteY4" fmla="*/ 3290697 h 3989641"/>
                  <a:gd name="connsiteX5" fmla="*/ 927068 w 3946874"/>
                  <a:gd name="connsiteY5" fmla="*/ 3087434 h 3989641"/>
                  <a:gd name="connsiteX6" fmla="*/ 1176338 w 3946874"/>
                  <a:gd name="connsiteY6" fmla="*/ 2915603 h 3989641"/>
                  <a:gd name="connsiteX7" fmla="*/ 1394270 w 3946874"/>
                  <a:gd name="connsiteY7" fmla="*/ 2780729 h 3989641"/>
                  <a:gd name="connsiteX8" fmla="*/ 1601057 w 3946874"/>
                  <a:gd name="connsiteY8" fmla="*/ 2723483 h 3989641"/>
                  <a:gd name="connsiteX9" fmla="*/ 1756220 w 3946874"/>
                  <a:gd name="connsiteY9" fmla="*/ 2743772 h 3989641"/>
                  <a:gd name="connsiteX10" fmla="*/ 1889189 w 3946874"/>
                  <a:gd name="connsiteY10" fmla="*/ 2765965 h 3989641"/>
                  <a:gd name="connsiteX11" fmla="*/ 2007394 w 3946874"/>
                  <a:gd name="connsiteY11" fmla="*/ 2765965 h 3989641"/>
                  <a:gd name="connsiteX12" fmla="*/ 2184654 w 3946874"/>
                  <a:gd name="connsiteY12" fmla="*/ 2671763 h 3989641"/>
                  <a:gd name="connsiteX13" fmla="*/ 2372773 w 3946874"/>
                  <a:gd name="connsiteY13" fmla="*/ 2538984 h 3989641"/>
                  <a:gd name="connsiteX14" fmla="*/ 2439543 w 3946874"/>
                  <a:gd name="connsiteY14" fmla="*/ 2510504 h 3989641"/>
                  <a:gd name="connsiteX15" fmla="*/ 2650617 w 3946874"/>
                  <a:gd name="connsiteY15" fmla="*/ 2434781 h 3989641"/>
                  <a:gd name="connsiteX16" fmla="*/ 2785110 w 3946874"/>
                  <a:gd name="connsiteY16" fmla="*/ 2383060 h 3989641"/>
                  <a:gd name="connsiteX17" fmla="*/ 2897315 w 3946874"/>
                  <a:gd name="connsiteY17" fmla="*/ 2318861 h 3989641"/>
                  <a:gd name="connsiteX18" fmla="*/ 2997994 w 3946874"/>
                  <a:gd name="connsiteY18" fmla="*/ 2226183 h 3989641"/>
                  <a:gd name="connsiteX19" fmla="*/ 3061240 w 3946874"/>
                  <a:gd name="connsiteY19" fmla="*/ 2141506 h 3989641"/>
                  <a:gd name="connsiteX20" fmla="*/ 3152108 w 3946874"/>
                  <a:gd name="connsiteY20" fmla="*/ 2005203 h 3989641"/>
                  <a:gd name="connsiteX21" fmla="*/ 3274124 w 3946874"/>
                  <a:gd name="connsiteY21" fmla="*/ 1871567 h 3989641"/>
                  <a:gd name="connsiteX22" fmla="*/ 3388138 w 3946874"/>
                  <a:gd name="connsiteY22" fmla="*/ 1770888 h 3989641"/>
                  <a:gd name="connsiteX23" fmla="*/ 3466529 w 3946874"/>
                  <a:gd name="connsiteY23" fmla="*/ 1679162 h 3989641"/>
                  <a:gd name="connsiteX24" fmla="*/ 3538633 w 3946874"/>
                  <a:gd name="connsiteY24" fmla="*/ 1551718 h 3989641"/>
                  <a:gd name="connsiteX25" fmla="*/ 3588544 w 3946874"/>
                  <a:gd name="connsiteY25" fmla="*/ 1376172 h 3989641"/>
                  <a:gd name="connsiteX26" fmla="*/ 3597402 w 3946874"/>
                  <a:gd name="connsiteY26" fmla="*/ 1293305 h 3989641"/>
                  <a:gd name="connsiteX27" fmla="*/ 3721227 w 3946874"/>
                  <a:gd name="connsiteY27" fmla="*/ 880491 h 3989641"/>
                  <a:gd name="connsiteX28" fmla="*/ 3761137 w 3946874"/>
                  <a:gd name="connsiteY28" fmla="*/ 463677 h 3989641"/>
                  <a:gd name="connsiteX29" fmla="*/ 3946874 w 3946874"/>
                  <a:gd name="connsiteY29" fmla="*/ 0 h 398964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Lst>
                <a:rect l="l" t="t" r="r" b="b"/>
                <a:pathLst>
                  <a:path w="3946874" h="3989641">
                    <a:moveTo>
                      <a:pt x="0" y="3989641"/>
                    </a:moveTo>
                    <a:cubicBezTo>
                      <a:pt x="19050" y="3957257"/>
                      <a:pt x="50959" y="3916013"/>
                      <a:pt x="79439" y="3891153"/>
                    </a:cubicBezTo>
                    <a:cubicBezTo>
                      <a:pt x="165544" y="3815906"/>
                      <a:pt x="227933" y="3717989"/>
                      <a:pt x="297371" y="3626930"/>
                    </a:cubicBezTo>
                    <a:cubicBezTo>
                      <a:pt x="346615" y="3562255"/>
                      <a:pt x="398050" y="3499009"/>
                      <a:pt x="454343" y="3440335"/>
                    </a:cubicBezTo>
                    <a:cubicBezTo>
                      <a:pt x="506349" y="3386042"/>
                      <a:pt x="562642" y="3336227"/>
                      <a:pt x="622363" y="3290697"/>
                    </a:cubicBezTo>
                    <a:cubicBezTo>
                      <a:pt x="719519" y="3216688"/>
                      <a:pt x="824960" y="3154585"/>
                      <a:pt x="927068" y="3087434"/>
                    </a:cubicBezTo>
                    <a:cubicBezTo>
                      <a:pt x="1011365" y="3031998"/>
                      <a:pt x="1093565" y="2973324"/>
                      <a:pt x="1176338" y="2915603"/>
                    </a:cubicBezTo>
                    <a:cubicBezTo>
                      <a:pt x="1246537" y="2866644"/>
                      <a:pt x="1317308" y="2818066"/>
                      <a:pt x="1394270" y="2780729"/>
                    </a:cubicBezTo>
                    <a:cubicBezTo>
                      <a:pt x="1459421" y="2749106"/>
                      <a:pt x="1528763" y="2724436"/>
                      <a:pt x="1601057" y="2723483"/>
                    </a:cubicBezTo>
                    <a:cubicBezTo>
                      <a:pt x="1653350" y="2722721"/>
                      <a:pt x="1704785" y="2733485"/>
                      <a:pt x="1756220" y="2743772"/>
                    </a:cubicBezTo>
                    <a:cubicBezTo>
                      <a:pt x="1800320" y="2752630"/>
                      <a:pt x="1844612" y="2760250"/>
                      <a:pt x="1889189" y="2765965"/>
                    </a:cubicBezTo>
                    <a:cubicBezTo>
                      <a:pt x="1928622" y="2771013"/>
                      <a:pt x="1968437" y="2773299"/>
                      <a:pt x="2007394" y="2765965"/>
                    </a:cubicBezTo>
                    <a:cubicBezTo>
                      <a:pt x="2073878" y="2753487"/>
                      <a:pt x="2130647" y="2712911"/>
                      <a:pt x="2184654" y="2671763"/>
                    </a:cubicBezTo>
                    <a:cubicBezTo>
                      <a:pt x="2245900" y="2625090"/>
                      <a:pt x="2304002" y="2573465"/>
                      <a:pt x="2372773" y="2538984"/>
                    </a:cubicBezTo>
                    <a:cubicBezTo>
                      <a:pt x="2394395" y="2528126"/>
                      <a:pt x="2416874" y="2518982"/>
                      <a:pt x="2439543" y="2510504"/>
                    </a:cubicBezTo>
                    <a:cubicBezTo>
                      <a:pt x="2509552" y="2484215"/>
                      <a:pt x="2580037" y="2459450"/>
                      <a:pt x="2650617" y="2434781"/>
                    </a:cubicBezTo>
                    <a:cubicBezTo>
                      <a:pt x="2695956" y="2418874"/>
                      <a:pt x="2741295" y="2402872"/>
                      <a:pt x="2785110" y="2383060"/>
                    </a:cubicBezTo>
                    <a:cubicBezTo>
                      <a:pt x="2824448" y="2365248"/>
                      <a:pt x="2862358" y="2344198"/>
                      <a:pt x="2897315" y="2318861"/>
                    </a:cubicBezTo>
                    <a:cubicBezTo>
                      <a:pt x="2934367" y="2292096"/>
                      <a:pt x="2968085" y="2260854"/>
                      <a:pt x="2997994" y="2226183"/>
                    </a:cubicBezTo>
                    <a:cubicBezTo>
                      <a:pt x="3020949" y="2199513"/>
                      <a:pt x="3041714" y="2170938"/>
                      <a:pt x="3061240" y="2141506"/>
                    </a:cubicBezTo>
                    <a:cubicBezTo>
                      <a:pt x="3091529" y="2095976"/>
                      <a:pt x="3119533" y="2049018"/>
                      <a:pt x="3152108" y="2005203"/>
                    </a:cubicBezTo>
                    <a:cubicBezTo>
                      <a:pt x="3188113" y="1956626"/>
                      <a:pt x="3229261" y="1912144"/>
                      <a:pt x="3274124" y="1871567"/>
                    </a:cubicBezTo>
                    <a:cubicBezTo>
                      <a:pt x="3311747" y="1837563"/>
                      <a:pt x="3351848" y="1806321"/>
                      <a:pt x="3388138" y="1770888"/>
                    </a:cubicBezTo>
                    <a:cubicBezTo>
                      <a:pt x="3416999" y="1742694"/>
                      <a:pt x="3443002" y="1711833"/>
                      <a:pt x="3466529" y="1679162"/>
                    </a:cubicBezTo>
                    <a:cubicBezTo>
                      <a:pt x="3495008" y="1639348"/>
                      <a:pt x="3519392" y="1596771"/>
                      <a:pt x="3538633" y="1551718"/>
                    </a:cubicBezTo>
                    <a:cubicBezTo>
                      <a:pt x="3562731" y="1495616"/>
                      <a:pt x="3578924" y="1436465"/>
                      <a:pt x="3588544" y="1376172"/>
                    </a:cubicBezTo>
                    <a:cubicBezTo>
                      <a:pt x="3592925" y="1348740"/>
                      <a:pt x="3595688" y="1321022"/>
                      <a:pt x="3597402" y="1293305"/>
                    </a:cubicBezTo>
                    <a:cubicBezTo>
                      <a:pt x="3605974" y="1155859"/>
                      <a:pt x="3717703" y="1018127"/>
                      <a:pt x="3721227" y="880491"/>
                    </a:cubicBezTo>
                    <a:cubicBezTo>
                      <a:pt x="3724751" y="740855"/>
                      <a:pt x="3743135" y="602171"/>
                      <a:pt x="3761137" y="463677"/>
                    </a:cubicBezTo>
                    <a:cubicBezTo>
                      <a:pt x="3776186" y="347758"/>
                      <a:pt x="3934968" y="116205"/>
                      <a:pt x="3946874" y="0"/>
                    </a:cubicBezTo>
                  </a:path>
                </a:pathLst>
              </a:custGeom>
              <a:noFill/>
              <a:ln w="9525" cap="rnd">
                <a:solidFill>
                  <a:schemeClr val="accent2">
                    <a:alpha val="35000"/>
                  </a:schemeClr>
                </a:solidFill>
                <a:prstDash val="lgDash"/>
                <a:round/>
              </a:ln>
            </p:spPr>
            <p:txBody>
              <a:bodyPr rtlCol="0" anchor="ctr"/>
              <a:lstStyle/>
              <a:p>
                <a:endParaRPr lang="en-US"/>
              </a:p>
            </p:txBody>
          </p:sp>
          <p:sp>
            <p:nvSpPr>
              <p:cNvPr id="46" name="Freeform: Shape 28">
                <a:extLst>
                  <a:ext uri="{FF2B5EF4-FFF2-40B4-BE49-F238E27FC236}">
                    <a16:creationId xmlns:a16="http://schemas.microsoft.com/office/drawing/2014/main" id="{E36CCDE7-57DC-4910-B815-A1C0C0D8D1C2}"/>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4395978" y="2441733"/>
                <a:ext cx="3665410" cy="2985611"/>
              </a:xfrm>
              <a:custGeom>
                <a:avLst/>
                <a:gdLst>
                  <a:gd name="connsiteX0" fmla="*/ 0 w 3665410"/>
                  <a:gd name="connsiteY0" fmla="*/ 2985611 h 2985611"/>
                  <a:gd name="connsiteX1" fmla="*/ 166211 w 3665410"/>
                  <a:gd name="connsiteY1" fmla="*/ 2699766 h 2985611"/>
                  <a:gd name="connsiteX2" fmla="*/ 397002 w 3665410"/>
                  <a:gd name="connsiteY2" fmla="*/ 2414969 h 2985611"/>
                  <a:gd name="connsiteX3" fmla="*/ 620173 w 3665410"/>
                  <a:gd name="connsiteY3" fmla="*/ 2237899 h 2985611"/>
                  <a:gd name="connsiteX4" fmla="*/ 823341 w 3665410"/>
                  <a:gd name="connsiteY4" fmla="*/ 2085499 h 2985611"/>
                  <a:gd name="connsiteX5" fmla="*/ 1089565 w 3665410"/>
                  <a:gd name="connsiteY5" fmla="*/ 1911477 h 2985611"/>
                  <a:gd name="connsiteX6" fmla="*/ 1145000 w 3665410"/>
                  <a:gd name="connsiteY6" fmla="*/ 1886807 h 2985611"/>
                  <a:gd name="connsiteX7" fmla="*/ 1375791 w 3665410"/>
                  <a:gd name="connsiteY7" fmla="*/ 1842135 h 2985611"/>
                  <a:gd name="connsiteX8" fmla="*/ 1486567 w 3665410"/>
                  <a:gd name="connsiteY8" fmla="*/ 1857566 h 2985611"/>
                  <a:gd name="connsiteX9" fmla="*/ 1568101 w 3665410"/>
                  <a:gd name="connsiteY9" fmla="*/ 1871377 h 2985611"/>
                  <a:gd name="connsiteX10" fmla="*/ 1810607 w 3665410"/>
                  <a:gd name="connsiteY10" fmla="*/ 1871377 h 2985611"/>
                  <a:gd name="connsiteX11" fmla="*/ 1997964 w 3665410"/>
                  <a:gd name="connsiteY11" fmla="*/ 1790605 h 2985611"/>
                  <a:gd name="connsiteX12" fmla="*/ 2109883 w 3665410"/>
                  <a:gd name="connsiteY12" fmla="*/ 1702784 h 2985611"/>
                  <a:gd name="connsiteX13" fmla="*/ 2321433 w 3665410"/>
                  <a:gd name="connsiteY13" fmla="*/ 1552384 h 2985611"/>
                  <a:gd name="connsiteX14" fmla="*/ 2558891 w 3665410"/>
                  <a:gd name="connsiteY14" fmla="*/ 1453420 h 2985611"/>
                  <a:gd name="connsiteX15" fmla="*/ 2709767 w 3665410"/>
                  <a:gd name="connsiteY15" fmla="*/ 1377887 h 2985611"/>
                  <a:gd name="connsiteX16" fmla="*/ 2885408 w 3665410"/>
                  <a:gd name="connsiteY16" fmla="*/ 1237393 h 2985611"/>
                  <a:gd name="connsiteX17" fmla="*/ 3017711 w 3665410"/>
                  <a:gd name="connsiteY17" fmla="*/ 1072229 h 2985611"/>
                  <a:gd name="connsiteX18" fmla="*/ 3150680 w 3665410"/>
                  <a:gd name="connsiteY18" fmla="*/ 921830 h 2985611"/>
                  <a:gd name="connsiteX19" fmla="*/ 3255169 w 3665410"/>
                  <a:gd name="connsiteY19" fmla="*/ 801815 h 2985611"/>
                  <a:gd name="connsiteX20" fmla="*/ 3339275 w 3665410"/>
                  <a:gd name="connsiteY20" fmla="*/ 694182 h 2985611"/>
                  <a:gd name="connsiteX21" fmla="*/ 3409188 w 3665410"/>
                  <a:gd name="connsiteY21" fmla="*/ 546926 h 2985611"/>
                  <a:gd name="connsiteX22" fmla="*/ 3464243 w 3665410"/>
                  <a:gd name="connsiteY22" fmla="*/ 347663 h 2985611"/>
                  <a:gd name="connsiteX23" fmla="*/ 3665411 w 3665410"/>
                  <a:gd name="connsiteY23" fmla="*/ 0 h 298561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Lst>
                <a:rect l="l" t="t" r="r" b="b"/>
                <a:pathLst>
                  <a:path w="3665410" h="2985611">
                    <a:moveTo>
                      <a:pt x="0" y="2985611"/>
                    </a:moveTo>
                    <a:cubicBezTo>
                      <a:pt x="0" y="2985611"/>
                      <a:pt x="86773" y="2802827"/>
                      <a:pt x="166211" y="2699766"/>
                    </a:cubicBezTo>
                    <a:cubicBezTo>
                      <a:pt x="240983" y="2602706"/>
                      <a:pt x="309182" y="2500122"/>
                      <a:pt x="397002" y="2414969"/>
                    </a:cubicBezTo>
                    <a:cubicBezTo>
                      <a:pt x="465296" y="2348865"/>
                      <a:pt x="543592" y="2294477"/>
                      <a:pt x="620173" y="2237899"/>
                    </a:cubicBezTo>
                    <a:cubicBezTo>
                      <a:pt x="688277" y="2187607"/>
                      <a:pt x="755333" y="2135886"/>
                      <a:pt x="823341" y="2085499"/>
                    </a:cubicBezTo>
                    <a:cubicBezTo>
                      <a:pt x="908685" y="2022253"/>
                      <a:pt x="994791" y="1959197"/>
                      <a:pt x="1089565" y="1911477"/>
                    </a:cubicBezTo>
                    <a:cubicBezTo>
                      <a:pt x="1107662" y="1902428"/>
                      <a:pt x="1126141" y="1894141"/>
                      <a:pt x="1145000" y="1886807"/>
                    </a:cubicBezTo>
                    <a:cubicBezTo>
                      <a:pt x="1218819" y="1858232"/>
                      <a:pt x="1296924" y="1838611"/>
                      <a:pt x="1375791" y="1842135"/>
                    </a:cubicBezTo>
                    <a:cubicBezTo>
                      <a:pt x="1413129" y="1843754"/>
                      <a:pt x="1449896" y="1850422"/>
                      <a:pt x="1486567" y="1857566"/>
                    </a:cubicBezTo>
                    <a:cubicBezTo>
                      <a:pt x="1513618" y="1862804"/>
                      <a:pt x="1540859" y="1867376"/>
                      <a:pt x="1568101" y="1871377"/>
                    </a:cubicBezTo>
                    <a:cubicBezTo>
                      <a:pt x="1648778" y="1883188"/>
                      <a:pt x="1730978" y="1887665"/>
                      <a:pt x="1810607" y="1871377"/>
                    </a:cubicBezTo>
                    <a:cubicBezTo>
                      <a:pt x="1877854" y="1857661"/>
                      <a:pt x="1941100" y="1829086"/>
                      <a:pt x="1997964" y="1790605"/>
                    </a:cubicBezTo>
                    <a:cubicBezTo>
                      <a:pt x="2037302" y="1764030"/>
                      <a:pt x="2073497" y="1733264"/>
                      <a:pt x="2109883" y="1702784"/>
                    </a:cubicBezTo>
                    <a:cubicBezTo>
                      <a:pt x="2176367" y="1647063"/>
                      <a:pt x="2244852" y="1593151"/>
                      <a:pt x="2321433" y="1552384"/>
                    </a:cubicBezTo>
                    <a:cubicBezTo>
                      <a:pt x="2397157" y="1512094"/>
                      <a:pt x="2479548" y="1486281"/>
                      <a:pt x="2558891" y="1453420"/>
                    </a:cubicBezTo>
                    <a:cubicBezTo>
                      <a:pt x="2610898" y="1431798"/>
                      <a:pt x="2661571" y="1407033"/>
                      <a:pt x="2709767" y="1377887"/>
                    </a:cubicBezTo>
                    <a:cubicBezTo>
                      <a:pt x="2774252" y="1338929"/>
                      <a:pt x="2834069" y="1292447"/>
                      <a:pt x="2885408" y="1237393"/>
                    </a:cubicBezTo>
                    <a:cubicBezTo>
                      <a:pt x="2933605" y="1185767"/>
                      <a:pt x="2973324" y="1127093"/>
                      <a:pt x="3017711" y="1072229"/>
                    </a:cubicBezTo>
                    <a:cubicBezTo>
                      <a:pt x="3059811" y="1020223"/>
                      <a:pt x="3105912" y="971645"/>
                      <a:pt x="3150680" y="921830"/>
                    </a:cubicBezTo>
                    <a:cubicBezTo>
                      <a:pt x="3186113" y="882396"/>
                      <a:pt x="3220593" y="842010"/>
                      <a:pt x="3255169" y="801815"/>
                    </a:cubicBezTo>
                    <a:cubicBezTo>
                      <a:pt x="3284887" y="767239"/>
                      <a:pt x="3314605" y="732473"/>
                      <a:pt x="3339275" y="694182"/>
                    </a:cubicBezTo>
                    <a:cubicBezTo>
                      <a:pt x="3368707" y="648367"/>
                      <a:pt x="3390138" y="597980"/>
                      <a:pt x="3409188" y="546926"/>
                    </a:cubicBezTo>
                    <a:cubicBezTo>
                      <a:pt x="3433382" y="482156"/>
                      <a:pt x="3453384" y="415861"/>
                      <a:pt x="3464243" y="347663"/>
                    </a:cubicBezTo>
                    <a:cubicBezTo>
                      <a:pt x="3476244" y="272224"/>
                      <a:pt x="3661696" y="76295"/>
                      <a:pt x="3665411" y="0"/>
                    </a:cubicBezTo>
                  </a:path>
                </a:pathLst>
              </a:custGeom>
              <a:noFill/>
              <a:ln w="9525" cap="rnd">
                <a:solidFill>
                  <a:schemeClr val="accent2">
                    <a:alpha val="35000"/>
                  </a:schemeClr>
                </a:solidFill>
                <a:prstDash val="lgDash"/>
                <a:round/>
              </a:ln>
            </p:spPr>
            <p:txBody>
              <a:bodyPr rtlCol="0" anchor="ctr"/>
              <a:lstStyle/>
              <a:p>
                <a:endParaRPr lang="en-US"/>
              </a:p>
            </p:txBody>
          </p:sp>
          <p:sp>
            <p:nvSpPr>
              <p:cNvPr id="47" name="Freeform: Shape 29">
                <a:extLst>
                  <a:ext uri="{FF2B5EF4-FFF2-40B4-BE49-F238E27FC236}">
                    <a16:creationId xmlns:a16="http://schemas.microsoft.com/office/drawing/2014/main" id="{005B41E5-C3EB-4C22-B6DE-8928C8314EEB}"/>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7790402" y="5229700"/>
                <a:ext cx="285940" cy="199072"/>
              </a:xfrm>
              <a:custGeom>
                <a:avLst/>
                <a:gdLst>
                  <a:gd name="connsiteX0" fmla="*/ 0 w 285940"/>
                  <a:gd name="connsiteY0" fmla="*/ 199073 h 199072"/>
                  <a:gd name="connsiteX1" fmla="*/ 285940 w 285940"/>
                  <a:gd name="connsiteY1" fmla="*/ 0 h 199072"/>
                </a:gdLst>
                <a:ahLst/>
                <a:cxnLst>
                  <a:cxn ang="0">
                    <a:pos x="connsiteX0" y="connsiteY0"/>
                  </a:cxn>
                  <a:cxn ang="0">
                    <a:pos x="connsiteX1" y="connsiteY1"/>
                  </a:cxn>
                </a:cxnLst>
                <a:rect l="l" t="t" r="r" b="b"/>
                <a:pathLst>
                  <a:path w="285940" h="199072">
                    <a:moveTo>
                      <a:pt x="0" y="199073"/>
                    </a:moveTo>
                    <a:cubicBezTo>
                      <a:pt x="0" y="199073"/>
                      <a:pt x="242125" y="39243"/>
                      <a:pt x="285940" y="0"/>
                    </a:cubicBezTo>
                  </a:path>
                </a:pathLst>
              </a:custGeom>
              <a:noFill/>
              <a:ln w="9525" cap="rnd">
                <a:solidFill>
                  <a:schemeClr val="accent2">
                    <a:alpha val="35000"/>
                  </a:schemeClr>
                </a:solidFill>
                <a:prstDash val="lgDash"/>
                <a:round/>
              </a:ln>
            </p:spPr>
            <p:txBody>
              <a:bodyPr rtlCol="0" anchor="ctr"/>
              <a:lstStyle/>
              <a:p>
                <a:endParaRPr lang="en-US"/>
              </a:p>
            </p:txBody>
          </p:sp>
          <p:sp>
            <p:nvSpPr>
              <p:cNvPr id="48" name="Freeform: Shape 30">
                <a:extLst>
                  <a:ext uri="{FF2B5EF4-FFF2-40B4-BE49-F238E27FC236}">
                    <a16:creationId xmlns:a16="http://schemas.microsoft.com/office/drawing/2014/main" id="{CC24D105-2918-455F-B496-92D82E1BD046}"/>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7393114" y="5049773"/>
                <a:ext cx="655796" cy="381190"/>
              </a:xfrm>
              <a:custGeom>
                <a:avLst/>
                <a:gdLst>
                  <a:gd name="connsiteX0" fmla="*/ 0 w 655796"/>
                  <a:gd name="connsiteY0" fmla="*/ 381190 h 381190"/>
                  <a:gd name="connsiteX1" fmla="*/ 655796 w 655796"/>
                  <a:gd name="connsiteY1" fmla="*/ 0 h 381190"/>
                </a:gdLst>
                <a:ahLst/>
                <a:cxnLst>
                  <a:cxn ang="0">
                    <a:pos x="connsiteX0" y="connsiteY0"/>
                  </a:cxn>
                  <a:cxn ang="0">
                    <a:pos x="connsiteX1" y="connsiteY1"/>
                  </a:cxn>
                </a:cxnLst>
                <a:rect l="l" t="t" r="r" b="b"/>
                <a:pathLst>
                  <a:path w="655796" h="381190">
                    <a:moveTo>
                      <a:pt x="0" y="381190"/>
                    </a:moveTo>
                    <a:cubicBezTo>
                      <a:pt x="0" y="381190"/>
                      <a:pt x="461105" y="172117"/>
                      <a:pt x="655796" y="0"/>
                    </a:cubicBezTo>
                  </a:path>
                </a:pathLst>
              </a:custGeom>
              <a:noFill/>
              <a:ln w="9525" cap="rnd">
                <a:solidFill>
                  <a:schemeClr val="accent2">
                    <a:alpha val="35000"/>
                  </a:schemeClr>
                </a:solidFill>
                <a:prstDash val="lgDash"/>
                <a:round/>
              </a:ln>
            </p:spPr>
            <p:txBody>
              <a:bodyPr rtlCol="0" anchor="ctr"/>
              <a:lstStyle/>
              <a:p>
                <a:endParaRPr lang="en-US"/>
              </a:p>
            </p:txBody>
          </p:sp>
          <p:sp>
            <p:nvSpPr>
              <p:cNvPr id="49" name="Freeform: Shape 31">
                <a:extLst>
                  <a:ext uri="{FF2B5EF4-FFF2-40B4-BE49-F238E27FC236}">
                    <a16:creationId xmlns:a16="http://schemas.microsoft.com/office/drawing/2014/main" id="{9FA8C24E-CE9B-4872-9D15-D4B4A24D5418}"/>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154072" y="3867816"/>
                <a:ext cx="2907315" cy="1544764"/>
              </a:xfrm>
              <a:custGeom>
                <a:avLst/>
                <a:gdLst>
                  <a:gd name="connsiteX0" fmla="*/ 0 w 2907315"/>
                  <a:gd name="connsiteY0" fmla="*/ 1544764 h 1544764"/>
                  <a:gd name="connsiteX1" fmla="*/ 201644 w 2907315"/>
                  <a:gd name="connsiteY1" fmla="*/ 1352550 h 1544764"/>
                  <a:gd name="connsiteX2" fmla="*/ 423196 w 2907315"/>
                  <a:gd name="connsiteY2" fmla="*/ 1196054 h 1544764"/>
                  <a:gd name="connsiteX3" fmla="*/ 782193 w 2907315"/>
                  <a:gd name="connsiteY3" fmla="*/ 1099947 h 1544764"/>
                  <a:gd name="connsiteX4" fmla="*/ 1052513 w 2907315"/>
                  <a:gd name="connsiteY4" fmla="*/ 1042321 h 1544764"/>
                  <a:gd name="connsiteX5" fmla="*/ 1311783 w 2907315"/>
                  <a:gd name="connsiteY5" fmla="*/ 1056037 h 1544764"/>
                  <a:gd name="connsiteX6" fmla="*/ 1484662 w 2907315"/>
                  <a:gd name="connsiteY6" fmla="*/ 1083469 h 1544764"/>
                  <a:gd name="connsiteX7" fmla="*/ 1788224 w 2907315"/>
                  <a:gd name="connsiteY7" fmla="*/ 1023080 h 1544764"/>
                  <a:gd name="connsiteX8" fmla="*/ 2269045 w 2907315"/>
                  <a:gd name="connsiteY8" fmla="*/ 734758 h 1544764"/>
                  <a:gd name="connsiteX9" fmla="*/ 2534984 w 2907315"/>
                  <a:gd name="connsiteY9" fmla="*/ 572738 h 1544764"/>
                  <a:gd name="connsiteX10" fmla="*/ 2907316 w 2907315"/>
                  <a:gd name="connsiteY10" fmla="*/ 0 h 154476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2907315" h="1544764">
                    <a:moveTo>
                      <a:pt x="0" y="1544764"/>
                    </a:moveTo>
                    <a:cubicBezTo>
                      <a:pt x="0" y="1544764"/>
                      <a:pt x="98012" y="1443990"/>
                      <a:pt x="201644" y="1352550"/>
                    </a:cubicBezTo>
                    <a:cubicBezTo>
                      <a:pt x="271272" y="1291209"/>
                      <a:pt x="343662" y="1234249"/>
                      <a:pt x="423196" y="1196054"/>
                    </a:cubicBezTo>
                    <a:cubicBezTo>
                      <a:pt x="537591" y="1141095"/>
                      <a:pt x="661226" y="1127189"/>
                      <a:pt x="782193" y="1099947"/>
                    </a:cubicBezTo>
                    <a:cubicBezTo>
                      <a:pt x="872300" y="1079659"/>
                      <a:pt x="961358" y="1051370"/>
                      <a:pt x="1052513" y="1042321"/>
                    </a:cubicBezTo>
                    <a:cubicBezTo>
                      <a:pt x="1139000" y="1033653"/>
                      <a:pt x="1225868" y="1040321"/>
                      <a:pt x="1311783" y="1056037"/>
                    </a:cubicBezTo>
                    <a:cubicBezTo>
                      <a:pt x="1369314" y="1066609"/>
                      <a:pt x="1426559" y="1079373"/>
                      <a:pt x="1484662" y="1083469"/>
                    </a:cubicBezTo>
                    <a:cubicBezTo>
                      <a:pt x="1587913" y="1090803"/>
                      <a:pt x="1690402" y="1064800"/>
                      <a:pt x="1788224" y="1023080"/>
                    </a:cubicBezTo>
                    <a:cubicBezTo>
                      <a:pt x="1956721" y="951262"/>
                      <a:pt x="2106549" y="825722"/>
                      <a:pt x="2269045" y="734758"/>
                    </a:cubicBezTo>
                    <a:cubicBezTo>
                      <a:pt x="2359438" y="684181"/>
                      <a:pt x="2452497" y="640556"/>
                      <a:pt x="2534984" y="572738"/>
                    </a:cubicBezTo>
                    <a:cubicBezTo>
                      <a:pt x="2673001" y="459391"/>
                      <a:pt x="2847023" y="191453"/>
                      <a:pt x="2907316" y="0"/>
                    </a:cubicBezTo>
                  </a:path>
                </a:pathLst>
              </a:custGeom>
              <a:noFill/>
              <a:ln w="9525" cap="rnd">
                <a:solidFill>
                  <a:schemeClr val="accent2">
                    <a:alpha val="35000"/>
                  </a:schemeClr>
                </a:solidFill>
                <a:prstDash val="lgDash"/>
                <a:round/>
              </a:ln>
            </p:spPr>
            <p:txBody>
              <a:bodyPr rtlCol="0" anchor="ctr"/>
              <a:lstStyle/>
              <a:p>
                <a:endParaRPr lang="en-US"/>
              </a:p>
            </p:txBody>
          </p:sp>
          <p:sp>
            <p:nvSpPr>
              <p:cNvPr id="33" name="Freeform: Shape 32">
                <a:extLst>
                  <a:ext uri="{FF2B5EF4-FFF2-40B4-BE49-F238E27FC236}">
                    <a16:creationId xmlns:a16="http://schemas.microsoft.com/office/drawing/2014/main" id="{60726FA3-32BA-48EA-8DCB-23BBFC71884D}"/>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4907946" y="3479100"/>
                <a:ext cx="3168300" cy="1952434"/>
              </a:xfrm>
              <a:custGeom>
                <a:avLst/>
                <a:gdLst>
                  <a:gd name="connsiteX0" fmla="*/ 0 w 3168300"/>
                  <a:gd name="connsiteY0" fmla="*/ 1952435 h 1952434"/>
                  <a:gd name="connsiteX1" fmla="*/ 202121 w 3168300"/>
                  <a:gd name="connsiteY1" fmla="*/ 1687068 h 1952434"/>
                  <a:gd name="connsiteX2" fmla="*/ 545116 w 3168300"/>
                  <a:gd name="connsiteY2" fmla="*/ 1450277 h 1952434"/>
                  <a:gd name="connsiteX3" fmla="*/ 906780 w 3168300"/>
                  <a:gd name="connsiteY3" fmla="*/ 1354455 h 1952434"/>
                  <a:gd name="connsiteX4" fmla="*/ 1332262 w 3168300"/>
                  <a:gd name="connsiteY4" fmla="*/ 1285304 h 1952434"/>
                  <a:gd name="connsiteX5" fmla="*/ 1691259 w 3168300"/>
                  <a:gd name="connsiteY5" fmla="*/ 1240060 h 1952434"/>
                  <a:gd name="connsiteX6" fmla="*/ 2010346 w 3168300"/>
                  <a:gd name="connsiteY6" fmla="*/ 1141667 h 1952434"/>
                  <a:gd name="connsiteX7" fmla="*/ 2393252 w 3168300"/>
                  <a:gd name="connsiteY7" fmla="*/ 1027271 h 1952434"/>
                  <a:gd name="connsiteX8" fmla="*/ 2582037 w 3168300"/>
                  <a:gd name="connsiteY8" fmla="*/ 958120 h 1952434"/>
                  <a:gd name="connsiteX9" fmla="*/ 2760155 w 3168300"/>
                  <a:gd name="connsiteY9" fmla="*/ 827723 h 1952434"/>
                  <a:gd name="connsiteX10" fmla="*/ 2914364 w 3168300"/>
                  <a:gd name="connsiteY10" fmla="*/ 567023 h 1952434"/>
                  <a:gd name="connsiteX11" fmla="*/ 3168301 w 3168300"/>
                  <a:gd name="connsiteY11" fmla="*/ 0 h 195243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3168300" h="1952434">
                    <a:moveTo>
                      <a:pt x="0" y="1952435"/>
                    </a:moveTo>
                    <a:cubicBezTo>
                      <a:pt x="0" y="1952435"/>
                      <a:pt x="91059" y="1796415"/>
                      <a:pt x="202121" y="1687068"/>
                    </a:cubicBezTo>
                    <a:cubicBezTo>
                      <a:pt x="301943" y="1588675"/>
                      <a:pt x="416528" y="1505617"/>
                      <a:pt x="545116" y="1450277"/>
                    </a:cubicBezTo>
                    <a:cubicBezTo>
                      <a:pt x="659987" y="1400747"/>
                      <a:pt x="783622" y="1377601"/>
                      <a:pt x="906780" y="1354455"/>
                    </a:cubicBezTo>
                    <a:cubicBezTo>
                      <a:pt x="1048036" y="1327976"/>
                      <a:pt x="1189482" y="1301972"/>
                      <a:pt x="1332262" y="1285304"/>
                    </a:cubicBezTo>
                    <a:cubicBezTo>
                      <a:pt x="1452182" y="1271302"/>
                      <a:pt x="1573340" y="1265873"/>
                      <a:pt x="1691259" y="1240060"/>
                    </a:cubicBezTo>
                    <a:cubicBezTo>
                      <a:pt x="1800035" y="1216247"/>
                      <a:pt x="1904619" y="1176718"/>
                      <a:pt x="2010346" y="1141667"/>
                    </a:cubicBezTo>
                    <a:cubicBezTo>
                      <a:pt x="2136743" y="1099661"/>
                      <a:pt x="2265902" y="1066229"/>
                      <a:pt x="2393252" y="1027271"/>
                    </a:cubicBezTo>
                    <a:cubicBezTo>
                      <a:pt x="2457450" y="1007650"/>
                      <a:pt x="2521744" y="987552"/>
                      <a:pt x="2582037" y="958120"/>
                    </a:cubicBezTo>
                    <a:cubicBezTo>
                      <a:pt x="2648807" y="925449"/>
                      <a:pt x="2710815" y="883349"/>
                      <a:pt x="2760155" y="827723"/>
                    </a:cubicBezTo>
                    <a:cubicBezTo>
                      <a:pt x="2827496" y="751904"/>
                      <a:pt x="2867978" y="657511"/>
                      <a:pt x="2914364" y="567023"/>
                    </a:cubicBezTo>
                    <a:cubicBezTo>
                      <a:pt x="2972753" y="453200"/>
                      <a:pt x="3119152" y="118015"/>
                      <a:pt x="3168301" y="0"/>
                    </a:cubicBezTo>
                  </a:path>
                </a:pathLst>
              </a:custGeom>
              <a:noFill/>
              <a:ln w="9525" cap="rnd">
                <a:solidFill>
                  <a:schemeClr val="accent2">
                    <a:alpha val="35000"/>
                  </a:schemeClr>
                </a:solidFill>
                <a:prstDash val="lgDash"/>
                <a:round/>
              </a:ln>
            </p:spPr>
            <p:txBody>
              <a:bodyPr rtlCol="0" anchor="ctr"/>
              <a:lstStyle/>
              <a:p>
                <a:endParaRPr lang="en-US"/>
              </a:p>
            </p:txBody>
          </p:sp>
          <p:sp>
            <p:nvSpPr>
              <p:cNvPr id="34" name="Freeform: Shape 33">
                <a:extLst>
                  <a:ext uri="{FF2B5EF4-FFF2-40B4-BE49-F238E27FC236}">
                    <a16:creationId xmlns:a16="http://schemas.microsoft.com/office/drawing/2014/main" id="{BEB3500D-7293-48F7-8F7E-D60FF252C12F}"/>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4704778" y="2976752"/>
                <a:ext cx="3356800" cy="2452020"/>
              </a:xfrm>
              <a:custGeom>
                <a:avLst/>
                <a:gdLst>
                  <a:gd name="connsiteX0" fmla="*/ 0 w 3356800"/>
                  <a:gd name="connsiteY0" fmla="*/ 2452021 h 2452020"/>
                  <a:gd name="connsiteX1" fmla="*/ 130874 w 3356800"/>
                  <a:gd name="connsiteY1" fmla="*/ 2247710 h 2452020"/>
                  <a:gd name="connsiteX2" fmla="*/ 437197 w 3356800"/>
                  <a:gd name="connsiteY2" fmla="*/ 1941195 h 2452020"/>
                  <a:gd name="connsiteX3" fmla="*/ 737140 w 3356800"/>
                  <a:gd name="connsiteY3" fmla="*/ 1736884 h 2452020"/>
                  <a:gd name="connsiteX4" fmla="*/ 1031843 w 3356800"/>
                  <a:gd name="connsiteY4" fmla="*/ 1685068 h 2452020"/>
                  <a:gd name="connsiteX5" fmla="*/ 1287304 w 3356800"/>
                  <a:gd name="connsiteY5" fmla="*/ 1655826 h 2452020"/>
                  <a:gd name="connsiteX6" fmla="*/ 1471994 w 3356800"/>
                  <a:gd name="connsiteY6" fmla="*/ 1634300 h 2452020"/>
                  <a:gd name="connsiteX7" fmla="*/ 1898237 w 3356800"/>
                  <a:gd name="connsiteY7" fmla="*/ 1512665 h 2452020"/>
                  <a:gd name="connsiteX8" fmla="*/ 2229136 w 3356800"/>
                  <a:gd name="connsiteY8" fmla="*/ 1355598 h 2452020"/>
                  <a:gd name="connsiteX9" fmla="*/ 2512314 w 3356800"/>
                  <a:gd name="connsiteY9" fmla="*/ 1238631 h 2452020"/>
                  <a:gd name="connsiteX10" fmla="*/ 2758535 w 3356800"/>
                  <a:gd name="connsiteY10" fmla="*/ 1096994 h 2452020"/>
                  <a:gd name="connsiteX11" fmla="*/ 2935510 w 3356800"/>
                  <a:gd name="connsiteY11" fmla="*/ 919925 h 2452020"/>
                  <a:gd name="connsiteX12" fmla="*/ 3081719 w 3356800"/>
                  <a:gd name="connsiteY12" fmla="*/ 687419 h 2452020"/>
                  <a:gd name="connsiteX13" fmla="*/ 3356800 w 3356800"/>
                  <a:gd name="connsiteY13" fmla="*/ 0 h 245202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Lst>
                <a:rect l="l" t="t" r="r" b="b"/>
                <a:pathLst>
                  <a:path w="3356800" h="2452020">
                    <a:moveTo>
                      <a:pt x="0" y="2452021"/>
                    </a:moveTo>
                    <a:cubicBezTo>
                      <a:pt x="0" y="2452021"/>
                      <a:pt x="57150" y="2344198"/>
                      <a:pt x="130874" y="2247710"/>
                    </a:cubicBezTo>
                    <a:cubicBezTo>
                      <a:pt x="218694" y="2132648"/>
                      <a:pt x="328136" y="2036635"/>
                      <a:pt x="437197" y="1941195"/>
                    </a:cubicBezTo>
                    <a:cubicBezTo>
                      <a:pt x="529304" y="1860709"/>
                      <a:pt x="623030" y="1779556"/>
                      <a:pt x="737140" y="1736884"/>
                    </a:cubicBezTo>
                    <a:cubicBezTo>
                      <a:pt x="830866" y="1701736"/>
                      <a:pt x="932021" y="1695450"/>
                      <a:pt x="1031843" y="1685068"/>
                    </a:cubicBezTo>
                    <a:cubicBezTo>
                      <a:pt x="1117092" y="1676210"/>
                      <a:pt x="1202055" y="1665160"/>
                      <a:pt x="1287304" y="1655826"/>
                    </a:cubicBezTo>
                    <a:cubicBezTo>
                      <a:pt x="1348931" y="1649063"/>
                      <a:pt x="1410653" y="1643539"/>
                      <a:pt x="1471994" y="1634300"/>
                    </a:cubicBezTo>
                    <a:cubicBezTo>
                      <a:pt x="1618679" y="1612011"/>
                      <a:pt x="1761935" y="1571149"/>
                      <a:pt x="1898237" y="1512665"/>
                    </a:cubicBezTo>
                    <a:cubicBezTo>
                      <a:pt x="2010442" y="1464564"/>
                      <a:pt x="2117503" y="1405128"/>
                      <a:pt x="2229136" y="1355598"/>
                    </a:cubicBezTo>
                    <a:cubicBezTo>
                      <a:pt x="2322481" y="1314164"/>
                      <a:pt x="2418969" y="1280160"/>
                      <a:pt x="2512314" y="1238631"/>
                    </a:cubicBezTo>
                    <a:cubicBezTo>
                      <a:pt x="2599087" y="1199960"/>
                      <a:pt x="2683193" y="1154811"/>
                      <a:pt x="2758535" y="1096994"/>
                    </a:cubicBezTo>
                    <a:cubicBezTo>
                      <a:pt x="2825020" y="1046035"/>
                      <a:pt x="2883789" y="985837"/>
                      <a:pt x="2935510" y="919925"/>
                    </a:cubicBezTo>
                    <a:cubicBezTo>
                      <a:pt x="2992184" y="847725"/>
                      <a:pt x="3039904" y="769144"/>
                      <a:pt x="3081719" y="687419"/>
                    </a:cubicBezTo>
                    <a:cubicBezTo>
                      <a:pt x="3138297" y="576739"/>
                      <a:pt x="3314129" y="116776"/>
                      <a:pt x="3356800" y="0"/>
                    </a:cubicBezTo>
                  </a:path>
                </a:pathLst>
              </a:custGeom>
              <a:noFill/>
              <a:ln w="9525" cap="rnd">
                <a:solidFill>
                  <a:schemeClr val="accent2">
                    <a:alpha val="35000"/>
                  </a:schemeClr>
                </a:solidFill>
                <a:prstDash val="lgDash"/>
                <a:round/>
              </a:ln>
            </p:spPr>
            <p:txBody>
              <a:bodyPr rtlCol="0" anchor="ctr"/>
              <a:lstStyle/>
              <a:p>
                <a:endParaRPr lang="en-US"/>
              </a:p>
            </p:txBody>
          </p:sp>
        </p:grpSp>
        <p:sp>
          <p:nvSpPr>
            <p:cNvPr id="50" name="Freeform: Shape 26">
              <a:extLst>
                <a:ext uri="{FF2B5EF4-FFF2-40B4-BE49-F238E27FC236}">
                  <a16:creationId xmlns:a16="http://schemas.microsoft.com/office/drawing/2014/main" id="{C1D84803-4454-41CE-AFB6-4477054653FB}"/>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7980400" y="5197178"/>
              <a:ext cx="4211600" cy="1660822"/>
            </a:xfrm>
            <a:custGeom>
              <a:avLst/>
              <a:gdLst>
                <a:gd name="connsiteX0" fmla="*/ 4211600 w 4211600"/>
                <a:gd name="connsiteY0" fmla="*/ 0 h 1660822"/>
                <a:gd name="connsiteX1" fmla="*/ 4211600 w 4211600"/>
                <a:gd name="connsiteY1" fmla="*/ 58430 h 1660822"/>
                <a:gd name="connsiteX2" fmla="*/ 4136524 w 4211600"/>
                <a:gd name="connsiteY2" fmla="*/ 208808 h 1660822"/>
                <a:gd name="connsiteX3" fmla="*/ 3973354 w 4211600"/>
                <a:gd name="connsiteY3" fmla="*/ 437313 h 1660822"/>
                <a:gd name="connsiteX4" fmla="*/ 3884746 w 4211600"/>
                <a:gd name="connsiteY4" fmla="*/ 553613 h 1660822"/>
                <a:gd name="connsiteX5" fmla="*/ 3849435 w 4211600"/>
                <a:gd name="connsiteY5" fmla="*/ 603143 h 1660822"/>
                <a:gd name="connsiteX6" fmla="*/ 3661849 w 4211600"/>
                <a:gd name="connsiteY6" fmla="*/ 819075 h 1660822"/>
                <a:gd name="connsiteX7" fmla="*/ 3402589 w 4211600"/>
                <a:gd name="connsiteY7" fmla="*/ 952996 h 1660822"/>
                <a:gd name="connsiteX8" fmla="*/ 3130202 w 4211600"/>
                <a:gd name="connsiteY8" fmla="*/ 1023386 h 1660822"/>
                <a:gd name="connsiteX9" fmla="*/ 2914657 w 4211600"/>
                <a:gd name="connsiteY9" fmla="*/ 1068058 h 1660822"/>
                <a:gd name="connsiteX10" fmla="*/ 2582149 w 4211600"/>
                <a:gd name="connsiteY10" fmla="*/ 1138924 h 1660822"/>
                <a:gd name="connsiteX11" fmla="*/ 2483958 w 4211600"/>
                <a:gd name="connsiteY11" fmla="*/ 1162356 h 1660822"/>
                <a:gd name="connsiteX12" fmla="*/ 2123750 w 4211600"/>
                <a:gd name="connsiteY12" fmla="*/ 1238651 h 1660822"/>
                <a:gd name="connsiteX13" fmla="*/ 1761444 w 4211600"/>
                <a:gd name="connsiteY13" fmla="*/ 1273417 h 1660822"/>
                <a:gd name="connsiteX14" fmla="*/ 1608382 w 4211600"/>
                <a:gd name="connsiteY14" fmla="*/ 1284466 h 1660822"/>
                <a:gd name="connsiteX15" fmla="*/ 999942 w 4211600"/>
                <a:gd name="connsiteY15" fmla="*/ 1354284 h 1660822"/>
                <a:gd name="connsiteX16" fmla="*/ 484705 w 4211600"/>
                <a:gd name="connsiteY16" fmla="*/ 1450487 h 1660822"/>
                <a:gd name="connsiteX17" fmla="*/ 113310 w 4211600"/>
                <a:gd name="connsiteY17" fmla="*/ 1613700 h 1660822"/>
                <a:gd name="connsiteX18" fmla="*/ 39668 w 4211600"/>
                <a:gd name="connsiteY18" fmla="*/ 1660822 h 1660822"/>
                <a:gd name="connsiteX19" fmla="*/ 0 w 4211600"/>
                <a:gd name="connsiteY19" fmla="*/ 1660822 h 1660822"/>
                <a:gd name="connsiteX20" fmla="*/ 96701 w 4211600"/>
                <a:gd name="connsiteY20" fmla="*/ 1598934 h 1660822"/>
                <a:gd name="connsiteX21" fmla="*/ 474335 w 4211600"/>
                <a:gd name="connsiteY21" fmla="*/ 1433056 h 1660822"/>
                <a:gd name="connsiteX22" fmla="*/ 994299 w 4211600"/>
                <a:gd name="connsiteY22" fmla="*/ 1335806 h 1660822"/>
                <a:gd name="connsiteX23" fmla="*/ 1605231 w 4211600"/>
                <a:gd name="connsiteY23" fmla="*/ 1265702 h 1660822"/>
                <a:gd name="connsiteX24" fmla="*/ 1758819 w 4211600"/>
                <a:gd name="connsiteY24" fmla="*/ 1254558 h 1660822"/>
                <a:gd name="connsiteX25" fmla="*/ 2118106 w 4211600"/>
                <a:gd name="connsiteY25" fmla="*/ 1220077 h 1660822"/>
                <a:gd name="connsiteX26" fmla="*/ 2475557 w 4211600"/>
                <a:gd name="connsiteY26" fmla="*/ 1144353 h 1660822"/>
                <a:gd name="connsiteX27" fmla="*/ 2573878 w 4211600"/>
                <a:gd name="connsiteY27" fmla="*/ 1120827 h 1660822"/>
                <a:gd name="connsiteX28" fmla="*/ 2907437 w 4211600"/>
                <a:gd name="connsiteY28" fmla="*/ 1049675 h 1660822"/>
                <a:gd name="connsiteX29" fmla="*/ 3122589 w 4211600"/>
                <a:gd name="connsiteY29" fmla="*/ 1005098 h 1660822"/>
                <a:gd name="connsiteX30" fmla="*/ 3391169 w 4211600"/>
                <a:gd name="connsiteY30" fmla="*/ 935756 h 1660822"/>
                <a:gd name="connsiteX31" fmla="*/ 3642290 w 4211600"/>
                <a:gd name="connsiteY31" fmla="*/ 806216 h 1660822"/>
                <a:gd name="connsiteX32" fmla="*/ 3825937 w 4211600"/>
                <a:gd name="connsiteY32" fmla="*/ 594475 h 1660822"/>
                <a:gd name="connsiteX33" fmla="*/ 3861381 w 4211600"/>
                <a:gd name="connsiteY33" fmla="*/ 544755 h 1660822"/>
                <a:gd name="connsiteX34" fmla="*/ 3950381 w 4211600"/>
                <a:gd name="connsiteY34" fmla="*/ 427978 h 1660822"/>
                <a:gd name="connsiteX35" fmla="*/ 4112370 w 4211600"/>
                <a:gd name="connsiteY35" fmla="*/ 201378 h 1660822"/>
                <a:gd name="connsiteX36" fmla="*/ 4195989 w 4211600"/>
                <a:gd name="connsiteY36" fmla="*/ 33834 h 166082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Lst>
              <a:rect l="l" t="t" r="r" b="b"/>
              <a:pathLst>
                <a:path w="4211600" h="1660822">
                  <a:moveTo>
                    <a:pt x="4211600" y="0"/>
                  </a:moveTo>
                  <a:lnTo>
                    <a:pt x="4211600" y="58430"/>
                  </a:lnTo>
                  <a:lnTo>
                    <a:pt x="4136524" y="208808"/>
                  </a:lnTo>
                  <a:cubicBezTo>
                    <a:pt x="4089791" y="287770"/>
                    <a:pt x="4030588" y="363780"/>
                    <a:pt x="3973354" y="437313"/>
                  </a:cubicBezTo>
                  <a:cubicBezTo>
                    <a:pt x="3943819" y="475222"/>
                    <a:pt x="3913231" y="514465"/>
                    <a:pt x="3884746" y="553613"/>
                  </a:cubicBezTo>
                  <a:cubicBezTo>
                    <a:pt x="3872801" y="569996"/>
                    <a:pt x="3861119" y="586569"/>
                    <a:pt x="3849435" y="603143"/>
                  </a:cubicBezTo>
                  <a:cubicBezTo>
                    <a:pt x="3796665" y="678009"/>
                    <a:pt x="3742187" y="755352"/>
                    <a:pt x="3661849" y="819075"/>
                  </a:cubicBezTo>
                  <a:cubicBezTo>
                    <a:pt x="3596214" y="871176"/>
                    <a:pt x="3509050" y="916230"/>
                    <a:pt x="3402589" y="952996"/>
                  </a:cubicBezTo>
                  <a:cubicBezTo>
                    <a:pt x="3312406" y="984048"/>
                    <a:pt x="3215660" y="1005003"/>
                    <a:pt x="3130202" y="1023386"/>
                  </a:cubicBezTo>
                  <a:cubicBezTo>
                    <a:pt x="3058529" y="1038816"/>
                    <a:pt x="2985412" y="1053675"/>
                    <a:pt x="2914657" y="1068058"/>
                  </a:cubicBezTo>
                  <a:cubicBezTo>
                    <a:pt x="2805176" y="1090251"/>
                    <a:pt x="2692021" y="1113207"/>
                    <a:pt x="2582149" y="1138924"/>
                  </a:cubicBezTo>
                  <a:cubicBezTo>
                    <a:pt x="2549330" y="1146639"/>
                    <a:pt x="2516644" y="1154450"/>
                    <a:pt x="2483958" y="1162356"/>
                  </a:cubicBezTo>
                  <a:cubicBezTo>
                    <a:pt x="2367257" y="1190550"/>
                    <a:pt x="2246621" y="1219601"/>
                    <a:pt x="2123750" y="1238651"/>
                  </a:cubicBezTo>
                  <a:cubicBezTo>
                    <a:pt x="2004294" y="1257129"/>
                    <a:pt x="1880769" y="1265416"/>
                    <a:pt x="1761444" y="1273417"/>
                  </a:cubicBezTo>
                  <a:cubicBezTo>
                    <a:pt x="1711167" y="1276751"/>
                    <a:pt x="1659184" y="1280275"/>
                    <a:pt x="1608382" y="1284466"/>
                  </a:cubicBezTo>
                  <a:cubicBezTo>
                    <a:pt x="1408589" y="1300944"/>
                    <a:pt x="1214570" y="1325805"/>
                    <a:pt x="999942" y="1354284"/>
                  </a:cubicBezTo>
                  <a:cubicBezTo>
                    <a:pt x="826403" y="1377240"/>
                    <a:pt x="647744" y="1400957"/>
                    <a:pt x="484705" y="1450487"/>
                  </a:cubicBezTo>
                  <a:cubicBezTo>
                    <a:pt x="355831" y="1489635"/>
                    <a:pt x="231387" y="1544374"/>
                    <a:pt x="113310" y="1613700"/>
                  </a:cubicBezTo>
                  <a:lnTo>
                    <a:pt x="39668" y="1660822"/>
                  </a:lnTo>
                  <a:lnTo>
                    <a:pt x="0" y="1660822"/>
                  </a:lnTo>
                  <a:lnTo>
                    <a:pt x="96701" y="1598934"/>
                  </a:lnTo>
                  <a:cubicBezTo>
                    <a:pt x="216635" y="1528533"/>
                    <a:pt x="343196" y="1472919"/>
                    <a:pt x="474335" y="1433056"/>
                  </a:cubicBezTo>
                  <a:cubicBezTo>
                    <a:pt x="639999" y="1382669"/>
                    <a:pt x="820102" y="1358856"/>
                    <a:pt x="994299" y="1335806"/>
                  </a:cubicBezTo>
                  <a:cubicBezTo>
                    <a:pt x="1210239" y="1307231"/>
                    <a:pt x="1404650" y="1282275"/>
                    <a:pt x="1605231" y="1265702"/>
                  </a:cubicBezTo>
                  <a:cubicBezTo>
                    <a:pt x="1656428" y="1261511"/>
                    <a:pt x="1708411" y="1257987"/>
                    <a:pt x="1758819" y="1254558"/>
                  </a:cubicBezTo>
                  <a:cubicBezTo>
                    <a:pt x="1877487" y="1246557"/>
                    <a:pt x="2000094" y="1238365"/>
                    <a:pt x="2118106" y="1220077"/>
                  </a:cubicBezTo>
                  <a:cubicBezTo>
                    <a:pt x="2239531" y="1201313"/>
                    <a:pt x="2359513" y="1172357"/>
                    <a:pt x="2475557" y="1144353"/>
                  </a:cubicBezTo>
                  <a:cubicBezTo>
                    <a:pt x="2508243" y="1136448"/>
                    <a:pt x="2541060" y="1128542"/>
                    <a:pt x="2573878" y="1120827"/>
                  </a:cubicBezTo>
                  <a:cubicBezTo>
                    <a:pt x="2684276" y="1094919"/>
                    <a:pt x="2797694" y="1071963"/>
                    <a:pt x="2907437" y="1049675"/>
                  </a:cubicBezTo>
                  <a:cubicBezTo>
                    <a:pt x="2978061" y="1035387"/>
                    <a:pt x="3051178" y="1020528"/>
                    <a:pt x="3122589" y="1005098"/>
                  </a:cubicBezTo>
                  <a:cubicBezTo>
                    <a:pt x="3206997" y="986810"/>
                    <a:pt x="3302823" y="966141"/>
                    <a:pt x="3391169" y="935756"/>
                  </a:cubicBezTo>
                  <a:cubicBezTo>
                    <a:pt x="3494479" y="900132"/>
                    <a:pt x="3578886" y="856508"/>
                    <a:pt x="3642290" y="806216"/>
                  </a:cubicBezTo>
                  <a:cubicBezTo>
                    <a:pt x="3720133" y="744303"/>
                    <a:pt x="3773953" y="668103"/>
                    <a:pt x="3825937" y="594475"/>
                  </a:cubicBezTo>
                  <a:cubicBezTo>
                    <a:pt x="3837621" y="577902"/>
                    <a:pt x="3849435" y="561233"/>
                    <a:pt x="3861381" y="544755"/>
                  </a:cubicBezTo>
                  <a:cubicBezTo>
                    <a:pt x="3889997" y="505416"/>
                    <a:pt x="3920715" y="465983"/>
                    <a:pt x="3950381" y="427978"/>
                  </a:cubicBezTo>
                  <a:cubicBezTo>
                    <a:pt x="4007353" y="354921"/>
                    <a:pt x="4066163" y="279388"/>
                    <a:pt x="4112370" y="201378"/>
                  </a:cubicBezTo>
                  <a:cubicBezTo>
                    <a:pt x="4144662" y="146800"/>
                    <a:pt x="4170785" y="89364"/>
                    <a:pt x="4195989" y="33834"/>
                  </a:cubicBezTo>
                  <a:close/>
                </a:path>
              </a:pathLst>
            </a:cu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a:p>
          </p:txBody>
        </p:sp>
      </p:grpSp>
      <p:sp>
        <p:nvSpPr>
          <p:cNvPr id="51" name="Content Placeholder 2">
            <a:extLst>
              <a:ext uri="{FF2B5EF4-FFF2-40B4-BE49-F238E27FC236}">
                <a16:creationId xmlns:a16="http://schemas.microsoft.com/office/drawing/2014/main" id="{507292A2-19F0-DB73-DF45-28D718FBEFC8}"/>
              </a:ext>
            </a:extLst>
          </p:cNvPr>
          <p:cNvSpPr>
            <a:spLocks noGrp="1"/>
          </p:cNvSpPr>
          <p:nvPr>
            <p:ph idx="1"/>
          </p:nvPr>
        </p:nvSpPr>
        <p:spPr>
          <a:xfrm>
            <a:off x="5401248" y="2384474"/>
            <a:ext cx="5604997" cy="3728613"/>
          </a:xfrm>
        </p:spPr>
        <p:txBody>
          <a:bodyPr>
            <a:normAutofit/>
          </a:bodyPr>
          <a:lstStyle/>
          <a:p>
            <a:pPr>
              <a:lnSpc>
                <a:spcPct val="100000"/>
              </a:lnSpc>
            </a:pPr>
            <a:r>
              <a:rPr lang="en-US" sz="1500"/>
              <a:t>Transactions in the sharded network usually are of two types: Intra-shard, referring to the transactions between the nodes in that shard and cross-shard, referring to transactions between nodes located in different shards.</a:t>
            </a:r>
          </a:p>
          <a:p>
            <a:pPr>
              <a:lnSpc>
                <a:spcPct val="100000"/>
              </a:lnSpc>
            </a:pPr>
            <a:r>
              <a:rPr lang="en-US" sz="1500"/>
              <a:t>Based on this there were several techniques that addressed the communication.</a:t>
            </a:r>
          </a:p>
          <a:p>
            <a:pPr>
              <a:lnSpc>
                <a:spcPct val="100000"/>
              </a:lnSpc>
            </a:pPr>
            <a:r>
              <a:rPr lang="en-US" sz="1500"/>
              <a:t>One of those techniques is Pyramid sharding technique.</a:t>
            </a:r>
          </a:p>
          <a:p>
            <a:pPr lvl="1">
              <a:lnSpc>
                <a:spcPct val="100000"/>
              </a:lnSpc>
            </a:pPr>
            <a:r>
              <a:rPr lang="en-US" sz="1500"/>
              <a:t>Here there are two types of shards, one is called i-shard and one is called b-shard.</a:t>
            </a:r>
          </a:p>
          <a:p>
            <a:pPr lvl="1">
              <a:lnSpc>
                <a:spcPct val="100000"/>
              </a:lnSpc>
            </a:pPr>
            <a:r>
              <a:rPr lang="en-US" sz="1500"/>
              <a:t>i-shards are the ones that are responsible for only the internal transactions and b-shards are the ones that bridges multiple i-shards by dealing with cross-shard transaction related to the i-shard.</a:t>
            </a:r>
          </a:p>
          <a:p>
            <a:pPr>
              <a:lnSpc>
                <a:spcPct val="100000"/>
              </a:lnSpc>
            </a:pPr>
            <a:endParaRPr lang="en-US" sz="1500"/>
          </a:p>
          <a:p>
            <a:pPr>
              <a:lnSpc>
                <a:spcPct val="100000"/>
              </a:lnSpc>
            </a:pPr>
            <a:endParaRPr lang="en-US" sz="1500"/>
          </a:p>
        </p:txBody>
      </p:sp>
    </p:spTree>
    <p:extLst>
      <p:ext uri="{BB962C8B-B14F-4D97-AF65-F5344CB8AC3E}">
        <p14:creationId xmlns:p14="http://schemas.microsoft.com/office/powerpoint/2010/main" val="3761971761"/>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8" name="Rectangle 7">
            <a:extLst>
              <a:ext uri="{FF2B5EF4-FFF2-40B4-BE49-F238E27FC236}">
                <a16:creationId xmlns:a16="http://schemas.microsoft.com/office/drawing/2014/main" id="{8651CFA9-6065-4243-AC48-858E359780B1}"/>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88952" cy="6858000"/>
          </a:xfrm>
          <a:prstGeom prst="rect">
            <a:avLst/>
          </a:prstGeom>
          <a:ln>
            <a:solidFill>
              <a:schemeClr val="bg1">
                <a:lumMod val="9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solidFill>
                <a:schemeClr val="tx1">
                  <a:lumMod val="65000"/>
                  <a:lumOff val="35000"/>
                </a:schemeClr>
              </a:solidFill>
              <a:latin typeface="AvenirNext LT Pro Medium" panose="020B0504020202020204" pitchFamily="34" charset="0"/>
            </a:endParaRPr>
          </a:p>
        </p:txBody>
      </p:sp>
      <p:sp>
        <p:nvSpPr>
          <p:cNvPr id="10" name="Rectangle 9">
            <a:extLst>
              <a:ext uri="{FF2B5EF4-FFF2-40B4-BE49-F238E27FC236}">
                <a16:creationId xmlns:a16="http://schemas.microsoft.com/office/drawing/2014/main" id="{37962AE0-6A1C-4B76-9D52-10E5E6D7D3BB}"/>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88952" cy="6858000"/>
          </a:xfrm>
          <a:prstGeom prst="rect">
            <a:avLst/>
          </a:prstGeom>
          <a:solidFill>
            <a:schemeClr val="bg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solidFill>
                <a:schemeClr val="tx1">
                  <a:lumMod val="65000"/>
                  <a:lumOff val="35000"/>
                </a:schemeClr>
              </a:solidFill>
              <a:latin typeface="AvenirNext LT Pro Medium" panose="020B0504020202020204" pitchFamily="34" charset="0"/>
            </a:endParaRPr>
          </a:p>
        </p:txBody>
      </p:sp>
      <p:grpSp>
        <p:nvGrpSpPr>
          <p:cNvPr id="12" name="Top Left">
            <a:extLst>
              <a:ext uri="{FF2B5EF4-FFF2-40B4-BE49-F238E27FC236}">
                <a16:creationId xmlns:a16="http://schemas.microsoft.com/office/drawing/2014/main" id="{7A38728C-77BC-4E70-B960-689E1056EAC1}"/>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10849" y="-3086"/>
            <a:ext cx="2198951" cy="3349518"/>
            <a:chOff x="10849" y="-3086"/>
            <a:chExt cx="2198951" cy="3349518"/>
          </a:xfrm>
        </p:grpSpPr>
        <p:sp>
          <p:nvSpPr>
            <p:cNvPr id="13" name="Freeform: Shape 12">
              <a:extLst>
                <a:ext uri="{FF2B5EF4-FFF2-40B4-BE49-F238E27FC236}">
                  <a16:creationId xmlns:a16="http://schemas.microsoft.com/office/drawing/2014/main" id="{E77F1990-5FF8-435F-AEA0-EEADAC8AE4DF}"/>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rot="10800000">
              <a:off x="692844" y="-3086"/>
              <a:ext cx="1326111" cy="597603"/>
            </a:xfrm>
            <a:custGeom>
              <a:avLst/>
              <a:gdLst>
                <a:gd name="connsiteX0" fmla="*/ 741051 w 1482102"/>
                <a:gd name="connsiteY0" fmla="*/ 0 h 679363"/>
                <a:gd name="connsiteX1" fmla="*/ 1473822 w 1482102"/>
                <a:gd name="connsiteY1" fmla="*/ 597226 h 679363"/>
                <a:gd name="connsiteX2" fmla="*/ 1482102 w 1482102"/>
                <a:gd name="connsiteY2" fmla="*/ 679363 h 679363"/>
                <a:gd name="connsiteX3" fmla="*/ 0 w 1482102"/>
                <a:gd name="connsiteY3" fmla="*/ 679363 h 679363"/>
                <a:gd name="connsiteX4" fmla="*/ 8280 w 1482102"/>
                <a:gd name="connsiteY4" fmla="*/ 597226 h 679363"/>
                <a:gd name="connsiteX5" fmla="*/ 741051 w 1482102"/>
                <a:gd name="connsiteY5" fmla="*/ 0 h 67936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1482102" h="679363">
                  <a:moveTo>
                    <a:pt x="741051" y="0"/>
                  </a:moveTo>
                  <a:cubicBezTo>
                    <a:pt x="1102506" y="0"/>
                    <a:pt x="1404077" y="256390"/>
                    <a:pt x="1473822" y="597226"/>
                  </a:cubicBezTo>
                  <a:lnTo>
                    <a:pt x="1482102" y="679363"/>
                  </a:lnTo>
                  <a:lnTo>
                    <a:pt x="0" y="679363"/>
                  </a:lnTo>
                  <a:lnTo>
                    <a:pt x="8280" y="597226"/>
                  </a:lnTo>
                  <a:cubicBezTo>
                    <a:pt x="78025" y="256390"/>
                    <a:pt x="379596" y="0"/>
                    <a:pt x="741051" y="0"/>
                  </a:cubicBezTo>
                  <a:close/>
                </a:path>
              </a:pathLst>
            </a:cu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a:solidFill>
                  <a:schemeClr val="tx1">
                    <a:lumMod val="65000"/>
                    <a:lumOff val="35000"/>
                  </a:schemeClr>
                </a:solidFill>
                <a:latin typeface="AvenirNext LT Pro Medium" panose="020B0504020202020204" pitchFamily="34" charset="0"/>
              </a:endParaRPr>
            </a:p>
          </p:txBody>
        </p:sp>
        <p:sp>
          <p:nvSpPr>
            <p:cNvPr id="14" name="Freeform: Shape 13">
              <a:extLst>
                <a:ext uri="{FF2B5EF4-FFF2-40B4-BE49-F238E27FC236}">
                  <a16:creationId xmlns:a16="http://schemas.microsoft.com/office/drawing/2014/main" id="{464785CE-2256-40E9-994A-5009BA3397BF}"/>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19394" y="15241"/>
              <a:ext cx="2190406" cy="3331191"/>
            </a:xfrm>
            <a:custGeom>
              <a:avLst/>
              <a:gdLst>
                <a:gd name="connsiteX0" fmla="*/ 0 w 3296088"/>
                <a:gd name="connsiteY0" fmla="*/ 5012722 h 5012722"/>
                <a:gd name="connsiteX1" fmla="*/ 244031 w 3296088"/>
                <a:gd name="connsiteY1" fmla="*/ 4820222 h 5012722"/>
                <a:gd name="connsiteX2" fmla="*/ 729234 w 3296088"/>
                <a:gd name="connsiteY2" fmla="*/ 4360641 h 5012722"/>
                <a:gd name="connsiteX3" fmla="*/ 881444 w 3296088"/>
                <a:gd name="connsiteY3" fmla="*/ 4173950 h 5012722"/>
                <a:gd name="connsiteX4" fmla="*/ 1151287 w 3296088"/>
                <a:gd name="connsiteY4" fmla="*/ 3972877 h 5012722"/>
                <a:gd name="connsiteX5" fmla="*/ 1498664 w 3296088"/>
                <a:gd name="connsiteY5" fmla="*/ 3786188 h 5012722"/>
                <a:gd name="connsiteX6" fmla="*/ 1716881 w 3296088"/>
                <a:gd name="connsiteY6" fmla="*/ 3674174 h 5012722"/>
                <a:gd name="connsiteX7" fmla="*/ 1913573 w 3296088"/>
                <a:gd name="connsiteY7" fmla="*/ 3477387 h 5012722"/>
                <a:gd name="connsiteX8" fmla="*/ 2167700 w 3296088"/>
                <a:gd name="connsiteY8" fmla="*/ 3042190 h 5012722"/>
                <a:gd name="connsiteX9" fmla="*/ 2273903 w 3296088"/>
                <a:gd name="connsiteY9" fmla="*/ 2775014 h 5012722"/>
                <a:gd name="connsiteX10" fmla="*/ 2463356 w 3296088"/>
                <a:gd name="connsiteY10" fmla="*/ 2335530 h 5012722"/>
                <a:gd name="connsiteX11" fmla="*/ 2741866 w 3296088"/>
                <a:gd name="connsiteY11" fmla="*/ 1982248 h 5012722"/>
                <a:gd name="connsiteX12" fmla="*/ 2985897 w 3296088"/>
                <a:gd name="connsiteY12" fmla="*/ 1634681 h 5012722"/>
                <a:gd name="connsiteX13" fmla="*/ 3212687 w 3296088"/>
                <a:gd name="connsiteY13" fmla="*/ 1226820 h 5012722"/>
                <a:gd name="connsiteX14" fmla="*/ 3281553 w 3296088"/>
                <a:gd name="connsiteY14" fmla="*/ 959644 h 5012722"/>
                <a:gd name="connsiteX15" fmla="*/ 3295936 w 3296088"/>
                <a:gd name="connsiteY15" fmla="*/ 701135 h 5012722"/>
                <a:gd name="connsiteX16" fmla="*/ 3267266 w 3296088"/>
                <a:gd name="connsiteY16" fmla="*/ 436817 h 5012722"/>
                <a:gd name="connsiteX17" fmla="*/ 3105341 w 3296088"/>
                <a:gd name="connsiteY17" fmla="*/ 0 h 501272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Lst>
              <a:rect l="l" t="t" r="r" b="b"/>
              <a:pathLst>
                <a:path w="3296088" h="5012722">
                  <a:moveTo>
                    <a:pt x="0" y="5012722"/>
                  </a:moveTo>
                  <a:cubicBezTo>
                    <a:pt x="81820" y="4949095"/>
                    <a:pt x="163544" y="4885468"/>
                    <a:pt x="244031" y="4820222"/>
                  </a:cubicBezTo>
                  <a:cubicBezTo>
                    <a:pt x="417671" y="4679633"/>
                    <a:pt x="589883" y="4535139"/>
                    <a:pt x="729234" y="4360641"/>
                  </a:cubicBezTo>
                  <a:cubicBezTo>
                    <a:pt x="779431" y="4297776"/>
                    <a:pt x="825818" y="4231958"/>
                    <a:pt x="881444" y="4173950"/>
                  </a:cubicBezTo>
                  <a:cubicBezTo>
                    <a:pt x="959358" y="4092607"/>
                    <a:pt x="1054799" y="4031075"/>
                    <a:pt x="1151287" y="3972877"/>
                  </a:cubicBezTo>
                  <a:cubicBezTo>
                    <a:pt x="1263968" y="3904964"/>
                    <a:pt x="1379315" y="3841337"/>
                    <a:pt x="1498664" y="3786188"/>
                  </a:cubicBezTo>
                  <a:cubicBezTo>
                    <a:pt x="1573149" y="3751802"/>
                    <a:pt x="1649159" y="3720179"/>
                    <a:pt x="1716881" y="3674174"/>
                  </a:cubicBezTo>
                  <a:cubicBezTo>
                    <a:pt x="1794034" y="3621691"/>
                    <a:pt x="1856708" y="3551492"/>
                    <a:pt x="1913573" y="3477387"/>
                  </a:cubicBezTo>
                  <a:cubicBezTo>
                    <a:pt x="2016157" y="3343751"/>
                    <a:pt x="2099024" y="3196114"/>
                    <a:pt x="2167700" y="3042190"/>
                  </a:cubicBezTo>
                  <a:cubicBezTo>
                    <a:pt x="2206752" y="2954655"/>
                    <a:pt x="2241233" y="2865215"/>
                    <a:pt x="2273903" y="2775014"/>
                  </a:cubicBezTo>
                  <a:cubicBezTo>
                    <a:pt x="2328482" y="2624423"/>
                    <a:pt x="2379440" y="2471642"/>
                    <a:pt x="2463356" y="2335530"/>
                  </a:cubicBezTo>
                  <a:cubicBezTo>
                    <a:pt x="2542127" y="2207705"/>
                    <a:pt x="2647855" y="2099501"/>
                    <a:pt x="2741866" y="1982248"/>
                  </a:cubicBezTo>
                  <a:cubicBezTo>
                    <a:pt x="2830449" y="1871758"/>
                    <a:pt x="2908554" y="1753362"/>
                    <a:pt x="2985897" y="1634681"/>
                  </a:cubicBezTo>
                  <a:cubicBezTo>
                    <a:pt x="3071146" y="1503902"/>
                    <a:pt x="3156395" y="1372172"/>
                    <a:pt x="3212687" y="1226820"/>
                  </a:cubicBezTo>
                  <a:cubicBezTo>
                    <a:pt x="3246025" y="1140809"/>
                    <a:pt x="3268790" y="1051084"/>
                    <a:pt x="3281553" y="959644"/>
                  </a:cubicBezTo>
                  <a:cubicBezTo>
                    <a:pt x="3293555" y="874014"/>
                    <a:pt x="3296888" y="787527"/>
                    <a:pt x="3295936" y="701135"/>
                  </a:cubicBezTo>
                  <a:cubicBezTo>
                    <a:pt x="3294888" y="612172"/>
                    <a:pt x="3289268" y="523018"/>
                    <a:pt x="3267266" y="436817"/>
                  </a:cubicBezTo>
                  <a:cubicBezTo>
                    <a:pt x="3227832" y="282416"/>
                    <a:pt x="3105341" y="0"/>
                    <a:pt x="3105341" y="0"/>
                  </a:cubicBezTo>
                </a:path>
              </a:pathLst>
            </a:custGeom>
            <a:noFill/>
            <a:ln w="9525" cap="rnd">
              <a:solidFill>
                <a:schemeClr val="accent2">
                  <a:alpha val="35000"/>
                </a:schemeClr>
              </a:solidFill>
              <a:prstDash val="lgDash"/>
              <a:round/>
            </a:ln>
          </p:spPr>
          <p:txBody>
            <a:bodyPr rtlCol="0" anchor="ctr"/>
            <a:lstStyle/>
            <a:p>
              <a:endParaRPr lang="en-US"/>
            </a:p>
          </p:txBody>
        </p:sp>
        <p:sp>
          <p:nvSpPr>
            <p:cNvPr id="15" name="Freeform: Shape 14">
              <a:extLst>
                <a:ext uri="{FF2B5EF4-FFF2-40B4-BE49-F238E27FC236}">
                  <a16:creationId xmlns:a16="http://schemas.microsoft.com/office/drawing/2014/main" id="{2ADB3A37-A8CF-4A83-9557-BCF0AE459275}"/>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10849" y="15178"/>
              <a:ext cx="1978674" cy="3074959"/>
            </a:xfrm>
            <a:custGeom>
              <a:avLst/>
              <a:gdLst>
                <a:gd name="connsiteX0" fmla="*/ 0 w 2977477"/>
                <a:gd name="connsiteY0" fmla="*/ 4627150 h 4627149"/>
                <a:gd name="connsiteX1" fmla="*/ 275082 w 2977477"/>
                <a:gd name="connsiteY1" fmla="*/ 4341590 h 4627149"/>
                <a:gd name="connsiteX2" fmla="*/ 502825 w 2977477"/>
                <a:gd name="connsiteY2" fmla="*/ 4054126 h 4627149"/>
                <a:gd name="connsiteX3" fmla="*/ 666179 w 2977477"/>
                <a:gd name="connsiteY3" fmla="*/ 3890677 h 4627149"/>
                <a:gd name="connsiteX4" fmla="*/ 864203 w 2977477"/>
                <a:gd name="connsiteY4" fmla="*/ 3675983 h 4627149"/>
                <a:gd name="connsiteX5" fmla="*/ 982599 w 2977477"/>
                <a:gd name="connsiteY5" fmla="*/ 3557492 h 4627149"/>
                <a:gd name="connsiteX6" fmla="*/ 1188244 w 2977477"/>
                <a:gd name="connsiteY6" fmla="*/ 3329654 h 4627149"/>
                <a:gd name="connsiteX7" fmla="*/ 1344740 w 2977477"/>
                <a:gd name="connsiteY7" fmla="*/ 3146774 h 4627149"/>
                <a:gd name="connsiteX8" fmla="*/ 1470755 w 2977477"/>
                <a:gd name="connsiteY8" fmla="*/ 2984659 h 4627149"/>
                <a:gd name="connsiteX9" fmla="*/ 1657636 w 2977477"/>
                <a:gd name="connsiteY9" fmla="*/ 2670239 h 4627149"/>
                <a:gd name="connsiteX10" fmla="*/ 1762887 w 2977477"/>
                <a:gd name="connsiteY10" fmla="*/ 2473547 h 4627149"/>
                <a:gd name="connsiteX11" fmla="*/ 1866710 w 2977477"/>
                <a:gd name="connsiteY11" fmla="*/ 2290667 h 4627149"/>
                <a:gd name="connsiteX12" fmla="*/ 2106263 w 2977477"/>
                <a:gd name="connsiteY12" fmla="*/ 2030254 h 4627149"/>
                <a:gd name="connsiteX13" fmla="*/ 2277237 w 2977477"/>
                <a:gd name="connsiteY13" fmla="*/ 1859185 h 4627149"/>
                <a:gd name="connsiteX14" fmla="*/ 2499455 w 2977477"/>
                <a:gd name="connsiteY14" fmla="*/ 1656207 h 4627149"/>
                <a:gd name="connsiteX15" fmla="*/ 2707100 w 2977477"/>
                <a:gd name="connsiteY15" fmla="*/ 1390269 h 4627149"/>
                <a:gd name="connsiteX16" fmla="*/ 2812352 w 2977477"/>
                <a:gd name="connsiteY16" fmla="*/ 1230916 h 4627149"/>
                <a:gd name="connsiteX17" fmla="*/ 2898172 w 2977477"/>
                <a:gd name="connsiteY17" fmla="*/ 1036987 h 4627149"/>
                <a:gd name="connsiteX18" fmla="*/ 2963228 w 2977477"/>
                <a:gd name="connsiteY18" fmla="*/ 850011 h 4627149"/>
                <a:gd name="connsiteX19" fmla="*/ 2977325 w 2977477"/>
                <a:gd name="connsiteY19" fmla="*/ 745427 h 4627149"/>
                <a:gd name="connsiteX20" fmla="*/ 2929509 w 2977477"/>
                <a:gd name="connsiteY20" fmla="*/ 480155 h 4627149"/>
                <a:gd name="connsiteX21" fmla="*/ 2563082 w 2977477"/>
                <a:gd name="connsiteY21" fmla="*/ 0 h 462714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Lst>
              <a:rect l="l" t="t" r="r" b="b"/>
              <a:pathLst>
                <a:path w="2977477" h="4627149">
                  <a:moveTo>
                    <a:pt x="0" y="4627150"/>
                  </a:moveTo>
                  <a:cubicBezTo>
                    <a:pt x="79820" y="4552283"/>
                    <a:pt x="203835" y="4424648"/>
                    <a:pt x="275082" y="4341590"/>
                  </a:cubicBezTo>
                  <a:cubicBezTo>
                    <a:pt x="354711" y="4248722"/>
                    <a:pt x="421005" y="4145090"/>
                    <a:pt x="502825" y="4054126"/>
                  </a:cubicBezTo>
                  <a:cubicBezTo>
                    <a:pt x="554355" y="3996881"/>
                    <a:pt x="612362" y="3945827"/>
                    <a:pt x="666179" y="3890677"/>
                  </a:cubicBezTo>
                  <a:cubicBezTo>
                    <a:pt x="734187" y="3821049"/>
                    <a:pt x="796671" y="3746183"/>
                    <a:pt x="864203" y="3675983"/>
                  </a:cubicBezTo>
                  <a:cubicBezTo>
                    <a:pt x="902875" y="3635788"/>
                    <a:pt x="943642" y="3597593"/>
                    <a:pt x="982599" y="3557492"/>
                  </a:cubicBezTo>
                  <a:cubicBezTo>
                    <a:pt x="1053941" y="3484150"/>
                    <a:pt x="1121378" y="3407093"/>
                    <a:pt x="1188244" y="3329654"/>
                  </a:cubicBezTo>
                  <a:cubicBezTo>
                    <a:pt x="1240631" y="3268885"/>
                    <a:pt x="1293495" y="3208496"/>
                    <a:pt x="1344740" y="3146774"/>
                  </a:cubicBezTo>
                  <a:cubicBezTo>
                    <a:pt x="1388459" y="3094101"/>
                    <a:pt x="1431512" y="3040761"/>
                    <a:pt x="1470755" y="2984659"/>
                  </a:cubicBezTo>
                  <a:cubicBezTo>
                    <a:pt x="1540764" y="2884646"/>
                    <a:pt x="1598771" y="2777109"/>
                    <a:pt x="1657636" y="2670239"/>
                  </a:cubicBezTo>
                  <a:cubicBezTo>
                    <a:pt x="1693545" y="2605088"/>
                    <a:pt x="1728502" y="2539460"/>
                    <a:pt x="1762887" y="2473547"/>
                  </a:cubicBezTo>
                  <a:cubicBezTo>
                    <a:pt x="1795367" y="2411349"/>
                    <a:pt x="1826419" y="2348103"/>
                    <a:pt x="1866710" y="2290667"/>
                  </a:cubicBezTo>
                  <a:cubicBezTo>
                    <a:pt x="1934623" y="2193893"/>
                    <a:pt x="2022729" y="2114169"/>
                    <a:pt x="2106263" y="2030254"/>
                  </a:cubicBezTo>
                  <a:cubicBezTo>
                    <a:pt x="2163128" y="1973104"/>
                    <a:pt x="2218182" y="1914049"/>
                    <a:pt x="2277237" y="1859185"/>
                  </a:cubicBezTo>
                  <a:cubicBezTo>
                    <a:pt x="2350770" y="1790891"/>
                    <a:pt x="2430304" y="1728978"/>
                    <a:pt x="2499455" y="1656207"/>
                  </a:cubicBezTo>
                  <a:cubicBezTo>
                    <a:pt x="2576989" y="1574578"/>
                    <a:pt x="2641568" y="1481900"/>
                    <a:pt x="2707100" y="1390269"/>
                  </a:cubicBezTo>
                  <a:cubicBezTo>
                    <a:pt x="2744153" y="1338453"/>
                    <a:pt x="2781586" y="1286732"/>
                    <a:pt x="2812352" y="1230916"/>
                  </a:cubicBezTo>
                  <a:cubicBezTo>
                    <a:pt x="2846546" y="1168908"/>
                    <a:pt x="2872550" y="1102900"/>
                    <a:pt x="2898172" y="1036987"/>
                  </a:cubicBezTo>
                  <a:cubicBezTo>
                    <a:pt x="2922175" y="975455"/>
                    <a:pt x="2948273" y="914305"/>
                    <a:pt x="2963228" y="850011"/>
                  </a:cubicBezTo>
                  <a:cubicBezTo>
                    <a:pt x="2971229" y="815626"/>
                    <a:pt x="2976563" y="780764"/>
                    <a:pt x="2977325" y="745427"/>
                  </a:cubicBezTo>
                  <a:cubicBezTo>
                    <a:pt x="2979230" y="654844"/>
                    <a:pt x="2963323" y="564261"/>
                    <a:pt x="2929509" y="480155"/>
                  </a:cubicBezTo>
                  <a:cubicBezTo>
                    <a:pt x="2851309" y="285655"/>
                    <a:pt x="2563082" y="0"/>
                    <a:pt x="2563082" y="0"/>
                  </a:cubicBezTo>
                </a:path>
              </a:pathLst>
            </a:custGeom>
            <a:noFill/>
            <a:ln w="9525" cap="rnd">
              <a:solidFill>
                <a:schemeClr val="accent2">
                  <a:alpha val="35000"/>
                </a:schemeClr>
              </a:solidFill>
              <a:prstDash val="lgDash"/>
              <a:round/>
            </a:ln>
          </p:spPr>
          <p:txBody>
            <a:bodyPr rtlCol="0" anchor="ctr"/>
            <a:lstStyle/>
            <a:p>
              <a:endParaRPr lang="en-US"/>
            </a:p>
          </p:txBody>
        </p:sp>
        <p:sp>
          <p:nvSpPr>
            <p:cNvPr id="16" name="Freeform: Shape 15">
              <a:extLst>
                <a:ext uri="{FF2B5EF4-FFF2-40B4-BE49-F238E27FC236}">
                  <a16:creationId xmlns:a16="http://schemas.microsoft.com/office/drawing/2014/main" id="{C000F1EE-A903-4DF1-B7F4-7839D1C433BE}"/>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25092" y="15178"/>
              <a:ext cx="1566146" cy="2737264"/>
            </a:xfrm>
            <a:custGeom>
              <a:avLst/>
              <a:gdLst>
                <a:gd name="connsiteX0" fmla="*/ 1707071 w 2356712"/>
                <a:gd name="connsiteY0" fmla="*/ 0 h 4118991"/>
                <a:gd name="connsiteX1" fmla="*/ 1824514 w 2356712"/>
                <a:gd name="connsiteY1" fmla="*/ 244697 h 4118991"/>
                <a:gd name="connsiteX2" fmla="*/ 1908715 w 2356712"/>
                <a:gd name="connsiteY2" fmla="*/ 328994 h 4118991"/>
                <a:gd name="connsiteX3" fmla="*/ 2226469 w 2356712"/>
                <a:gd name="connsiteY3" fmla="*/ 603695 h 4118991"/>
                <a:gd name="connsiteX4" fmla="*/ 2355628 w 2356712"/>
                <a:gd name="connsiteY4" fmla="*/ 900494 h 4118991"/>
                <a:gd name="connsiteX5" fmla="*/ 2281428 w 2356712"/>
                <a:gd name="connsiteY5" fmla="*/ 1206913 h 4118991"/>
                <a:gd name="connsiteX6" fmla="*/ 2092452 w 2356712"/>
                <a:gd name="connsiteY6" fmla="*/ 1460659 h 4118991"/>
                <a:gd name="connsiteX7" fmla="*/ 1834039 w 2356712"/>
                <a:gd name="connsiteY7" fmla="*/ 1625822 h 4118991"/>
                <a:gd name="connsiteX8" fmla="*/ 1558862 w 2356712"/>
                <a:gd name="connsiteY8" fmla="*/ 1743075 h 4118991"/>
                <a:gd name="connsiteX9" fmla="*/ 1386554 w 2356712"/>
                <a:gd name="connsiteY9" fmla="*/ 1869948 h 4118991"/>
                <a:gd name="connsiteX10" fmla="*/ 1271683 w 2356712"/>
                <a:gd name="connsiteY10" fmla="*/ 2073402 h 4118991"/>
                <a:gd name="connsiteX11" fmla="*/ 1178338 w 2356712"/>
                <a:gd name="connsiteY11" fmla="*/ 2355914 h 4118991"/>
                <a:gd name="connsiteX12" fmla="*/ 1113758 w 2356712"/>
                <a:gd name="connsiteY12" fmla="*/ 2578513 h 4118991"/>
                <a:gd name="connsiteX13" fmla="*/ 1034796 w 2356712"/>
                <a:gd name="connsiteY13" fmla="*/ 2834640 h 4118991"/>
                <a:gd name="connsiteX14" fmla="*/ 905637 w 2356712"/>
                <a:gd name="connsiteY14" fmla="*/ 3081242 h 4118991"/>
                <a:gd name="connsiteX15" fmla="*/ 793147 w 2356712"/>
                <a:gd name="connsiteY15" fmla="*/ 3258407 h 4118991"/>
                <a:gd name="connsiteX16" fmla="*/ 546735 w 2356712"/>
                <a:gd name="connsiteY16" fmla="*/ 3571970 h 4118991"/>
                <a:gd name="connsiteX17" fmla="*/ 346996 w 2356712"/>
                <a:gd name="connsiteY17" fmla="*/ 3771900 h 4118991"/>
                <a:gd name="connsiteX18" fmla="*/ 174689 w 2356712"/>
                <a:gd name="connsiteY18" fmla="*/ 3944207 h 4118991"/>
                <a:gd name="connsiteX19" fmla="*/ 0 w 2356712"/>
                <a:gd name="connsiteY19" fmla="*/ 4118991 h 411899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Lst>
              <a:rect l="l" t="t" r="r" b="b"/>
              <a:pathLst>
                <a:path w="2356712" h="4118991">
                  <a:moveTo>
                    <a:pt x="1707071" y="0"/>
                  </a:moveTo>
                  <a:cubicBezTo>
                    <a:pt x="1715357" y="22098"/>
                    <a:pt x="1812608" y="224409"/>
                    <a:pt x="1824514" y="244697"/>
                  </a:cubicBezTo>
                  <a:cubicBezTo>
                    <a:pt x="1844802" y="279273"/>
                    <a:pt x="1876996" y="304324"/>
                    <a:pt x="1908715" y="328994"/>
                  </a:cubicBezTo>
                  <a:cubicBezTo>
                    <a:pt x="2019967" y="415195"/>
                    <a:pt x="2137886" y="494633"/>
                    <a:pt x="2226469" y="603695"/>
                  </a:cubicBezTo>
                  <a:cubicBezTo>
                    <a:pt x="2296287" y="689610"/>
                    <a:pt x="2347817" y="790480"/>
                    <a:pt x="2355628" y="900494"/>
                  </a:cubicBezTo>
                  <a:cubicBezTo>
                    <a:pt x="2363248" y="1007078"/>
                    <a:pt x="2329910" y="1111187"/>
                    <a:pt x="2281428" y="1206913"/>
                  </a:cubicBezTo>
                  <a:cubicBezTo>
                    <a:pt x="2233422" y="1301877"/>
                    <a:pt x="2170938" y="1388936"/>
                    <a:pt x="2092452" y="1460659"/>
                  </a:cubicBezTo>
                  <a:cubicBezTo>
                    <a:pt x="2016538" y="1530001"/>
                    <a:pt x="1927765" y="1583436"/>
                    <a:pt x="1834039" y="1625822"/>
                  </a:cubicBezTo>
                  <a:cubicBezTo>
                    <a:pt x="1743075" y="1666970"/>
                    <a:pt x="1647730" y="1697736"/>
                    <a:pt x="1558862" y="1743075"/>
                  </a:cubicBezTo>
                  <a:cubicBezTo>
                    <a:pt x="1494758" y="1775841"/>
                    <a:pt x="1434275" y="1816132"/>
                    <a:pt x="1386554" y="1869948"/>
                  </a:cubicBezTo>
                  <a:cubicBezTo>
                    <a:pt x="1334548" y="1928622"/>
                    <a:pt x="1300544" y="2000345"/>
                    <a:pt x="1271683" y="2073402"/>
                  </a:cubicBezTo>
                  <a:cubicBezTo>
                    <a:pt x="1235202" y="2165699"/>
                    <a:pt x="1206722" y="2260759"/>
                    <a:pt x="1178338" y="2355914"/>
                  </a:cubicBezTo>
                  <a:cubicBezTo>
                    <a:pt x="1156240" y="2429923"/>
                    <a:pt x="1134237" y="2504028"/>
                    <a:pt x="1113758" y="2578513"/>
                  </a:cubicBezTo>
                  <a:cubicBezTo>
                    <a:pt x="1090041" y="2664714"/>
                    <a:pt x="1068134" y="2751678"/>
                    <a:pt x="1034796" y="2834640"/>
                  </a:cubicBezTo>
                  <a:cubicBezTo>
                    <a:pt x="1000125" y="2920841"/>
                    <a:pt x="953643" y="3001613"/>
                    <a:pt x="905637" y="3081242"/>
                  </a:cubicBezTo>
                  <a:cubicBezTo>
                    <a:pt x="869442" y="3141155"/>
                    <a:pt x="832295" y="3200400"/>
                    <a:pt x="793147" y="3258407"/>
                  </a:cubicBezTo>
                  <a:cubicBezTo>
                    <a:pt x="718661" y="3368802"/>
                    <a:pt x="637223" y="3474434"/>
                    <a:pt x="546735" y="3571970"/>
                  </a:cubicBezTo>
                  <a:cubicBezTo>
                    <a:pt x="482632" y="3641027"/>
                    <a:pt x="414147" y="3705797"/>
                    <a:pt x="346996" y="3771900"/>
                  </a:cubicBezTo>
                  <a:cubicBezTo>
                    <a:pt x="288989" y="3828764"/>
                    <a:pt x="232029" y="3886676"/>
                    <a:pt x="174689" y="3944207"/>
                  </a:cubicBezTo>
                  <a:cubicBezTo>
                    <a:pt x="116586" y="4002596"/>
                    <a:pt x="58293" y="4060698"/>
                    <a:pt x="0" y="4118991"/>
                  </a:cubicBezTo>
                </a:path>
              </a:pathLst>
            </a:custGeom>
            <a:noFill/>
            <a:ln w="9525" cap="rnd">
              <a:solidFill>
                <a:schemeClr val="accent2">
                  <a:alpha val="35000"/>
                </a:schemeClr>
              </a:solidFill>
              <a:prstDash val="lgDash"/>
              <a:round/>
            </a:ln>
          </p:spPr>
          <p:txBody>
            <a:bodyPr rtlCol="0" anchor="ctr"/>
            <a:lstStyle/>
            <a:p>
              <a:endParaRPr lang="en-US"/>
            </a:p>
          </p:txBody>
        </p:sp>
        <p:sp>
          <p:nvSpPr>
            <p:cNvPr id="17" name="Freeform: Shape 16">
              <a:extLst>
                <a:ext uri="{FF2B5EF4-FFF2-40B4-BE49-F238E27FC236}">
                  <a16:creationId xmlns:a16="http://schemas.microsoft.com/office/drawing/2014/main" id="{643B1BFC-D490-4EED-BCBD-CACB6CE5D135}"/>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10849" y="15178"/>
              <a:ext cx="1368431" cy="2644975"/>
            </a:xfrm>
            <a:custGeom>
              <a:avLst/>
              <a:gdLst>
                <a:gd name="connsiteX0" fmla="*/ 0 w 2059193"/>
                <a:gd name="connsiteY0" fmla="*/ 3980116 h 3980116"/>
                <a:gd name="connsiteX1" fmla="*/ 471583 w 2059193"/>
                <a:gd name="connsiteY1" fmla="*/ 3515678 h 3980116"/>
                <a:gd name="connsiteX2" fmla="*/ 758666 w 2059193"/>
                <a:gd name="connsiteY2" fmla="*/ 3163824 h 3980116"/>
                <a:gd name="connsiteX3" fmla="*/ 940499 w 2059193"/>
                <a:gd name="connsiteY3" fmla="*/ 2780824 h 3980116"/>
                <a:gd name="connsiteX4" fmla="*/ 1055370 w 2059193"/>
                <a:gd name="connsiteY4" fmla="*/ 2242185 h 3980116"/>
                <a:gd name="connsiteX5" fmla="*/ 1136714 w 2059193"/>
                <a:gd name="connsiteY5" fmla="*/ 1878330 h 3980116"/>
                <a:gd name="connsiteX6" fmla="*/ 1246727 w 2059193"/>
                <a:gd name="connsiteY6" fmla="*/ 1562386 h 3980116"/>
                <a:gd name="connsiteX7" fmla="*/ 1378363 w 2059193"/>
                <a:gd name="connsiteY7" fmla="*/ 1430750 h 3980116"/>
                <a:gd name="connsiteX8" fmla="*/ 1691831 w 2059193"/>
                <a:gd name="connsiteY8" fmla="*/ 1394841 h 3980116"/>
                <a:gd name="connsiteX9" fmla="*/ 1914335 w 2059193"/>
                <a:gd name="connsiteY9" fmla="*/ 1323023 h 3980116"/>
                <a:gd name="connsiteX10" fmla="*/ 2055495 w 2059193"/>
                <a:gd name="connsiteY10" fmla="*/ 1098042 h 3980116"/>
                <a:gd name="connsiteX11" fmla="*/ 2033969 w 2059193"/>
                <a:gd name="connsiteY11" fmla="*/ 930497 h 3980116"/>
                <a:gd name="connsiteX12" fmla="*/ 1885664 w 2059193"/>
                <a:gd name="connsiteY12" fmla="*/ 760571 h 3980116"/>
                <a:gd name="connsiteX13" fmla="*/ 1636871 w 2059193"/>
                <a:gd name="connsiteY13" fmla="*/ 612172 h 3980116"/>
                <a:gd name="connsiteX14" fmla="*/ 1335405 w 2059193"/>
                <a:gd name="connsiteY14" fmla="*/ 459010 h 3980116"/>
                <a:gd name="connsiteX15" fmla="*/ 1234916 w 2059193"/>
                <a:gd name="connsiteY15" fmla="*/ 269939 h 3980116"/>
                <a:gd name="connsiteX16" fmla="*/ 1386935 w 2059193"/>
                <a:gd name="connsiteY16" fmla="*/ 0 h 398011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Lst>
              <a:rect l="l" t="t" r="r" b="b"/>
              <a:pathLst>
                <a:path w="2059193" h="3980116">
                  <a:moveTo>
                    <a:pt x="0" y="3980116"/>
                  </a:moveTo>
                  <a:cubicBezTo>
                    <a:pt x="91345" y="3889534"/>
                    <a:pt x="382715" y="3608737"/>
                    <a:pt x="471583" y="3515678"/>
                  </a:cubicBezTo>
                  <a:cubicBezTo>
                    <a:pt x="576358" y="3405949"/>
                    <a:pt x="675989" y="3290983"/>
                    <a:pt x="758666" y="3163824"/>
                  </a:cubicBezTo>
                  <a:cubicBezTo>
                    <a:pt x="836105" y="3044857"/>
                    <a:pt x="897445" y="2916079"/>
                    <a:pt x="940499" y="2780824"/>
                  </a:cubicBezTo>
                  <a:cubicBezTo>
                    <a:pt x="996315" y="2605754"/>
                    <a:pt x="1020985" y="2422874"/>
                    <a:pt x="1055370" y="2242185"/>
                  </a:cubicBezTo>
                  <a:cubicBezTo>
                    <a:pt x="1078611" y="2120075"/>
                    <a:pt x="1107472" y="1999107"/>
                    <a:pt x="1136714" y="1878330"/>
                  </a:cubicBezTo>
                  <a:cubicBezTo>
                    <a:pt x="1163098" y="1769174"/>
                    <a:pt x="1189482" y="1658588"/>
                    <a:pt x="1246727" y="1562386"/>
                  </a:cubicBezTo>
                  <a:cubicBezTo>
                    <a:pt x="1279208" y="1507808"/>
                    <a:pt x="1321689" y="1459039"/>
                    <a:pt x="1378363" y="1430750"/>
                  </a:cubicBezTo>
                  <a:cubicBezTo>
                    <a:pt x="1473327" y="1383221"/>
                    <a:pt x="1584865" y="1402652"/>
                    <a:pt x="1691831" y="1394841"/>
                  </a:cubicBezTo>
                  <a:cubicBezTo>
                    <a:pt x="1771079" y="1389031"/>
                    <a:pt x="1849279" y="1368266"/>
                    <a:pt x="1914335" y="1323023"/>
                  </a:cubicBezTo>
                  <a:cubicBezTo>
                    <a:pt x="1989963" y="1270445"/>
                    <a:pt x="2041493" y="1189101"/>
                    <a:pt x="2055495" y="1098042"/>
                  </a:cubicBezTo>
                  <a:cubicBezTo>
                    <a:pt x="2064258" y="1041178"/>
                    <a:pt x="2057591" y="982980"/>
                    <a:pt x="2033969" y="930497"/>
                  </a:cubicBezTo>
                  <a:cubicBezTo>
                    <a:pt x="2002727" y="861060"/>
                    <a:pt x="1945958" y="807625"/>
                    <a:pt x="1885664" y="760571"/>
                  </a:cubicBezTo>
                  <a:cubicBezTo>
                    <a:pt x="1809179" y="700945"/>
                    <a:pt x="1725549" y="651415"/>
                    <a:pt x="1636871" y="612172"/>
                  </a:cubicBezTo>
                  <a:cubicBezTo>
                    <a:pt x="1532763" y="566071"/>
                    <a:pt x="1421606" y="532543"/>
                    <a:pt x="1335405" y="459010"/>
                  </a:cubicBezTo>
                  <a:cubicBezTo>
                    <a:pt x="1277969" y="409956"/>
                    <a:pt x="1232059" y="344615"/>
                    <a:pt x="1234916" y="269939"/>
                  </a:cubicBezTo>
                  <a:cubicBezTo>
                    <a:pt x="1237012" y="211741"/>
                    <a:pt x="1386935" y="0"/>
                    <a:pt x="1386935" y="0"/>
                  </a:cubicBezTo>
                </a:path>
              </a:pathLst>
            </a:custGeom>
            <a:noFill/>
            <a:ln w="9525" cap="rnd">
              <a:solidFill>
                <a:schemeClr val="accent2">
                  <a:alpha val="35000"/>
                </a:schemeClr>
              </a:solidFill>
              <a:prstDash val="lgDash"/>
              <a:round/>
            </a:ln>
          </p:spPr>
          <p:txBody>
            <a:bodyPr rtlCol="0" anchor="ctr"/>
            <a:lstStyle/>
            <a:p>
              <a:endParaRPr lang="en-US"/>
            </a:p>
          </p:txBody>
        </p:sp>
        <p:sp>
          <p:nvSpPr>
            <p:cNvPr id="18" name="Freeform: Shape 17">
              <a:extLst>
                <a:ext uri="{FF2B5EF4-FFF2-40B4-BE49-F238E27FC236}">
                  <a16:creationId xmlns:a16="http://schemas.microsoft.com/office/drawing/2014/main" id="{BA0E29B4-595E-470E-B39E-AC8160BB4B84}"/>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18825" y="543780"/>
              <a:ext cx="494287" cy="1905590"/>
            </a:xfrm>
            <a:custGeom>
              <a:avLst/>
              <a:gdLst>
                <a:gd name="connsiteX0" fmla="*/ 11144 w 743796"/>
                <a:gd name="connsiteY0" fmla="*/ 0 h 2867501"/>
                <a:gd name="connsiteX1" fmla="*/ 353663 w 743796"/>
                <a:gd name="connsiteY1" fmla="*/ 55245 h 2867501"/>
                <a:gd name="connsiteX2" fmla="*/ 571405 w 743796"/>
                <a:gd name="connsiteY2" fmla="*/ 179737 h 2867501"/>
                <a:gd name="connsiteX3" fmla="*/ 688658 w 743796"/>
                <a:gd name="connsiteY3" fmla="*/ 368808 h 2867501"/>
                <a:gd name="connsiteX4" fmla="*/ 731711 w 743796"/>
                <a:gd name="connsiteY4" fmla="*/ 612934 h 2867501"/>
                <a:gd name="connsiteX5" fmla="*/ 725233 w 743796"/>
                <a:gd name="connsiteY5" fmla="*/ 995648 h 2867501"/>
                <a:gd name="connsiteX6" fmla="*/ 742855 w 743796"/>
                <a:gd name="connsiteY6" fmla="*/ 1499330 h 2867501"/>
                <a:gd name="connsiteX7" fmla="*/ 707898 w 743796"/>
                <a:gd name="connsiteY7" fmla="*/ 1793081 h 2867501"/>
                <a:gd name="connsiteX8" fmla="*/ 633222 w 743796"/>
                <a:gd name="connsiteY8" fmla="*/ 2073592 h 2867501"/>
                <a:gd name="connsiteX9" fmla="*/ 404527 w 743796"/>
                <a:gd name="connsiteY9" fmla="*/ 2472404 h 2867501"/>
                <a:gd name="connsiteX10" fmla="*/ 0 w 743796"/>
                <a:gd name="connsiteY10" fmla="*/ 2867501 h 286750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743796" h="2867501">
                  <a:moveTo>
                    <a:pt x="11144" y="0"/>
                  </a:moveTo>
                  <a:cubicBezTo>
                    <a:pt x="101060" y="2953"/>
                    <a:pt x="268796" y="25146"/>
                    <a:pt x="353663" y="55245"/>
                  </a:cubicBezTo>
                  <a:cubicBezTo>
                    <a:pt x="433483" y="83534"/>
                    <a:pt x="510635" y="120967"/>
                    <a:pt x="571405" y="179737"/>
                  </a:cubicBezTo>
                  <a:cubicBezTo>
                    <a:pt x="625412" y="231934"/>
                    <a:pt x="663607" y="297942"/>
                    <a:pt x="688658" y="368808"/>
                  </a:cubicBezTo>
                  <a:cubicBezTo>
                    <a:pt x="716375" y="447103"/>
                    <a:pt x="727996" y="529876"/>
                    <a:pt x="731711" y="612934"/>
                  </a:cubicBezTo>
                  <a:cubicBezTo>
                    <a:pt x="737426" y="740474"/>
                    <a:pt x="724948" y="867918"/>
                    <a:pt x="725233" y="995648"/>
                  </a:cubicBezTo>
                  <a:cubicBezTo>
                    <a:pt x="725710" y="1163765"/>
                    <a:pt x="748665" y="1331309"/>
                    <a:pt x="742855" y="1499330"/>
                  </a:cubicBezTo>
                  <a:cubicBezTo>
                    <a:pt x="739426" y="1598009"/>
                    <a:pt x="725996" y="1696022"/>
                    <a:pt x="707898" y="1793081"/>
                  </a:cubicBezTo>
                  <a:cubicBezTo>
                    <a:pt x="690086" y="1888426"/>
                    <a:pt x="666845" y="1982724"/>
                    <a:pt x="633222" y="2073592"/>
                  </a:cubicBezTo>
                  <a:cubicBezTo>
                    <a:pt x="579692" y="2218182"/>
                    <a:pt x="499682" y="2351056"/>
                    <a:pt x="404527" y="2472404"/>
                  </a:cubicBezTo>
                  <a:cubicBezTo>
                    <a:pt x="266033" y="2648902"/>
                    <a:pt x="179642" y="2732818"/>
                    <a:pt x="0" y="2867501"/>
                  </a:cubicBezTo>
                </a:path>
              </a:pathLst>
            </a:custGeom>
            <a:noFill/>
            <a:ln w="9525" cap="rnd">
              <a:solidFill>
                <a:schemeClr val="accent2">
                  <a:alpha val="35000"/>
                </a:schemeClr>
              </a:solidFill>
              <a:prstDash val="lgDash"/>
              <a:round/>
            </a:ln>
          </p:spPr>
          <p:txBody>
            <a:bodyPr rtlCol="0" anchor="ctr"/>
            <a:lstStyle/>
            <a:p>
              <a:endParaRPr lang="en-US"/>
            </a:p>
          </p:txBody>
        </p:sp>
        <p:sp>
          <p:nvSpPr>
            <p:cNvPr id="19" name="Freeform: Shape 18">
              <a:extLst>
                <a:ext uri="{FF2B5EF4-FFF2-40B4-BE49-F238E27FC236}">
                  <a16:creationId xmlns:a16="http://schemas.microsoft.com/office/drawing/2014/main" id="{F7EDEB06-3957-4677-9B94-A5AA52A93254}"/>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10849" y="672286"/>
              <a:ext cx="396930" cy="1690303"/>
            </a:xfrm>
            <a:custGeom>
              <a:avLst/>
              <a:gdLst>
                <a:gd name="connsiteX0" fmla="*/ 16478 w 597294"/>
                <a:gd name="connsiteY0" fmla="*/ 2079 h 2543540"/>
                <a:gd name="connsiteX1" fmla="*/ 299847 w 597294"/>
                <a:gd name="connsiteY1" fmla="*/ 53991 h 2543540"/>
                <a:gd name="connsiteX2" fmla="*/ 503206 w 597294"/>
                <a:gd name="connsiteY2" fmla="*/ 291354 h 2543540"/>
                <a:gd name="connsiteX3" fmla="*/ 525113 w 597294"/>
                <a:gd name="connsiteY3" fmla="*/ 724265 h 2543540"/>
                <a:gd name="connsiteX4" fmla="*/ 578930 w 597294"/>
                <a:gd name="connsiteY4" fmla="*/ 1117267 h 2543540"/>
                <a:gd name="connsiteX5" fmla="*/ 592931 w 597294"/>
                <a:gd name="connsiteY5" fmla="*/ 1476359 h 2543540"/>
                <a:gd name="connsiteX6" fmla="*/ 503206 w 597294"/>
                <a:gd name="connsiteY6" fmla="*/ 1859359 h 2543540"/>
                <a:gd name="connsiteX7" fmla="*/ 291846 w 597294"/>
                <a:gd name="connsiteY7" fmla="*/ 2250361 h 2543540"/>
                <a:gd name="connsiteX8" fmla="*/ 0 w 597294"/>
                <a:gd name="connsiteY8" fmla="*/ 2543540 h 254354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597294" h="2543540">
                  <a:moveTo>
                    <a:pt x="16478" y="2079"/>
                  </a:moveTo>
                  <a:cubicBezTo>
                    <a:pt x="101441" y="-6684"/>
                    <a:pt x="224885" y="12557"/>
                    <a:pt x="299847" y="53991"/>
                  </a:cubicBezTo>
                  <a:cubicBezTo>
                    <a:pt x="394240" y="106092"/>
                    <a:pt x="468440" y="189341"/>
                    <a:pt x="503206" y="291354"/>
                  </a:cubicBezTo>
                  <a:cubicBezTo>
                    <a:pt x="550069" y="429085"/>
                    <a:pt x="520827" y="577770"/>
                    <a:pt x="525113" y="724265"/>
                  </a:cubicBezTo>
                  <a:cubicBezTo>
                    <a:pt x="529019" y="856472"/>
                    <a:pt x="561118" y="986012"/>
                    <a:pt x="578930" y="1117267"/>
                  </a:cubicBezTo>
                  <a:cubicBezTo>
                    <a:pt x="595122" y="1236234"/>
                    <a:pt x="602742" y="1356630"/>
                    <a:pt x="592931" y="1476359"/>
                  </a:cubicBezTo>
                  <a:cubicBezTo>
                    <a:pt x="582073" y="1607709"/>
                    <a:pt x="549783" y="1736011"/>
                    <a:pt x="503206" y="1859359"/>
                  </a:cubicBezTo>
                  <a:cubicBezTo>
                    <a:pt x="450628" y="1998710"/>
                    <a:pt x="383857" y="2133298"/>
                    <a:pt x="291846" y="2250361"/>
                  </a:cubicBezTo>
                  <a:cubicBezTo>
                    <a:pt x="231553" y="2327132"/>
                    <a:pt x="73819" y="2479532"/>
                    <a:pt x="0" y="2543540"/>
                  </a:cubicBezTo>
                </a:path>
              </a:pathLst>
            </a:custGeom>
            <a:noFill/>
            <a:ln w="9525" cap="rnd">
              <a:solidFill>
                <a:schemeClr val="accent2">
                  <a:alpha val="35000"/>
                </a:schemeClr>
              </a:solidFill>
              <a:prstDash val="lgDash"/>
              <a:round/>
            </a:ln>
          </p:spPr>
          <p:txBody>
            <a:bodyPr rtlCol="0" anchor="ctr"/>
            <a:lstStyle/>
            <a:p>
              <a:endParaRPr lang="en-US"/>
            </a:p>
          </p:txBody>
        </p:sp>
        <p:sp>
          <p:nvSpPr>
            <p:cNvPr id="20" name="Freeform: Shape 19">
              <a:extLst>
                <a:ext uri="{FF2B5EF4-FFF2-40B4-BE49-F238E27FC236}">
                  <a16:creationId xmlns:a16="http://schemas.microsoft.com/office/drawing/2014/main" id="{F04747DD-3DAB-443F-B3DD-D573484D9373}"/>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23002" y="881264"/>
              <a:ext cx="258791" cy="1336561"/>
            </a:xfrm>
            <a:custGeom>
              <a:avLst/>
              <a:gdLst>
                <a:gd name="connsiteX0" fmla="*/ 0 w 389425"/>
                <a:gd name="connsiteY0" fmla="*/ 33 h 2011236"/>
                <a:gd name="connsiteX1" fmla="*/ 171260 w 389425"/>
                <a:gd name="connsiteY1" fmla="*/ 60326 h 2011236"/>
                <a:gd name="connsiteX2" fmla="*/ 211455 w 389425"/>
                <a:gd name="connsiteY2" fmla="*/ 221204 h 2011236"/>
                <a:gd name="connsiteX3" fmla="*/ 243078 w 389425"/>
                <a:gd name="connsiteY3" fmla="*/ 448089 h 2011236"/>
                <a:gd name="connsiteX4" fmla="*/ 346424 w 389425"/>
                <a:gd name="connsiteY4" fmla="*/ 789941 h 2011236"/>
                <a:gd name="connsiteX5" fmla="*/ 372237 w 389425"/>
                <a:gd name="connsiteY5" fmla="*/ 942151 h 2011236"/>
                <a:gd name="connsiteX6" fmla="*/ 386620 w 389425"/>
                <a:gd name="connsiteY6" fmla="*/ 1272478 h 2011236"/>
                <a:gd name="connsiteX7" fmla="*/ 280416 w 389425"/>
                <a:gd name="connsiteY7" fmla="*/ 1660241 h 2011236"/>
                <a:gd name="connsiteX8" fmla="*/ 151257 w 389425"/>
                <a:gd name="connsiteY8" fmla="*/ 1844073 h 2011236"/>
                <a:gd name="connsiteX9" fmla="*/ 1905 w 389425"/>
                <a:gd name="connsiteY9" fmla="*/ 2011237 h 201123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389425" h="2011236">
                  <a:moveTo>
                    <a:pt x="0" y="33"/>
                  </a:moveTo>
                  <a:cubicBezTo>
                    <a:pt x="57912" y="-824"/>
                    <a:pt x="136112" y="14892"/>
                    <a:pt x="171260" y="60326"/>
                  </a:cubicBezTo>
                  <a:cubicBezTo>
                    <a:pt x="205645" y="104903"/>
                    <a:pt x="207740" y="164244"/>
                    <a:pt x="211455" y="221204"/>
                  </a:cubicBezTo>
                  <a:cubicBezTo>
                    <a:pt x="216408" y="297594"/>
                    <a:pt x="225838" y="373604"/>
                    <a:pt x="243078" y="448089"/>
                  </a:cubicBezTo>
                  <a:cubicBezTo>
                    <a:pt x="269939" y="564199"/>
                    <a:pt x="319183" y="673927"/>
                    <a:pt x="346424" y="789941"/>
                  </a:cubicBezTo>
                  <a:cubicBezTo>
                    <a:pt x="358235" y="840043"/>
                    <a:pt x="365951" y="891097"/>
                    <a:pt x="372237" y="942151"/>
                  </a:cubicBezTo>
                  <a:cubicBezTo>
                    <a:pt x="385858" y="1051784"/>
                    <a:pt x="394049" y="1162274"/>
                    <a:pt x="386620" y="1272478"/>
                  </a:cubicBezTo>
                  <a:cubicBezTo>
                    <a:pt x="377476" y="1407828"/>
                    <a:pt x="344996" y="1541178"/>
                    <a:pt x="280416" y="1660241"/>
                  </a:cubicBezTo>
                  <a:cubicBezTo>
                    <a:pt x="244602" y="1726249"/>
                    <a:pt x="199358" y="1786352"/>
                    <a:pt x="151257" y="1844073"/>
                  </a:cubicBezTo>
                  <a:cubicBezTo>
                    <a:pt x="79534" y="1930084"/>
                    <a:pt x="89345" y="1941419"/>
                    <a:pt x="1905" y="2011237"/>
                  </a:cubicBezTo>
                </a:path>
              </a:pathLst>
            </a:custGeom>
            <a:noFill/>
            <a:ln w="9525" cap="rnd">
              <a:solidFill>
                <a:schemeClr val="accent2">
                  <a:alpha val="35000"/>
                </a:schemeClr>
              </a:solidFill>
              <a:prstDash val="lgDash"/>
              <a:round/>
            </a:ln>
          </p:spPr>
          <p:txBody>
            <a:bodyPr rtlCol="0" anchor="ctr"/>
            <a:lstStyle/>
            <a:p>
              <a:endParaRPr lang="en-US"/>
            </a:p>
          </p:txBody>
        </p:sp>
      </p:grpSp>
      <p:sp>
        <p:nvSpPr>
          <p:cNvPr id="2" name="Title 1">
            <a:extLst>
              <a:ext uri="{FF2B5EF4-FFF2-40B4-BE49-F238E27FC236}">
                <a16:creationId xmlns:a16="http://schemas.microsoft.com/office/drawing/2014/main" id="{243637A1-0851-30A0-44AD-E2E4A3E84B09}"/>
              </a:ext>
            </a:extLst>
          </p:cNvPr>
          <p:cNvSpPr>
            <a:spLocks noGrp="1"/>
          </p:cNvSpPr>
          <p:nvPr>
            <p:ph type="title"/>
          </p:nvPr>
        </p:nvSpPr>
        <p:spPr>
          <a:xfrm>
            <a:off x="1198181" y="559813"/>
            <a:ext cx="4811517" cy="5577934"/>
          </a:xfrm>
        </p:spPr>
        <p:txBody>
          <a:bodyPr>
            <a:normAutofit/>
          </a:bodyPr>
          <a:lstStyle/>
          <a:p>
            <a:r>
              <a:rPr lang="en-US" dirty="0"/>
              <a:t>Different Sharding Techniques (Previous Work)</a:t>
            </a:r>
          </a:p>
        </p:txBody>
      </p:sp>
      <p:grpSp>
        <p:nvGrpSpPr>
          <p:cNvPr id="22" name="Bottom Right">
            <a:extLst>
              <a:ext uri="{FF2B5EF4-FFF2-40B4-BE49-F238E27FC236}">
                <a16:creationId xmlns:a16="http://schemas.microsoft.com/office/drawing/2014/main" id="{79F18033-1460-4018-A612-7791A59443BD}"/>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7980400" y="3276601"/>
            <a:ext cx="4211600" cy="3581399"/>
            <a:chOff x="7980400" y="3276601"/>
            <a:chExt cx="4211600" cy="3581399"/>
          </a:xfrm>
        </p:grpSpPr>
        <p:sp>
          <p:nvSpPr>
            <p:cNvPr id="23" name="Freeform: Shape 22">
              <a:extLst>
                <a:ext uri="{FF2B5EF4-FFF2-40B4-BE49-F238E27FC236}">
                  <a16:creationId xmlns:a16="http://schemas.microsoft.com/office/drawing/2014/main" id="{0DA575E3-8440-4D3D-ADE6-306C68A40E0E}"/>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10439256" y="6178637"/>
              <a:ext cx="1482102" cy="679363"/>
            </a:xfrm>
            <a:custGeom>
              <a:avLst/>
              <a:gdLst>
                <a:gd name="connsiteX0" fmla="*/ 741051 w 1482102"/>
                <a:gd name="connsiteY0" fmla="*/ 0 h 679363"/>
                <a:gd name="connsiteX1" fmla="*/ 1473822 w 1482102"/>
                <a:gd name="connsiteY1" fmla="*/ 597226 h 679363"/>
                <a:gd name="connsiteX2" fmla="*/ 1482102 w 1482102"/>
                <a:gd name="connsiteY2" fmla="*/ 679363 h 679363"/>
                <a:gd name="connsiteX3" fmla="*/ 0 w 1482102"/>
                <a:gd name="connsiteY3" fmla="*/ 679363 h 679363"/>
                <a:gd name="connsiteX4" fmla="*/ 8280 w 1482102"/>
                <a:gd name="connsiteY4" fmla="*/ 597226 h 679363"/>
                <a:gd name="connsiteX5" fmla="*/ 741051 w 1482102"/>
                <a:gd name="connsiteY5" fmla="*/ 0 h 67936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1482102" h="679363">
                  <a:moveTo>
                    <a:pt x="741051" y="0"/>
                  </a:moveTo>
                  <a:cubicBezTo>
                    <a:pt x="1102506" y="0"/>
                    <a:pt x="1404077" y="256390"/>
                    <a:pt x="1473822" y="597226"/>
                  </a:cubicBezTo>
                  <a:lnTo>
                    <a:pt x="1482102" y="679363"/>
                  </a:lnTo>
                  <a:lnTo>
                    <a:pt x="0" y="679363"/>
                  </a:lnTo>
                  <a:lnTo>
                    <a:pt x="8280" y="597226"/>
                  </a:lnTo>
                  <a:cubicBezTo>
                    <a:pt x="78025" y="256390"/>
                    <a:pt x="379596" y="0"/>
                    <a:pt x="741051" y="0"/>
                  </a:cubicBezTo>
                  <a:close/>
                </a:path>
              </a:pathLst>
            </a:cu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a:solidFill>
                  <a:schemeClr val="tx1">
                    <a:lumMod val="65000"/>
                    <a:lumOff val="35000"/>
                  </a:schemeClr>
                </a:solidFill>
                <a:latin typeface="AvenirNext LT Pro Medium" panose="020B0504020202020204" pitchFamily="34" charset="0"/>
              </a:endParaRPr>
            </a:p>
          </p:txBody>
        </p:sp>
        <p:grpSp>
          <p:nvGrpSpPr>
            <p:cNvPr id="24" name="Graphic 157">
              <a:extLst>
                <a:ext uri="{FF2B5EF4-FFF2-40B4-BE49-F238E27FC236}">
                  <a16:creationId xmlns:a16="http://schemas.microsoft.com/office/drawing/2014/main" id="{97C091F6-0ACA-47D7-AD10-B0A6434C8FED}"/>
                </a:ext>
                <a:ext uri="{C183D7F6-B498-43B3-948B-1728B52AA6E4}">
                  <adec:decorative xmlns:adec="http://schemas.microsoft.com/office/drawing/2017/decorative" val="1"/>
                </a:ext>
              </a:extLst>
            </p:cNvPr>
            <p:cNvGrpSpPr/>
            <p:nvPr>
              <p:extLst>
                <p:ext uri="{386F3935-93C4-4BCD-93E2-E3B085C9AB24}">
                  <p16:designElem xmlns:p16="http://schemas.microsoft.com/office/powerpoint/2015/main" val="1"/>
                </p:ext>
              </p:extLst>
            </p:nvPr>
          </p:nvGrpSpPr>
          <p:grpSpPr>
            <a:xfrm>
              <a:off x="8662740" y="3276601"/>
              <a:ext cx="3529260" cy="3581398"/>
              <a:chOff x="4114800" y="1423987"/>
              <a:chExt cx="3961542" cy="4007547"/>
            </a:xfrm>
            <a:noFill/>
          </p:grpSpPr>
          <p:sp>
            <p:nvSpPr>
              <p:cNvPr id="26" name="Freeform: Shape 25">
                <a:extLst>
                  <a:ext uri="{FF2B5EF4-FFF2-40B4-BE49-F238E27FC236}">
                    <a16:creationId xmlns:a16="http://schemas.microsoft.com/office/drawing/2014/main" id="{C22CAA67-B5DC-4FC5-8F63-07975585B356}"/>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4114800" y="1423987"/>
                <a:ext cx="3946874" cy="3989641"/>
              </a:xfrm>
              <a:custGeom>
                <a:avLst/>
                <a:gdLst>
                  <a:gd name="connsiteX0" fmla="*/ 0 w 3946874"/>
                  <a:gd name="connsiteY0" fmla="*/ 3989641 h 3989641"/>
                  <a:gd name="connsiteX1" fmla="*/ 79439 w 3946874"/>
                  <a:gd name="connsiteY1" fmla="*/ 3891153 h 3989641"/>
                  <a:gd name="connsiteX2" fmla="*/ 297371 w 3946874"/>
                  <a:gd name="connsiteY2" fmla="*/ 3626930 h 3989641"/>
                  <a:gd name="connsiteX3" fmla="*/ 454343 w 3946874"/>
                  <a:gd name="connsiteY3" fmla="*/ 3440335 h 3989641"/>
                  <a:gd name="connsiteX4" fmla="*/ 622363 w 3946874"/>
                  <a:gd name="connsiteY4" fmla="*/ 3290697 h 3989641"/>
                  <a:gd name="connsiteX5" fmla="*/ 927068 w 3946874"/>
                  <a:gd name="connsiteY5" fmla="*/ 3087434 h 3989641"/>
                  <a:gd name="connsiteX6" fmla="*/ 1176338 w 3946874"/>
                  <a:gd name="connsiteY6" fmla="*/ 2915603 h 3989641"/>
                  <a:gd name="connsiteX7" fmla="*/ 1394270 w 3946874"/>
                  <a:gd name="connsiteY7" fmla="*/ 2780729 h 3989641"/>
                  <a:gd name="connsiteX8" fmla="*/ 1601057 w 3946874"/>
                  <a:gd name="connsiteY8" fmla="*/ 2723483 h 3989641"/>
                  <a:gd name="connsiteX9" fmla="*/ 1756220 w 3946874"/>
                  <a:gd name="connsiteY9" fmla="*/ 2743772 h 3989641"/>
                  <a:gd name="connsiteX10" fmla="*/ 1889189 w 3946874"/>
                  <a:gd name="connsiteY10" fmla="*/ 2765965 h 3989641"/>
                  <a:gd name="connsiteX11" fmla="*/ 2007394 w 3946874"/>
                  <a:gd name="connsiteY11" fmla="*/ 2765965 h 3989641"/>
                  <a:gd name="connsiteX12" fmla="*/ 2184654 w 3946874"/>
                  <a:gd name="connsiteY12" fmla="*/ 2671763 h 3989641"/>
                  <a:gd name="connsiteX13" fmla="*/ 2372773 w 3946874"/>
                  <a:gd name="connsiteY13" fmla="*/ 2538984 h 3989641"/>
                  <a:gd name="connsiteX14" fmla="*/ 2439543 w 3946874"/>
                  <a:gd name="connsiteY14" fmla="*/ 2510504 h 3989641"/>
                  <a:gd name="connsiteX15" fmla="*/ 2650617 w 3946874"/>
                  <a:gd name="connsiteY15" fmla="*/ 2434781 h 3989641"/>
                  <a:gd name="connsiteX16" fmla="*/ 2785110 w 3946874"/>
                  <a:gd name="connsiteY16" fmla="*/ 2383060 h 3989641"/>
                  <a:gd name="connsiteX17" fmla="*/ 2897315 w 3946874"/>
                  <a:gd name="connsiteY17" fmla="*/ 2318861 h 3989641"/>
                  <a:gd name="connsiteX18" fmla="*/ 2997994 w 3946874"/>
                  <a:gd name="connsiteY18" fmla="*/ 2226183 h 3989641"/>
                  <a:gd name="connsiteX19" fmla="*/ 3061240 w 3946874"/>
                  <a:gd name="connsiteY19" fmla="*/ 2141506 h 3989641"/>
                  <a:gd name="connsiteX20" fmla="*/ 3152108 w 3946874"/>
                  <a:gd name="connsiteY20" fmla="*/ 2005203 h 3989641"/>
                  <a:gd name="connsiteX21" fmla="*/ 3274124 w 3946874"/>
                  <a:gd name="connsiteY21" fmla="*/ 1871567 h 3989641"/>
                  <a:gd name="connsiteX22" fmla="*/ 3388138 w 3946874"/>
                  <a:gd name="connsiteY22" fmla="*/ 1770888 h 3989641"/>
                  <a:gd name="connsiteX23" fmla="*/ 3466529 w 3946874"/>
                  <a:gd name="connsiteY23" fmla="*/ 1679162 h 3989641"/>
                  <a:gd name="connsiteX24" fmla="*/ 3538633 w 3946874"/>
                  <a:gd name="connsiteY24" fmla="*/ 1551718 h 3989641"/>
                  <a:gd name="connsiteX25" fmla="*/ 3588544 w 3946874"/>
                  <a:gd name="connsiteY25" fmla="*/ 1376172 h 3989641"/>
                  <a:gd name="connsiteX26" fmla="*/ 3597402 w 3946874"/>
                  <a:gd name="connsiteY26" fmla="*/ 1293305 h 3989641"/>
                  <a:gd name="connsiteX27" fmla="*/ 3721227 w 3946874"/>
                  <a:gd name="connsiteY27" fmla="*/ 880491 h 3989641"/>
                  <a:gd name="connsiteX28" fmla="*/ 3761137 w 3946874"/>
                  <a:gd name="connsiteY28" fmla="*/ 463677 h 3989641"/>
                  <a:gd name="connsiteX29" fmla="*/ 3946874 w 3946874"/>
                  <a:gd name="connsiteY29" fmla="*/ 0 h 398964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Lst>
                <a:rect l="l" t="t" r="r" b="b"/>
                <a:pathLst>
                  <a:path w="3946874" h="3989641">
                    <a:moveTo>
                      <a:pt x="0" y="3989641"/>
                    </a:moveTo>
                    <a:cubicBezTo>
                      <a:pt x="19050" y="3957257"/>
                      <a:pt x="50959" y="3916013"/>
                      <a:pt x="79439" y="3891153"/>
                    </a:cubicBezTo>
                    <a:cubicBezTo>
                      <a:pt x="165544" y="3815906"/>
                      <a:pt x="227933" y="3717989"/>
                      <a:pt x="297371" y="3626930"/>
                    </a:cubicBezTo>
                    <a:cubicBezTo>
                      <a:pt x="346615" y="3562255"/>
                      <a:pt x="398050" y="3499009"/>
                      <a:pt x="454343" y="3440335"/>
                    </a:cubicBezTo>
                    <a:cubicBezTo>
                      <a:pt x="506349" y="3386042"/>
                      <a:pt x="562642" y="3336227"/>
                      <a:pt x="622363" y="3290697"/>
                    </a:cubicBezTo>
                    <a:cubicBezTo>
                      <a:pt x="719519" y="3216688"/>
                      <a:pt x="824960" y="3154585"/>
                      <a:pt x="927068" y="3087434"/>
                    </a:cubicBezTo>
                    <a:cubicBezTo>
                      <a:pt x="1011365" y="3031998"/>
                      <a:pt x="1093565" y="2973324"/>
                      <a:pt x="1176338" y="2915603"/>
                    </a:cubicBezTo>
                    <a:cubicBezTo>
                      <a:pt x="1246537" y="2866644"/>
                      <a:pt x="1317308" y="2818066"/>
                      <a:pt x="1394270" y="2780729"/>
                    </a:cubicBezTo>
                    <a:cubicBezTo>
                      <a:pt x="1459421" y="2749106"/>
                      <a:pt x="1528763" y="2724436"/>
                      <a:pt x="1601057" y="2723483"/>
                    </a:cubicBezTo>
                    <a:cubicBezTo>
                      <a:pt x="1653350" y="2722721"/>
                      <a:pt x="1704785" y="2733485"/>
                      <a:pt x="1756220" y="2743772"/>
                    </a:cubicBezTo>
                    <a:cubicBezTo>
                      <a:pt x="1800320" y="2752630"/>
                      <a:pt x="1844612" y="2760250"/>
                      <a:pt x="1889189" y="2765965"/>
                    </a:cubicBezTo>
                    <a:cubicBezTo>
                      <a:pt x="1928622" y="2771013"/>
                      <a:pt x="1968437" y="2773299"/>
                      <a:pt x="2007394" y="2765965"/>
                    </a:cubicBezTo>
                    <a:cubicBezTo>
                      <a:pt x="2073878" y="2753487"/>
                      <a:pt x="2130647" y="2712911"/>
                      <a:pt x="2184654" y="2671763"/>
                    </a:cubicBezTo>
                    <a:cubicBezTo>
                      <a:pt x="2245900" y="2625090"/>
                      <a:pt x="2304002" y="2573465"/>
                      <a:pt x="2372773" y="2538984"/>
                    </a:cubicBezTo>
                    <a:cubicBezTo>
                      <a:pt x="2394395" y="2528126"/>
                      <a:pt x="2416874" y="2518982"/>
                      <a:pt x="2439543" y="2510504"/>
                    </a:cubicBezTo>
                    <a:cubicBezTo>
                      <a:pt x="2509552" y="2484215"/>
                      <a:pt x="2580037" y="2459450"/>
                      <a:pt x="2650617" y="2434781"/>
                    </a:cubicBezTo>
                    <a:cubicBezTo>
                      <a:pt x="2695956" y="2418874"/>
                      <a:pt x="2741295" y="2402872"/>
                      <a:pt x="2785110" y="2383060"/>
                    </a:cubicBezTo>
                    <a:cubicBezTo>
                      <a:pt x="2824448" y="2365248"/>
                      <a:pt x="2862358" y="2344198"/>
                      <a:pt x="2897315" y="2318861"/>
                    </a:cubicBezTo>
                    <a:cubicBezTo>
                      <a:pt x="2934367" y="2292096"/>
                      <a:pt x="2968085" y="2260854"/>
                      <a:pt x="2997994" y="2226183"/>
                    </a:cubicBezTo>
                    <a:cubicBezTo>
                      <a:pt x="3020949" y="2199513"/>
                      <a:pt x="3041714" y="2170938"/>
                      <a:pt x="3061240" y="2141506"/>
                    </a:cubicBezTo>
                    <a:cubicBezTo>
                      <a:pt x="3091529" y="2095976"/>
                      <a:pt x="3119533" y="2049018"/>
                      <a:pt x="3152108" y="2005203"/>
                    </a:cubicBezTo>
                    <a:cubicBezTo>
                      <a:pt x="3188113" y="1956626"/>
                      <a:pt x="3229261" y="1912144"/>
                      <a:pt x="3274124" y="1871567"/>
                    </a:cubicBezTo>
                    <a:cubicBezTo>
                      <a:pt x="3311747" y="1837563"/>
                      <a:pt x="3351848" y="1806321"/>
                      <a:pt x="3388138" y="1770888"/>
                    </a:cubicBezTo>
                    <a:cubicBezTo>
                      <a:pt x="3416999" y="1742694"/>
                      <a:pt x="3443002" y="1711833"/>
                      <a:pt x="3466529" y="1679162"/>
                    </a:cubicBezTo>
                    <a:cubicBezTo>
                      <a:pt x="3495008" y="1639348"/>
                      <a:pt x="3519392" y="1596771"/>
                      <a:pt x="3538633" y="1551718"/>
                    </a:cubicBezTo>
                    <a:cubicBezTo>
                      <a:pt x="3562731" y="1495616"/>
                      <a:pt x="3578924" y="1436465"/>
                      <a:pt x="3588544" y="1376172"/>
                    </a:cubicBezTo>
                    <a:cubicBezTo>
                      <a:pt x="3592925" y="1348740"/>
                      <a:pt x="3595688" y="1321022"/>
                      <a:pt x="3597402" y="1293305"/>
                    </a:cubicBezTo>
                    <a:cubicBezTo>
                      <a:pt x="3605974" y="1155859"/>
                      <a:pt x="3717703" y="1018127"/>
                      <a:pt x="3721227" y="880491"/>
                    </a:cubicBezTo>
                    <a:cubicBezTo>
                      <a:pt x="3724751" y="740855"/>
                      <a:pt x="3743135" y="602171"/>
                      <a:pt x="3761137" y="463677"/>
                    </a:cubicBezTo>
                    <a:cubicBezTo>
                      <a:pt x="3776186" y="347758"/>
                      <a:pt x="3934968" y="116205"/>
                      <a:pt x="3946874" y="0"/>
                    </a:cubicBezTo>
                  </a:path>
                </a:pathLst>
              </a:custGeom>
              <a:noFill/>
              <a:ln w="9525" cap="rnd">
                <a:solidFill>
                  <a:schemeClr val="accent2">
                    <a:alpha val="35000"/>
                  </a:schemeClr>
                </a:solidFill>
                <a:prstDash val="lgDash"/>
                <a:round/>
              </a:ln>
            </p:spPr>
            <p:txBody>
              <a:bodyPr rtlCol="0" anchor="ctr"/>
              <a:lstStyle/>
              <a:p>
                <a:endParaRPr lang="en-US"/>
              </a:p>
            </p:txBody>
          </p:sp>
          <p:sp>
            <p:nvSpPr>
              <p:cNvPr id="27" name="Freeform: Shape 26">
                <a:extLst>
                  <a:ext uri="{FF2B5EF4-FFF2-40B4-BE49-F238E27FC236}">
                    <a16:creationId xmlns:a16="http://schemas.microsoft.com/office/drawing/2014/main" id="{1F0D0EED-0A88-4489-92EA-6BDE581E1877}"/>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4395978" y="2441733"/>
                <a:ext cx="3665410" cy="2985611"/>
              </a:xfrm>
              <a:custGeom>
                <a:avLst/>
                <a:gdLst>
                  <a:gd name="connsiteX0" fmla="*/ 0 w 3665410"/>
                  <a:gd name="connsiteY0" fmla="*/ 2985611 h 2985611"/>
                  <a:gd name="connsiteX1" fmla="*/ 166211 w 3665410"/>
                  <a:gd name="connsiteY1" fmla="*/ 2699766 h 2985611"/>
                  <a:gd name="connsiteX2" fmla="*/ 397002 w 3665410"/>
                  <a:gd name="connsiteY2" fmla="*/ 2414969 h 2985611"/>
                  <a:gd name="connsiteX3" fmla="*/ 620173 w 3665410"/>
                  <a:gd name="connsiteY3" fmla="*/ 2237899 h 2985611"/>
                  <a:gd name="connsiteX4" fmla="*/ 823341 w 3665410"/>
                  <a:gd name="connsiteY4" fmla="*/ 2085499 h 2985611"/>
                  <a:gd name="connsiteX5" fmla="*/ 1089565 w 3665410"/>
                  <a:gd name="connsiteY5" fmla="*/ 1911477 h 2985611"/>
                  <a:gd name="connsiteX6" fmla="*/ 1145000 w 3665410"/>
                  <a:gd name="connsiteY6" fmla="*/ 1886807 h 2985611"/>
                  <a:gd name="connsiteX7" fmla="*/ 1375791 w 3665410"/>
                  <a:gd name="connsiteY7" fmla="*/ 1842135 h 2985611"/>
                  <a:gd name="connsiteX8" fmla="*/ 1486567 w 3665410"/>
                  <a:gd name="connsiteY8" fmla="*/ 1857566 h 2985611"/>
                  <a:gd name="connsiteX9" fmla="*/ 1568101 w 3665410"/>
                  <a:gd name="connsiteY9" fmla="*/ 1871377 h 2985611"/>
                  <a:gd name="connsiteX10" fmla="*/ 1810607 w 3665410"/>
                  <a:gd name="connsiteY10" fmla="*/ 1871377 h 2985611"/>
                  <a:gd name="connsiteX11" fmla="*/ 1997964 w 3665410"/>
                  <a:gd name="connsiteY11" fmla="*/ 1790605 h 2985611"/>
                  <a:gd name="connsiteX12" fmla="*/ 2109883 w 3665410"/>
                  <a:gd name="connsiteY12" fmla="*/ 1702784 h 2985611"/>
                  <a:gd name="connsiteX13" fmla="*/ 2321433 w 3665410"/>
                  <a:gd name="connsiteY13" fmla="*/ 1552384 h 2985611"/>
                  <a:gd name="connsiteX14" fmla="*/ 2558891 w 3665410"/>
                  <a:gd name="connsiteY14" fmla="*/ 1453420 h 2985611"/>
                  <a:gd name="connsiteX15" fmla="*/ 2709767 w 3665410"/>
                  <a:gd name="connsiteY15" fmla="*/ 1377887 h 2985611"/>
                  <a:gd name="connsiteX16" fmla="*/ 2885408 w 3665410"/>
                  <a:gd name="connsiteY16" fmla="*/ 1237393 h 2985611"/>
                  <a:gd name="connsiteX17" fmla="*/ 3017711 w 3665410"/>
                  <a:gd name="connsiteY17" fmla="*/ 1072229 h 2985611"/>
                  <a:gd name="connsiteX18" fmla="*/ 3150680 w 3665410"/>
                  <a:gd name="connsiteY18" fmla="*/ 921830 h 2985611"/>
                  <a:gd name="connsiteX19" fmla="*/ 3255169 w 3665410"/>
                  <a:gd name="connsiteY19" fmla="*/ 801815 h 2985611"/>
                  <a:gd name="connsiteX20" fmla="*/ 3339275 w 3665410"/>
                  <a:gd name="connsiteY20" fmla="*/ 694182 h 2985611"/>
                  <a:gd name="connsiteX21" fmla="*/ 3409188 w 3665410"/>
                  <a:gd name="connsiteY21" fmla="*/ 546926 h 2985611"/>
                  <a:gd name="connsiteX22" fmla="*/ 3464243 w 3665410"/>
                  <a:gd name="connsiteY22" fmla="*/ 347663 h 2985611"/>
                  <a:gd name="connsiteX23" fmla="*/ 3665411 w 3665410"/>
                  <a:gd name="connsiteY23" fmla="*/ 0 h 298561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Lst>
                <a:rect l="l" t="t" r="r" b="b"/>
                <a:pathLst>
                  <a:path w="3665410" h="2985611">
                    <a:moveTo>
                      <a:pt x="0" y="2985611"/>
                    </a:moveTo>
                    <a:cubicBezTo>
                      <a:pt x="0" y="2985611"/>
                      <a:pt x="86773" y="2802827"/>
                      <a:pt x="166211" y="2699766"/>
                    </a:cubicBezTo>
                    <a:cubicBezTo>
                      <a:pt x="240983" y="2602706"/>
                      <a:pt x="309182" y="2500122"/>
                      <a:pt x="397002" y="2414969"/>
                    </a:cubicBezTo>
                    <a:cubicBezTo>
                      <a:pt x="465296" y="2348865"/>
                      <a:pt x="543592" y="2294477"/>
                      <a:pt x="620173" y="2237899"/>
                    </a:cubicBezTo>
                    <a:cubicBezTo>
                      <a:pt x="688277" y="2187607"/>
                      <a:pt x="755333" y="2135886"/>
                      <a:pt x="823341" y="2085499"/>
                    </a:cubicBezTo>
                    <a:cubicBezTo>
                      <a:pt x="908685" y="2022253"/>
                      <a:pt x="994791" y="1959197"/>
                      <a:pt x="1089565" y="1911477"/>
                    </a:cubicBezTo>
                    <a:cubicBezTo>
                      <a:pt x="1107662" y="1902428"/>
                      <a:pt x="1126141" y="1894141"/>
                      <a:pt x="1145000" y="1886807"/>
                    </a:cubicBezTo>
                    <a:cubicBezTo>
                      <a:pt x="1218819" y="1858232"/>
                      <a:pt x="1296924" y="1838611"/>
                      <a:pt x="1375791" y="1842135"/>
                    </a:cubicBezTo>
                    <a:cubicBezTo>
                      <a:pt x="1413129" y="1843754"/>
                      <a:pt x="1449896" y="1850422"/>
                      <a:pt x="1486567" y="1857566"/>
                    </a:cubicBezTo>
                    <a:cubicBezTo>
                      <a:pt x="1513618" y="1862804"/>
                      <a:pt x="1540859" y="1867376"/>
                      <a:pt x="1568101" y="1871377"/>
                    </a:cubicBezTo>
                    <a:cubicBezTo>
                      <a:pt x="1648778" y="1883188"/>
                      <a:pt x="1730978" y="1887665"/>
                      <a:pt x="1810607" y="1871377"/>
                    </a:cubicBezTo>
                    <a:cubicBezTo>
                      <a:pt x="1877854" y="1857661"/>
                      <a:pt x="1941100" y="1829086"/>
                      <a:pt x="1997964" y="1790605"/>
                    </a:cubicBezTo>
                    <a:cubicBezTo>
                      <a:pt x="2037302" y="1764030"/>
                      <a:pt x="2073497" y="1733264"/>
                      <a:pt x="2109883" y="1702784"/>
                    </a:cubicBezTo>
                    <a:cubicBezTo>
                      <a:pt x="2176367" y="1647063"/>
                      <a:pt x="2244852" y="1593151"/>
                      <a:pt x="2321433" y="1552384"/>
                    </a:cubicBezTo>
                    <a:cubicBezTo>
                      <a:pt x="2397157" y="1512094"/>
                      <a:pt x="2479548" y="1486281"/>
                      <a:pt x="2558891" y="1453420"/>
                    </a:cubicBezTo>
                    <a:cubicBezTo>
                      <a:pt x="2610898" y="1431798"/>
                      <a:pt x="2661571" y="1407033"/>
                      <a:pt x="2709767" y="1377887"/>
                    </a:cubicBezTo>
                    <a:cubicBezTo>
                      <a:pt x="2774252" y="1338929"/>
                      <a:pt x="2834069" y="1292447"/>
                      <a:pt x="2885408" y="1237393"/>
                    </a:cubicBezTo>
                    <a:cubicBezTo>
                      <a:pt x="2933605" y="1185767"/>
                      <a:pt x="2973324" y="1127093"/>
                      <a:pt x="3017711" y="1072229"/>
                    </a:cubicBezTo>
                    <a:cubicBezTo>
                      <a:pt x="3059811" y="1020223"/>
                      <a:pt x="3105912" y="971645"/>
                      <a:pt x="3150680" y="921830"/>
                    </a:cubicBezTo>
                    <a:cubicBezTo>
                      <a:pt x="3186113" y="882396"/>
                      <a:pt x="3220593" y="842010"/>
                      <a:pt x="3255169" y="801815"/>
                    </a:cubicBezTo>
                    <a:cubicBezTo>
                      <a:pt x="3284887" y="767239"/>
                      <a:pt x="3314605" y="732473"/>
                      <a:pt x="3339275" y="694182"/>
                    </a:cubicBezTo>
                    <a:cubicBezTo>
                      <a:pt x="3368707" y="648367"/>
                      <a:pt x="3390138" y="597980"/>
                      <a:pt x="3409188" y="546926"/>
                    </a:cubicBezTo>
                    <a:cubicBezTo>
                      <a:pt x="3433382" y="482156"/>
                      <a:pt x="3453384" y="415861"/>
                      <a:pt x="3464243" y="347663"/>
                    </a:cubicBezTo>
                    <a:cubicBezTo>
                      <a:pt x="3476244" y="272224"/>
                      <a:pt x="3661696" y="76295"/>
                      <a:pt x="3665411" y="0"/>
                    </a:cubicBezTo>
                  </a:path>
                </a:pathLst>
              </a:custGeom>
              <a:noFill/>
              <a:ln w="9525" cap="rnd">
                <a:solidFill>
                  <a:schemeClr val="accent2">
                    <a:alpha val="35000"/>
                  </a:schemeClr>
                </a:solidFill>
                <a:prstDash val="lgDash"/>
                <a:round/>
              </a:ln>
            </p:spPr>
            <p:txBody>
              <a:bodyPr rtlCol="0" anchor="ctr"/>
              <a:lstStyle/>
              <a:p>
                <a:endParaRPr lang="en-US"/>
              </a:p>
            </p:txBody>
          </p:sp>
          <p:sp>
            <p:nvSpPr>
              <p:cNvPr id="28" name="Freeform: Shape 27">
                <a:extLst>
                  <a:ext uri="{FF2B5EF4-FFF2-40B4-BE49-F238E27FC236}">
                    <a16:creationId xmlns:a16="http://schemas.microsoft.com/office/drawing/2014/main" id="{D1FA96F0-4E1A-4485-8096-5825381C0B2A}"/>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7790402" y="5229700"/>
                <a:ext cx="285940" cy="199072"/>
              </a:xfrm>
              <a:custGeom>
                <a:avLst/>
                <a:gdLst>
                  <a:gd name="connsiteX0" fmla="*/ 0 w 285940"/>
                  <a:gd name="connsiteY0" fmla="*/ 199073 h 199072"/>
                  <a:gd name="connsiteX1" fmla="*/ 285940 w 285940"/>
                  <a:gd name="connsiteY1" fmla="*/ 0 h 199072"/>
                </a:gdLst>
                <a:ahLst/>
                <a:cxnLst>
                  <a:cxn ang="0">
                    <a:pos x="connsiteX0" y="connsiteY0"/>
                  </a:cxn>
                  <a:cxn ang="0">
                    <a:pos x="connsiteX1" y="connsiteY1"/>
                  </a:cxn>
                </a:cxnLst>
                <a:rect l="l" t="t" r="r" b="b"/>
                <a:pathLst>
                  <a:path w="285940" h="199072">
                    <a:moveTo>
                      <a:pt x="0" y="199073"/>
                    </a:moveTo>
                    <a:cubicBezTo>
                      <a:pt x="0" y="199073"/>
                      <a:pt x="242125" y="39243"/>
                      <a:pt x="285940" y="0"/>
                    </a:cubicBezTo>
                  </a:path>
                </a:pathLst>
              </a:custGeom>
              <a:noFill/>
              <a:ln w="9525" cap="rnd">
                <a:solidFill>
                  <a:schemeClr val="accent2">
                    <a:alpha val="35000"/>
                  </a:schemeClr>
                </a:solidFill>
                <a:prstDash val="lgDash"/>
                <a:round/>
              </a:ln>
            </p:spPr>
            <p:txBody>
              <a:bodyPr rtlCol="0" anchor="ctr"/>
              <a:lstStyle/>
              <a:p>
                <a:endParaRPr lang="en-US"/>
              </a:p>
            </p:txBody>
          </p:sp>
          <p:sp>
            <p:nvSpPr>
              <p:cNvPr id="29" name="Freeform: Shape 28">
                <a:extLst>
                  <a:ext uri="{FF2B5EF4-FFF2-40B4-BE49-F238E27FC236}">
                    <a16:creationId xmlns:a16="http://schemas.microsoft.com/office/drawing/2014/main" id="{A36D099C-F03A-4E04-90B8-1113710FCDA4}"/>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7393114" y="5049773"/>
                <a:ext cx="655796" cy="381190"/>
              </a:xfrm>
              <a:custGeom>
                <a:avLst/>
                <a:gdLst>
                  <a:gd name="connsiteX0" fmla="*/ 0 w 655796"/>
                  <a:gd name="connsiteY0" fmla="*/ 381190 h 381190"/>
                  <a:gd name="connsiteX1" fmla="*/ 655796 w 655796"/>
                  <a:gd name="connsiteY1" fmla="*/ 0 h 381190"/>
                </a:gdLst>
                <a:ahLst/>
                <a:cxnLst>
                  <a:cxn ang="0">
                    <a:pos x="connsiteX0" y="connsiteY0"/>
                  </a:cxn>
                  <a:cxn ang="0">
                    <a:pos x="connsiteX1" y="connsiteY1"/>
                  </a:cxn>
                </a:cxnLst>
                <a:rect l="l" t="t" r="r" b="b"/>
                <a:pathLst>
                  <a:path w="655796" h="381190">
                    <a:moveTo>
                      <a:pt x="0" y="381190"/>
                    </a:moveTo>
                    <a:cubicBezTo>
                      <a:pt x="0" y="381190"/>
                      <a:pt x="461105" y="172117"/>
                      <a:pt x="655796" y="0"/>
                    </a:cubicBezTo>
                  </a:path>
                </a:pathLst>
              </a:custGeom>
              <a:noFill/>
              <a:ln w="9525" cap="rnd">
                <a:solidFill>
                  <a:schemeClr val="accent2">
                    <a:alpha val="35000"/>
                  </a:schemeClr>
                </a:solidFill>
                <a:prstDash val="lgDash"/>
                <a:round/>
              </a:ln>
            </p:spPr>
            <p:txBody>
              <a:bodyPr rtlCol="0" anchor="ctr"/>
              <a:lstStyle/>
              <a:p>
                <a:endParaRPr lang="en-US"/>
              </a:p>
            </p:txBody>
          </p:sp>
          <p:sp>
            <p:nvSpPr>
              <p:cNvPr id="30" name="Freeform: Shape 29">
                <a:extLst>
                  <a:ext uri="{FF2B5EF4-FFF2-40B4-BE49-F238E27FC236}">
                    <a16:creationId xmlns:a16="http://schemas.microsoft.com/office/drawing/2014/main" id="{6BDC2E18-6FEE-460E-B3F5-AE9699B67995}"/>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154072" y="3867816"/>
                <a:ext cx="2907315" cy="1544764"/>
              </a:xfrm>
              <a:custGeom>
                <a:avLst/>
                <a:gdLst>
                  <a:gd name="connsiteX0" fmla="*/ 0 w 2907315"/>
                  <a:gd name="connsiteY0" fmla="*/ 1544764 h 1544764"/>
                  <a:gd name="connsiteX1" fmla="*/ 201644 w 2907315"/>
                  <a:gd name="connsiteY1" fmla="*/ 1352550 h 1544764"/>
                  <a:gd name="connsiteX2" fmla="*/ 423196 w 2907315"/>
                  <a:gd name="connsiteY2" fmla="*/ 1196054 h 1544764"/>
                  <a:gd name="connsiteX3" fmla="*/ 782193 w 2907315"/>
                  <a:gd name="connsiteY3" fmla="*/ 1099947 h 1544764"/>
                  <a:gd name="connsiteX4" fmla="*/ 1052513 w 2907315"/>
                  <a:gd name="connsiteY4" fmla="*/ 1042321 h 1544764"/>
                  <a:gd name="connsiteX5" fmla="*/ 1311783 w 2907315"/>
                  <a:gd name="connsiteY5" fmla="*/ 1056037 h 1544764"/>
                  <a:gd name="connsiteX6" fmla="*/ 1484662 w 2907315"/>
                  <a:gd name="connsiteY6" fmla="*/ 1083469 h 1544764"/>
                  <a:gd name="connsiteX7" fmla="*/ 1788224 w 2907315"/>
                  <a:gd name="connsiteY7" fmla="*/ 1023080 h 1544764"/>
                  <a:gd name="connsiteX8" fmla="*/ 2269045 w 2907315"/>
                  <a:gd name="connsiteY8" fmla="*/ 734758 h 1544764"/>
                  <a:gd name="connsiteX9" fmla="*/ 2534984 w 2907315"/>
                  <a:gd name="connsiteY9" fmla="*/ 572738 h 1544764"/>
                  <a:gd name="connsiteX10" fmla="*/ 2907316 w 2907315"/>
                  <a:gd name="connsiteY10" fmla="*/ 0 h 154476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2907315" h="1544764">
                    <a:moveTo>
                      <a:pt x="0" y="1544764"/>
                    </a:moveTo>
                    <a:cubicBezTo>
                      <a:pt x="0" y="1544764"/>
                      <a:pt x="98012" y="1443990"/>
                      <a:pt x="201644" y="1352550"/>
                    </a:cubicBezTo>
                    <a:cubicBezTo>
                      <a:pt x="271272" y="1291209"/>
                      <a:pt x="343662" y="1234249"/>
                      <a:pt x="423196" y="1196054"/>
                    </a:cubicBezTo>
                    <a:cubicBezTo>
                      <a:pt x="537591" y="1141095"/>
                      <a:pt x="661226" y="1127189"/>
                      <a:pt x="782193" y="1099947"/>
                    </a:cubicBezTo>
                    <a:cubicBezTo>
                      <a:pt x="872300" y="1079659"/>
                      <a:pt x="961358" y="1051370"/>
                      <a:pt x="1052513" y="1042321"/>
                    </a:cubicBezTo>
                    <a:cubicBezTo>
                      <a:pt x="1139000" y="1033653"/>
                      <a:pt x="1225868" y="1040321"/>
                      <a:pt x="1311783" y="1056037"/>
                    </a:cubicBezTo>
                    <a:cubicBezTo>
                      <a:pt x="1369314" y="1066609"/>
                      <a:pt x="1426559" y="1079373"/>
                      <a:pt x="1484662" y="1083469"/>
                    </a:cubicBezTo>
                    <a:cubicBezTo>
                      <a:pt x="1587913" y="1090803"/>
                      <a:pt x="1690402" y="1064800"/>
                      <a:pt x="1788224" y="1023080"/>
                    </a:cubicBezTo>
                    <a:cubicBezTo>
                      <a:pt x="1956721" y="951262"/>
                      <a:pt x="2106549" y="825722"/>
                      <a:pt x="2269045" y="734758"/>
                    </a:cubicBezTo>
                    <a:cubicBezTo>
                      <a:pt x="2359438" y="684181"/>
                      <a:pt x="2452497" y="640556"/>
                      <a:pt x="2534984" y="572738"/>
                    </a:cubicBezTo>
                    <a:cubicBezTo>
                      <a:pt x="2673001" y="459391"/>
                      <a:pt x="2847023" y="191453"/>
                      <a:pt x="2907316" y="0"/>
                    </a:cubicBezTo>
                  </a:path>
                </a:pathLst>
              </a:custGeom>
              <a:noFill/>
              <a:ln w="9525" cap="rnd">
                <a:solidFill>
                  <a:schemeClr val="accent2">
                    <a:alpha val="35000"/>
                  </a:schemeClr>
                </a:solidFill>
                <a:prstDash val="lgDash"/>
                <a:round/>
              </a:ln>
            </p:spPr>
            <p:txBody>
              <a:bodyPr rtlCol="0" anchor="ctr"/>
              <a:lstStyle/>
              <a:p>
                <a:endParaRPr lang="en-US"/>
              </a:p>
            </p:txBody>
          </p:sp>
          <p:sp>
            <p:nvSpPr>
              <p:cNvPr id="31" name="Freeform: Shape 30">
                <a:extLst>
                  <a:ext uri="{FF2B5EF4-FFF2-40B4-BE49-F238E27FC236}">
                    <a16:creationId xmlns:a16="http://schemas.microsoft.com/office/drawing/2014/main" id="{31BC359D-4AD5-412F-BFD8-9BC2FDFA7627}"/>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4907946" y="3479100"/>
                <a:ext cx="3168300" cy="1952434"/>
              </a:xfrm>
              <a:custGeom>
                <a:avLst/>
                <a:gdLst>
                  <a:gd name="connsiteX0" fmla="*/ 0 w 3168300"/>
                  <a:gd name="connsiteY0" fmla="*/ 1952435 h 1952434"/>
                  <a:gd name="connsiteX1" fmla="*/ 202121 w 3168300"/>
                  <a:gd name="connsiteY1" fmla="*/ 1687068 h 1952434"/>
                  <a:gd name="connsiteX2" fmla="*/ 545116 w 3168300"/>
                  <a:gd name="connsiteY2" fmla="*/ 1450277 h 1952434"/>
                  <a:gd name="connsiteX3" fmla="*/ 906780 w 3168300"/>
                  <a:gd name="connsiteY3" fmla="*/ 1354455 h 1952434"/>
                  <a:gd name="connsiteX4" fmla="*/ 1332262 w 3168300"/>
                  <a:gd name="connsiteY4" fmla="*/ 1285304 h 1952434"/>
                  <a:gd name="connsiteX5" fmla="*/ 1691259 w 3168300"/>
                  <a:gd name="connsiteY5" fmla="*/ 1240060 h 1952434"/>
                  <a:gd name="connsiteX6" fmla="*/ 2010346 w 3168300"/>
                  <a:gd name="connsiteY6" fmla="*/ 1141667 h 1952434"/>
                  <a:gd name="connsiteX7" fmla="*/ 2393252 w 3168300"/>
                  <a:gd name="connsiteY7" fmla="*/ 1027271 h 1952434"/>
                  <a:gd name="connsiteX8" fmla="*/ 2582037 w 3168300"/>
                  <a:gd name="connsiteY8" fmla="*/ 958120 h 1952434"/>
                  <a:gd name="connsiteX9" fmla="*/ 2760155 w 3168300"/>
                  <a:gd name="connsiteY9" fmla="*/ 827723 h 1952434"/>
                  <a:gd name="connsiteX10" fmla="*/ 2914364 w 3168300"/>
                  <a:gd name="connsiteY10" fmla="*/ 567023 h 1952434"/>
                  <a:gd name="connsiteX11" fmla="*/ 3168301 w 3168300"/>
                  <a:gd name="connsiteY11" fmla="*/ 0 h 195243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3168300" h="1952434">
                    <a:moveTo>
                      <a:pt x="0" y="1952435"/>
                    </a:moveTo>
                    <a:cubicBezTo>
                      <a:pt x="0" y="1952435"/>
                      <a:pt x="91059" y="1796415"/>
                      <a:pt x="202121" y="1687068"/>
                    </a:cubicBezTo>
                    <a:cubicBezTo>
                      <a:pt x="301943" y="1588675"/>
                      <a:pt x="416528" y="1505617"/>
                      <a:pt x="545116" y="1450277"/>
                    </a:cubicBezTo>
                    <a:cubicBezTo>
                      <a:pt x="659987" y="1400747"/>
                      <a:pt x="783622" y="1377601"/>
                      <a:pt x="906780" y="1354455"/>
                    </a:cubicBezTo>
                    <a:cubicBezTo>
                      <a:pt x="1048036" y="1327976"/>
                      <a:pt x="1189482" y="1301972"/>
                      <a:pt x="1332262" y="1285304"/>
                    </a:cubicBezTo>
                    <a:cubicBezTo>
                      <a:pt x="1452182" y="1271302"/>
                      <a:pt x="1573340" y="1265873"/>
                      <a:pt x="1691259" y="1240060"/>
                    </a:cubicBezTo>
                    <a:cubicBezTo>
                      <a:pt x="1800035" y="1216247"/>
                      <a:pt x="1904619" y="1176718"/>
                      <a:pt x="2010346" y="1141667"/>
                    </a:cubicBezTo>
                    <a:cubicBezTo>
                      <a:pt x="2136743" y="1099661"/>
                      <a:pt x="2265902" y="1066229"/>
                      <a:pt x="2393252" y="1027271"/>
                    </a:cubicBezTo>
                    <a:cubicBezTo>
                      <a:pt x="2457450" y="1007650"/>
                      <a:pt x="2521744" y="987552"/>
                      <a:pt x="2582037" y="958120"/>
                    </a:cubicBezTo>
                    <a:cubicBezTo>
                      <a:pt x="2648807" y="925449"/>
                      <a:pt x="2710815" y="883349"/>
                      <a:pt x="2760155" y="827723"/>
                    </a:cubicBezTo>
                    <a:cubicBezTo>
                      <a:pt x="2827496" y="751904"/>
                      <a:pt x="2867978" y="657511"/>
                      <a:pt x="2914364" y="567023"/>
                    </a:cubicBezTo>
                    <a:cubicBezTo>
                      <a:pt x="2972753" y="453200"/>
                      <a:pt x="3119152" y="118015"/>
                      <a:pt x="3168301" y="0"/>
                    </a:cubicBezTo>
                  </a:path>
                </a:pathLst>
              </a:custGeom>
              <a:noFill/>
              <a:ln w="9525" cap="rnd">
                <a:solidFill>
                  <a:schemeClr val="accent2">
                    <a:alpha val="35000"/>
                  </a:schemeClr>
                </a:solidFill>
                <a:prstDash val="lgDash"/>
                <a:round/>
              </a:ln>
            </p:spPr>
            <p:txBody>
              <a:bodyPr rtlCol="0" anchor="ctr"/>
              <a:lstStyle/>
              <a:p>
                <a:endParaRPr lang="en-US"/>
              </a:p>
            </p:txBody>
          </p:sp>
          <p:sp>
            <p:nvSpPr>
              <p:cNvPr id="32" name="Freeform: Shape 31">
                <a:extLst>
                  <a:ext uri="{FF2B5EF4-FFF2-40B4-BE49-F238E27FC236}">
                    <a16:creationId xmlns:a16="http://schemas.microsoft.com/office/drawing/2014/main" id="{7352F9A6-591C-49FF-BA68-8BCA6FC49485}"/>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4704778" y="2976752"/>
                <a:ext cx="3356800" cy="2452020"/>
              </a:xfrm>
              <a:custGeom>
                <a:avLst/>
                <a:gdLst>
                  <a:gd name="connsiteX0" fmla="*/ 0 w 3356800"/>
                  <a:gd name="connsiteY0" fmla="*/ 2452021 h 2452020"/>
                  <a:gd name="connsiteX1" fmla="*/ 130874 w 3356800"/>
                  <a:gd name="connsiteY1" fmla="*/ 2247710 h 2452020"/>
                  <a:gd name="connsiteX2" fmla="*/ 437197 w 3356800"/>
                  <a:gd name="connsiteY2" fmla="*/ 1941195 h 2452020"/>
                  <a:gd name="connsiteX3" fmla="*/ 737140 w 3356800"/>
                  <a:gd name="connsiteY3" fmla="*/ 1736884 h 2452020"/>
                  <a:gd name="connsiteX4" fmla="*/ 1031843 w 3356800"/>
                  <a:gd name="connsiteY4" fmla="*/ 1685068 h 2452020"/>
                  <a:gd name="connsiteX5" fmla="*/ 1287304 w 3356800"/>
                  <a:gd name="connsiteY5" fmla="*/ 1655826 h 2452020"/>
                  <a:gd name="connsiteX6" fmla="*/ 1471994 w 3356800"/>
                  <a:gd name="connsiteY6" fmla="*/ 1634300 h 2452020"/>
                  <a:gd name="connsiteX7" fmla="*/ 1898237 w 3356800"/>
                  <a:gd name="connsiteY7" fmla="*/ 1512665 h 2452020"/>
                  <a:gd name="connsiteX8" fmla="*/ 2229136 w 3356800"/>
                  <a:gd name="connsiteY8" fmla="*/ 1355598 h 2452020"/>
                  <a:gd name="connsiteX9" fmla="*/ 2512314 w 3356800"/>
                  <a:gd name="connsiteY9" fmla="*/ 1238631 h 2452020"/>
                  <a:gd name="connsiteX10" fmla="*/ 2758535 w 3356800"/>
                  <a:gd name="connsiteY10" fmla="*/ 1096994 h 2452020"/>
                  <a:gd name="connsiteX11" fmla="*/ 2935510 w 3356800"/>
                  <a:gd name="connsiteY11" fmla="*/ 919925 h 2452020"/>
                  <a:gd name="connsiteX12" fmla="*/ 3081719 w 3356800"/>
                  <a:gd name="connsiteY12" fmla="*/ 687419 h 2452020"/>
                  <a:gd name="connsiteX13" fmla="*/ 3356800 w 3356800"/>
                  <a:gd name="connsiteY13" fmla="*/ 0 h 245202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Lst>
                <a:rect l="l" t="t" r="r" b="b"/>
                <a:pathLst>
                  <a:path w="3356800" h="2452020">
                    <a:moveTo>
                      <a:pt x="0" y="2452021"/>
                    </a:moveTo>
                    <a:cubicBezTo>
                      <a:pt x="0" y="2452021"/>
                      <a:pt x="57150" y="2344198"/>
                      <a:pt x="130874" y="2247710"/>
                    </a:cubicBezTo>
                    <a:cubicBezTo>
                      <a:pt x="218694" y="2132648"/>
                      <a:pt x="328136" y="2036635"/>
                      <a:pt x="437197" y="1941195"/>
                    </a:cubicBezTo>
                    <a:cubicBezTo>
                      <a:pt x="529304" y="1860709"/>
                      <a:pt x="623030" y="1779556"/>
                      <a:pt x="737140" y="1736884"/>
                    </a:cubicBezTo>
                    <a:cubicBezTo>
                      <a:pt x="830866" y="1701736"/>
                      <a:pt x="932021" y="1695450"/>
                      <a:pt x="1031843" y="1685068"/>
                    </a:cubicBezTo>
                    <a:cubicBezTo>
                      <a:pt x="1117092" y="1676210"/>
                      <a:pt x="1202055" y="1665160"/>
                      <a:pt x="1287304" y="1655826"/>
                    </a:cubicBezTo>
                    <a:cubicBezTo>
                      <a:pt x="1348931" y="1649063"/>
                      <a:pt x="1410653" y="1643539"/>
                      <a:pt x="1471994" y="1634300"/>
                    </a:cubicBezTo>
                    <a:cubicBezTo>
                      <a:pt x="1618679" y="1612011"/>
                      <a:pt x="1761935" y="1571149"/>
                      <a:pt x="1898237" y="1512665"/>
                    </a:cubicBezTo>
                    <a:cubicBezTo>
                      <a:pt x="2010442" y="1464564"/>
                      <a:pt x="2117503" y="1405128"/>
                      <a:pt x="2229136" y="1355598"/>
                    </a:cubicBezTo>
                    <a:cubicBezTo>
                      <a:pt x="2322481" y="1314164"/>
                      <a:pt x="2418969" y="1280160"/>
                      <a:pt x="2512314" y="1238631"/>
                    </a:cubicBezTo>
                    <a:cubicBezTo>
                      <a:pt x="2599087" y="1199960"/>
                      <a:pt x="2683193" y="1154811"/>
                      <a:pt x="2758535" y="1096994"/>
                    </a:cubicBezTo>
                    <a:cubicBezTo>
                      <a:pt x="2825020" y="1046035"/>
                      <a:pt x="2883789" y="985837"/>
                      <a:pt x="2935510" y="919925"/>
                    </a:cubicBezTo>
                    <a:cubicBezTo>
                      <a:pt x="2992184" y="847725"/>
                      <a:pt x="3039904" y="769144"/>
                      <a:pt x="3081719" y="687419"/>
                    </a:cubicBezTo>
                    <a:cubicBezTo>
                      <a:pt x="3138297" y="576739"/>
                      <a:pt x="3314129" y="116776"/>
                      <a:pt x="3356800" y="0"/>
                    </a:cubicBezTo>
                  </a:path>
                </a:pathLst>
              </a:custGeom>
              <a:noFill/>
              <a:ln w="9525" cap="rnd">
                <a:solidFill>
                  <a:schemeClr val="accent2">
                    <a:alpha val="35000"/>
                  </a:schemeClr>
                </a:solidFill>
                <a:prstDash val="lgDash"/>
                <a:round/>
              </a:ln>
            </p:spPr>
            <p:txBody>
              <a:bodyPr rtlCol="0" anchor="ctr"/>
              <a:lstStyle/>
              <a:p>
                <a:endParaRPr lang="en-US"/>
              </a:p>
            </p:txBody>
          </p:sp>
        </p:grpSp>
        <p:sp>
          <p:nvSpPr>
            <p:cNvPr id="25" name="Freeform: Shape 24">
              <a:extLst>
                <a:ext uri="{FF2B5EF4-FFF2-40B4-BE49-F238E27FC236}">
                  <a16:creationId xmlns:a16="http://schemas.microsoft.com/office/drawing/2014/main" id="{12FD30F0-A1E2-4FFC-BF98-2BF2C14B9555}"/>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7980400" y="5197178"/>
              <a:ext cx="4211600" cy="1660822"/>
            </a:xfrm>
            <a:custGeom>
              <a:avLst/>
              <a:gdLst>
                <a:gd name="connsiteX0" fmla="*/ 4211600 w 4211600"/>
                <a:gd name="connsiteY0" fmla="*/ 0 h 1660822"/>
                <a:gd name="connsiteX1" fmla="*/ 4211600 w 4211600"/>
                <a:gd name="connsiteY1" fmla="*/ 58430 h 1660822"/>
                <a:gd name="connsiteX2" fmla="*/ 4136524 w 4211600"/>
                <a:gd name="connsiteY2" fmla="*/ 208808 h 1660822"/>
                <a:gd name="connsiteX3" fmla="*/ 3973354 w 4211600"/>
                <a:gd name="connsiteY3" fmla="*/ 437313 h 1660822"/>
                <a:gd name="connsiteX4" fmla="*/ 3884746 w 4211600"/>
                <a:gd name="connsiteY4" fmla="*/ 553613 h 1660822"/>
                <a:gd name="connsiteX5" fmla="*/ 3849435 w 4211600"/>
                <a:gd name="connsiteY5" fmla="*/ 603143 h 1660822"/>
                <a:gd name="connsiteX6" fmla="*/ 3661849 w 4211600"/>
                <a:gd name="connsiteY6" fmla="*/ 819075 h 1660822"/>
                <a:gd name="connsiteX7" fmla="*/ 3402589 w 4211600"/>
                <a:gd name="connsiteY7" fmla="*/ 952996 h 1660822"/>
                <a:gd name="connsiteX8" fmla="*/ 3130202 w 4211600"/>
                <a:gd name="connsiteY8" fmla="*/ 1023386 h 1660822"/>
                <a:gd name="connsiteX9" fmla="*/ 2914657 w 4211600"/>
                <a:gd name="connsiteY9" fmla="*/ 1068058 h 1660822"/>
                <a:gd name="connsiteX10" fmla="*/ 2582149 w 4211600"/>
                <a:gd name="connsiteY10" fmla="*/ 1138924 h 1660822"/>
                <a:gd name="connsiteX11" fmla="*/ 2483958 w 4211600"/>
                <a:gd name="connsiteY11" fmla="*/ 1162356 h 1660822"/>
                <a:gd name="connsiteX12" fmla="*/ 2123750 w 4211600"/>
                <a:gd name="connsiteY12" fmla="*/ 1238651 h 1660822"/>
                <a:gd name="connsiteX13" fmla="*/ 1761444 w 4211600"/>
                <a:gd name="connsiteY13" fmla="*/ 1273417 h 1660822"/>
                <a:gd name="connsiteX14" fmla="*/ 1608382 w 4211600"/>
                <a:gd name="connsiteY14" fmla="*/ 1284466 h 1660822"/>
                <a:gd name="connsiteX15" fmla="*/ 999942 w 4211600"/>
                <a:gd name="connsiteY15" fmla="*/ 1354284 h 1660822"/>
                <a:gd name="connsiteX16" fmla="*/ 484705 w 4211600"/>
                <a:gd name="connsiteY16" fmla="*/ 1450487 h 1660822"/>
                <a:gd name="connsiteX17" fmla="*/ 113310 w 4211600"/>
                <a:gd name="connsiteY17" fmla="*/ 1613700 h 1660822"/>
                <a:gd name="connsiteX18" fmla="*/ 39668 w 4211600"/>
                <a:gd name="connsiteY18" fmla="*/ 1660822 h 1660822"/>
                <a:gd name="connsiteX19" fmla="*/ 0 w 4211600"/>
                <a:gd name="connsiteY19" fmla="*/ 1660822 h 1660822"/>
                <a:gd name="connsiteX20" fmla="*/ 96701 w 4211600"/>
                <a:gd name="connsiteY20" fmla="*/ 1598934 h 1660822"/>
                <a:gd name="connsiteX21" fmla="*/ 474335 w 4211600"/>
                <a:gd name="connsiteY21" fmla="*/ 1433056 h 1660822"/>
                <a:gd name="connsiteX22" fmla="*/ 994299 w 4211600"/>
                <a:gd name="connsiteY22" fmla="*/ 1335806 h 1660822"/>
                <a:gd name="connsiteX23" fmla="*/ 1605231 w 4211600"/>
                <a:gd name="connsiteY23" fmla="*/ 1265702 h 1660822"/>
                <a:gd name="connsiteX24" fmla="*/ 1758819 w 4211600"/>
                <a:gd name="connsiteY24" fmla="*/ 1254558 h 1660822"/>
                <a:gd name="connsiteX25" fmla="*/ 2118106 w 4211600"/>
                <a:gd name="connsiteY25" fmla="*/ 1220077 h 1660822"/>
                <a:gd name="connsiteX26" fmla="*/ 2475557 w 4211600"/>
                <a:gd name="connsiteY26" fmla="*/ 1144353 h 1660822"/>
                <a:gd name="connsiteX27" fmla="*/ 2573878 w 4211600"/>
                <a:gd name="connsiteY27" fmla="*/ 1120827 h 1660822"/>
                <a:gd name="connsiteX28" fmla="*/ 2907437 w 4211600"/>
                <a:gd name="connsiteY28" fmla="*/ 1049675 h 1660822"/>
                <a:gd name="connsiteX29" fmla="*/ 3122589 w 4211600"/>
                <a:gd name="connsiteY29" fmla="*/ 1005098 h 1660822"/>
                <a:gd name="connsiteX30" fmla="*/ 3391169 w 4211600"/>
                <a:gd name="connsiteY30" fmla="*/ 935756 h 1660822"/>
                <a:gd name="connsiteX31" fmla="*/ 3642290 w 4211600"/>
                <a:gd name="connsiteY31" fmla="*/ 806216 h 1660822"/>
                <a:gd name="connsiteX32" fmla="*/ 3825937 w 4211600"/>
                <a:gd name="connsiteY32" fmla="*/ 594475 h 1660822"/>
                <a:gd name="connsiteX33" fmla="*/ 3861381 w 4211600"/>
                <a:gd name="connsiteY33" fmla="*/ 544755 h 1660822"/>
                <a:gd name="connsiteX34" fmla="*/ 3950381 w 4211600"/>
                <a:gd name="connsiteY34" fmla="*/ 427978 h 1660822"/>
                <a:gd name="connsiteX35" fmla="*/ 4112370 w 4211600"/>
                <a:gd name="connsiteY35" fmla="*/ 201378 h 1660822"/>
                <a:gd name="connsiteX36" fmla="*/ 4195989 w 4211600"/>
                <a:gd name="connsiteY36" fmla="*/ 33834 h 166082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Lst>
              <a:rect l="l" t="t" r="r" b="b"/>
              <a:pathLst>
                <a:path w="4211600" h="1660822">
                  <a:moveTo>
                    <a:pt x="4211600" y="0"/>
                  </a:moveTo>
                  <a:lnTo>
                    <a:pt x="4211600" y="58430"/>
                  </a:lnTo>
                  <a:lnTo>
                    <a:pt x="4136524" y="208808"/>
                  </a:lnTo>
                  <a:cubicBezTo>
                    <a:pt x="4089791" y="287770"/>
                    <a:pt x="4030588" y="363780"/>
                    <a:pt x="3973354" y="437313"/>
                  </a:cubicBezTo>
                  <a:cubicBezTo>
                    <a:pt x="3943819" y="475222"/>
                    <a:pt x="3913231" y="514465"/>
                    <a:pt x="3884746" y="553613"/>
                  </a:cubicBezTo>
                  <a:cubicBezTo>
                    <a:pt x="3872801" y="569996"/>
                    <a:pt x="3861119" y="586569"/>
                    <a:pt x="3849435" y="603143"/>
                  </a:cubicBezTo>
                  <a:cubicBezTo>
                    <a:pt x="3796665" y="678009"/>
                    <a:pt x="3742187" y="755352"/>
                    <a:pt x="3661849" y="819075"/>
                  </a:cubicBezTo>
                  <a:cubicBezTo>
                    <a:pt x="3596214" y="871176"/>
                    <a:pt x="3509050" y="916230"/>
                    <a:pt x="3402589" y="952996"/>
                  </a:cubicBezTo>
                  <a:cubicBezTo>
                    <a:pt x="3312406" y="984048"/>
                    <a:pt x="3215660" y="1005003"/>
                    <a:pt x="3130202" y="1023386"/>
                  </a:cubicBezTo>
                  <a:cubicBezTo>
                    <a:pt x="3058529" y="1038816"/>
                    <a:pt x="2985412" y="1053675"/>
                    <a:pt x="2914657" y="1068058"/>
                  </a:cubicBezTo>
                  <a:cubicBezTo>
                    <a:pt x="2805176" y="1090251"/>
                    <a:pt x="2692021" y="1113207"/>
                    <a:pt x="2582149" y="1138924"/>
                  </a:cubicBezTo>
                  <a:cubicBezTo>
                    <a:pt x="2549330" y="1146639"/>
                    <a:pt x="2516644" y="1154450"/>
                    <a:pt x="2483958" y="1162356"/>
                  </a:cubicBezTo>
                  <a:cubicBezTo>
                    <a:pt x="2367257" y="1190550"/>
                    <a:pt x="2246621" y="1219601"/>
                    <a:pt x="2123750" y="1238651"/>
                  </a:cubicBezTo>
                  <a:cubicBezTo>
                    <a:pt x="2004294" y="1257129"/>
                    <a:pt x="1880769" y="1265416"/>
                    <a:pt x="1761444" y="1273417"/>
                  </a:cubicBezTo>
                  <a:cubicBezTo>
                    <a:pt x="1711167" y="1276751"/>
                    <a:pt x="1659184" y="1280275"/>
                    <a:pt x="1608382" y="1284466"/>
                  </a:cubicBezTo>
                  <a:cubicBezTo>
                    <a:pt x="1408589" y="1300944"/>
                    <a:pt x="1214570" y="1325805"/>
                    <a:pt x="999942" y="1354284"/>
                  </a:cubicBezTo>
                  <a:cubicBezTo>
                    <a:pt x="826403" y="1377240"/>
                    <a:pt x="647744" y="1400957"/>
                    <a:pt x="484705" y="1450487"/>
                  </a:cubicBezTo>
                  <a:cubicBezTo>
                    <a:pt x="355831" y="1489635"/>
                    <a:pt x="231387" y="1544374"/>
                    <a:pt x="113310" y="1613700"/>
                  </a:cubicBezTo>
                  <a:lnTo>
                    <a:pt x="39668" y="1660822"/>
                  </a:lnTo>
                  <a:lnTo>
                    <a:pt x="0" y="1660822"/>
                  </a:lnTo>
                  <a:lnTo>
                    <a:pt x="96701" y="1598934"/>
                  </a:lnTo>
                  <a:cubicBezTo>
                    <a:pt x="216635" y="1528533"/>
                    <a:pt x="343196" y="1472919"/>
                    <a:pt x="474335" y="1433056"/>
                  </a:cubicBezTo>
                  <a:cubicBezTo>
                    <a:pt x="639999" y="1382669"/>
                    <a:pt x="820102" y="1358856"/>
                    <a:pt x="994299" y="1335806"/>
                  </a:cubicBezTo>
                  <a:cubicBezTo>
                    <a:pt x="1210239" y="1307231"/>
                    <a:pt x="1404650" y="1282275"/>
                    <a:pt x="1605231" y="1265702"/>
                  </a:cubicBezTo>
                  <a:cubicBezTo>
                    <a:pt x="1656428" y="1261511"/>
                    <a:pt x="1708411" y="1257987"/>
                    <a:pt x="1758819" y="1254558"/>
                  </a:cubicBezTo>
                  <a:cubicBezTo>
                    <a:pt x="1877487" y="1246557"/>
                    <a:pt x="2000094" y="1238365"/>
                    <a:pt x="2118106" y="1220077"/>
                  </a:cubicBezTo>
                  <a:cubicBezTo>
                    <a:pt x="2239531" y="1201313"/>
                    <a:pt x="2359513" y="1172357"/>
                    <a:pt x="2475557" y="1144353"/>
                  </a:cubicBezTo>
                  <a:cubicBezTo>
                    <a:pt x="2508243" y="1136448"/>
                    <a:pt x="2541060" y="1128542"/>
                    <a:pt x="2573878" y="1120827"/>
                  </a:cubicBezTo>
                  <a:cubicBezTo>
                    <a:pt x="2684276" y="1094919"/>
                    <a:pt x="2797694" y="1071963"/>
                    <a:pt x="2907437" y="1049675"/>
                  </a:cubicBezTo>
                  <a:cubicBezTo>
                    <a:pt x="2978061" y="1035387"/>
                    <a:pt x="3051178" y="1020528"/>
                    <a:pt x="3122589" y="1005098"/>
                  </a:cubicBezTo>
                  <a:cubicBezTo>
                    <a:pt x="3206997" y="986810"/>
                    <a:pt x="3302823" y="966141"/>
                    <a:pt x="3391169" y="935756"/>
                  </a:cubicBezTo>
                  <a:cubicBezTo>
                    <a:pt x="3494479" y="900132"/>
                    <a:pt x="3578886" y="856508"/>
                    <a:pt x="3642290" y="806216"/>
                  </a:cubicBezTo>
                  <a:cubicBezTo>
                    <a:pt x="3720133" y="744303"/>
                    <a:pt x="3773953" y="668103"/>
                    <a:pt x="3825937" y="594475"/>
                  </a:cubicBezTo>
                  <a:cubicBezTo>
                    <a:pt x="3837621" y="577902"/>
                    <a:pt x="3849435" y="561233"/>
                    <a:pt x="3861381" y="544755"/>
                  </a:cubicBezTo>
                  <a:cubicBezTo>
                    <a:pt x="3889997" y="505416"/>
                    <a:pt x="3920715" y="465983"/>
                    <a:pt x="3950381" y="427978"/>
                  </a:cubicBezTo>
                  <a:cubicBezTo>
                    <a:pt x="4007353" y="354921"/>
                    <a:pt x="4066163" y="279388"/>
                    <a:pt x="4112370" y="201378"/>
                  </a:cubicBezTo>
                  <a:cubicBezTo>
                    <a:pt x="4144662" y="146800"/>
                    <a:pt x="4170785" y="89364"/>
                    <a:pt x="4195989" y="33834"/>
                  </a:cubicBezTo>
                  <a:close/>
                </a:path>
              </a:pathLst>
            </a:cu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a:p>
          </p:txBody>
        </p:sp>
      </p:grpSp>
      <p:sp>
        <p:nvSpPr>
          <p:cNvPr id="3" name="Content Placeholder 2">
            <a:extLst>
              <a:ext uri="{FF2B5EF4-FFF2-40B4-BE49-F238E27FC236}">
                <a16:creationId xmlns:a16="http://schemas.microsoft.com/office/drawing/2014/main" id="{6B013A7A-6ED8-AB81-D0C5-B18E8B303E5B}"/>
              </a:ext>
            </a:extLst>
          </p:cNvPr>
          <p:cNvSpPr>
            <a:spLocks noGrp="1"/>
          </p:cNvSpPr>
          <p:nvPr>
            <p:ph idx="1"/>
          </p:nvPr>
        </p:nvSpPr>
        <p:spPr>
          <a:xfrm>
            <a:off x="6189134" y="716366"/>
            <a:ext cx="4984143" cy="5396722"/>
          </a:xfrm>
        </p:spPr>
        <p:txBody>
          <a:bodyPr>
            <a:normAutofit/>
          </a:bodyPr>
          <a:lstStyle/>
          <a:p>
            <a:pPr>
              <a:lnSpc>
                <a:spcPct val="100000"/>
              </a:lnSpc>
            </a:pPr>
            <a:r>
              <a:rPr lang="en-US" sz="1500" dirty="0"/>
              <a:t>One of the other techniques is called monoxide:</a:t>
            </a:r>
          </a:p>
          <a:p>
            <a:pPr lvl="1">
              <a:lnSpc>
                <a:spcPct val="100000"/>
              </a:lnSpc>
            </a:pPr>
            <a:r>
              <a:rPr lang="en-US" sz="1500" dirty="0"/>
              <a:t>Each zone runs its own simple blockchain in parallel.</a:t>
            </a:r>
          </a:p>
          <a:p>
            <a:pPr lvl="1">
              <a:lnSpc>
                <a:spcPct val="100000"/>
              </a:lnSpc>
            </a:pPr>
            <a:r>
              <a:rPr lang="en-US" sz="1500" dirty="0"/>
              <a:t>They normally do not wait for each other, so a lot of work is done all at once.</a:t>
            </a:r>
          </a:p>
          <a:p>
            <a:pPr lvl="1">
              <a:lnSpc>
                <a:spcPct val="100000"/>
              </a:lnSpc>
            </a:pPr>
            <a:r>
              <a:rPr lang="en-US" sz="1500" dirty="0"/>
              <a:t>Their mining scheme called as “Chu-ko-nu mining” scheme spreads mining effort and hence attacking one zone is as hard as attacking the entire system.</a:t>
            </a:r>
          </a:p>
          <a:p>
            <a:pPr lvl="1">
              <a:lnSpc>
                <a:spcPct val="100000"/>
              </a:lnSpc>
            </a:pPr>
            <a:r>
              <a:rPr lang="en-US" sz="1500" dirty="0"/>
              <a:t>If A (in Zone X) pays B (in Zone Y), Zone X records the withdraw, then a relay is forwarded to Zone Y to finish the deposit. This is called eventual atomicity: once the withdraw is confirmed, the deposit will eventually be confirmed—without heavy 2-phase commit.</a:t>
            </a:r>
          </a:p>
          <a:p>
            <a:pPr lvl="1">
              <a:lnSpc>
                <a:spcPct val="100000"/>
              </a:lnSpc>
            </a:pPr>
            <a:r>
              <a:rPr lang="en-US" sz="1500" dirty="0"/>
              <a:t>Because zones make progress independently, overall throughput rises roughly with the number of zones (minus the cost of coordinating cross-zone transfers). The paper’s testbed reported large throughput gains versus Bitcoin/Ethereum</a:t>
            </a:r>
          </a:p>
        </p:txBody>
      </p:sp>
    </p:spTree>
    <p:extLst>
      <p:ext uri="{BB962C8B-B14F-4D97-AF65-F5344CB8AC3E}">
        <p14:creationId xmlns:p14="http://schemas.microsoft.com/office/powerpoint/2010/main" val="2386543783"/>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1B76F6F-3B87-2664-DBBC-01601E262232}"/>
              </a:ext>
            </a:extLst>
          </p:cNvPr>
          <p:cNvSpPr>
            <a:spLocks noGrp="1"/>
          </p:cNvSpPr>
          <p:nvPr>
            <p:ph type="title"/>
          </p:nvPr>
        </p:nvSpPr>
        <p:spPr/>
        <p:txBody>
          <a:bodyPr>
            <a:normAutofit fontScale="90000"/>
          </a:bodyPr>
          <a:lstStyle/>
          <a:p>
            <a:r>
              <a:rPr lang="en-US" dirty="0"/>
              <a:t>Different Sharding Techniques (Previous Work)</a:t>
            </a:r>
          </a:p>
        </p:txBody>
      </p:sp>
      <p:sp>
        <p:nvSpPr>
          <p:cNvPr id="3" name="Content Placeholder 2">
            <a:extLst>
              <a:ext uri="{FF2B5EF4-FFF2-40B4-BE49-F238E27FC236}">
                <a16:creationId xmlns:a16="http://schemas.microsoft.com/office/drawing/2014/main" id="{71373F7E-91C0-AF7C-6D2C-90A9FC5DE1FE}"/>
              </a:ext>
            </a:extLst>
          </p:cNvPr>
          <p:cNvSpPr>
            <a:spLocks noGrp="1"/>
          </p:cNvSpPr>
          <p:nvPr>
            <p:ph idx="1"/>
          </p:nvPr>
        </p:nvSpPr>
        <p:spPr>
          <a:xfrm>
            <a:off x="838200" y="1825625"/>
            <a:ext cx="3403600" cy="511175"/>
          </a:xfrm>
        </p:spPr>
        <p:txBody>
          <a:bodyPr>
            <a:normAutofit fontScale="92500"/>
          </a:bodyPr>
          <a:lstStyle/>
          <a:p>
            <a:r>
              <a:rPr lang="en-US" dirty="0"/>
              <a:t>Pyramid Sharding</a:t>
            </a:r>
          </a:p>
        </p:txBody>
      </p:sp>
      <p:sp>
        <p:nvSpPr>
          <p:cNvPr id="4" name="Content Placeholder 2">
            <a:extLst>
              <a:ext uri="{FF2B5EF4-FFF2-40B4-BE49-F238E27FC236}">
                <a16:creationId xmlns:a16="http://schemas.microsoft.com/office/drawing/2014/main" id="{0F73C583-5B8F-A439-F71B-6CCA4C6F8345}"/>
              </a:ext>
            </a:extLst>
          </p:cNvPr>
          <p:cNvSpPr txBox="1">
            <a:spLocks/>
          </p:cNvSpPr>
          <p:nvPr/>
        </p:nvSpPr>
        <p:spPr>
          <a:xfrm>
            <a:off x="7128933" y="1825624"/>
            <a:ext cx="3403600" cy="511175"/>
          </a:xfrm>
          <a:prstGeom prst="rect">
            <a:avLst/>
          </a:prstGeom>
        </p:spPr>
        <p:txBody>
          <a:bodyPr vert="horz" lIns="91440" tIns="45720" rIns="91440" bIns="45720" rtlCol="0">
            <a:normAutofit fontScale="92500"/>
          </a:bodyPr>
          <a:lstStyle>
            <a:lvl1pPr marL="228600" indent="-228600" algn="l" defTabSz="914400" rtl="0" eaLnBrk="1" latinLnBrk="0" hangingPunct="1">
              <a:lnSpc>
                <a:spcPct val="110000"/>
              </a:lnSpc>
              <a:spcBef>
                <a:spcPts val="1000"/>
              </a:spcBef>
              <a:buClr>
                <a:schemeClr val="accent5"/>
              </a:buClr>
              <a:buFont typeface="Avenir Next LT Pro" panose="020B0504020202020204" pitchFamily="34" charset="0"/>
              <a:buChar char="+"/>
              <a:defRPr sz="2800" kern="1200">
                <a:solidFill>
                  <a:schemeClr val="tx2"/>
                </a:solidFill>
                <a:latin typeface="+mn-lt"/>
                <a:ea typeface="+mn-ea"/>
                <a:cs typeface="+mn-cs"/>
              </a:defRPr>
            </a:lvl1pPr>
            <a:lvl2pPr marL="685800" indent="-228600" algn="l" defTabSz="914400" rtl="0" eaLnBrk="1" latinLnBrk="0" hangingPunct="1">
              <a:lnSpc>
                <a:spcPct val="110000"/>
              </a:lnSpc>
              <a:spcBef>
                <a:spcPts val="500"/>
              </a:spcBef>
              <a:buClr>
                <a:schemeClr val="accent5"/>
              </a:buClr>
              <a:buFont typeface="Avenir Next LT Pro" panose="020B0504020202020204" pitchFamily="34" charset="0"/>
              <a:buChar char="+"/>
              <a:defRPr sz="2400" kern="1200">
                <a:solidFill>
                  <a:schemeClr val="tx2"/>
                </a:solidFill>
                <a:latin typeface="+mn-lt"/>
                <a:ea typeface="+mn-ea"/>
                <a:cs typeface="+mn-cs"/>
              </a:defRPr>
            </a:lvl2pPr>
            <a:lvl3pPr marL="1143000" indent="-228600" algn="l" defTabSz="914400" rtl="0" eaLnBrk="1" latinLnBrk="0" hangingPunct="1">
              <a:lnSpc>
                <a:spcPct val="110000"/>
              </a:lnSpc>
              <a:spcBef>
                <a:spcPts val="500"/>
              </a:spcBef>
              <a:buClr>
                <a:schemeClr val="accent5"/>
              </a:buClr>
              <a:buFont typeface="Avenir Next LT Pro" panose="020B0504020202020204" pitchFamily="34" charset="0"/>
              <a:buChar char="+"/>
              <a:defRPr sz="2000" kern="1200">
                <a:solidFill>
                  <a:schemeClr val="tx2"/>
                </a:solidFill>
                <a:latin typeface="+mn-lt"/>
                <a:ea typeface="+mn-ea"/>
                <a:cs typeface="+mn-cs"/>
              </a:defRPr>
            </a:lvl3pPr>
            <a:lvl4pPr marL="1600200" indent="-228600" algn="l" defTabSz="914400" rtl="0" eaLnBrk="1" latinLnBrk="0" hangingPunct="1">
              <a:lnSpc>
                <a:spcPct val="110000"/>
              </a:lnSpc>
              <a:spcBef>
                <a:spcPts val="500"/>
              </a:spcBef>
              <a:buClr>
                <a:schemeClr val="accent5"/>
              </a:buClr>
              <a:buFont typeface="Avenir Next LT Pro" panose="020B0504020202020204" pitchFamily="34" charset="0"/>
              <a:buChar char="+"/>
              <a:defRPr sz="1800" kern="1200">
                <a:solidFill>
                  <a:schemeClr val="tx2"/>
                </a:solidFill>
                <a:latin typeface="+mn-lt"/>
                <a:ea typeface="+mn-ea"/>
                <a:cs typeface="+mn-cs"/>
              </a:defRPr>
            </a:lvl4pPr>
            <a:lvl5pPr marL="2057400" indent="-228600" algn="l" defTabSz="914400" rtl="0" eaLnBrk="1" latinLnBrk="0" hangingPunct="1">
              <a:lnSpc>
                <a:spcPct val="110000"/>
              </a:lnSpc>
              <a:spcBef>
                <a:spcPts val="500"/>
              </a:spcBef>
              <a:buClr>
                <a:schemeClr val="accent5"/>
              </a:buClr>
              <a:buFont typeface="Avenir Next LT Pro" panose="020B0504020202020204" pitchFamily="34" charset="0"/>
              <a:buChar char="+"/>
              <a:defRPr sz="1800" kern="1200">
                <a:solidFill>
                  <a:schemeClr val="tx2"/>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r>
              <a:rPr lang="en-US"/>
              <a:t>Monoxide </a:t>
            </a:r>
            <a:r>
              <a:rPr lang="en-US" dirty="0"/>
              <a:t>Sharding</a:t>
            </a:r>
          </a:p>
        </p:txBody>
      </p:sp>
      <p:pic>
        <p:nvPicPr>
          <p:cNvPr id="12" name="Picture 11">
            <a:extLst>
              <a:ext uri="{FF2B5EF4-FFF2-40B4-BE49-F238E27FC236}">
                <a16:creationId xmlns:a16="http://schemas.microsoft.com/office/drawing/2014/main" id="{7173E656-2BB8-DE43-0662-F86FECBDB309}"/>
              </a:ext>
            </a:extLst>
          </p:cNvPr>
          <p:cNvPicPr>
            <a:picLocks noChangeAspect="1"/>
          </p:cNvPicPr>
          <p:nvPr/>
        </p:nvPicPr>
        <p:blipFill>
          <a:blip r:embed="rId2"/>
          <a:stretch>
            <a:fillRect/>
          </a:stretch>
        </p:blipFill>
        <p:spPr>
          <a:xfrm>
            <a:off x="259064" y="2336799"/>
            <a:ext cx="5981700" cy="2489200"/>
          </a:xfrm>
          <a:prstGeom prst="rect">
            <a:avLst/>
          </a:prstGeom>
        </p:spPr>
      </p:pic>
      <p:pic>
        <p:nvPicPr>
          <p:cNvPr id="14" name="Picture 13">
            <a:extLst>
              <a:ext uri="{FF2B5EF4-FFF2-40B4-BE49-F238E27FC236}">
                <a16:creationId xmlns:a16="http://schemas.microsoft.com/office/drawing/2014/main" id="{EFD06658-2AAB-EB5B-8E1E-54C76EB9CC32}"/>
              </a:ext>
            </a:extLst>
          </p:cNvPr>
          <p:cNvPicPr>
            <a:picLocks noChangeAspect="1"/>
          </p:cNvPicPr>
          <p:nvPr/>
        </p:nvPicPr>
        <p:blipFill>
          <a:blip r:embed="rId3"/>
          <a:stretch>
            <a:fillRect/>
          </a:stretch>
        </p:blipFill>
        <p:spPr>
          <a:xfrm>
            <a:off x="1599851" y="4960937"/>
            <a:ext cx="2641949" cy="1775880"/>
          </a:xfrm>
          <a:prstGeom prst="rect">
            <a:avLst/>
          </a:prstGeom>
        </p:spPr>
      </p:pic>
      <p:pic>
        <p:nvPicPr>
          <p:cNvPr id="16" name="Picture 15">
            <a:extLst>
              <a:ext uri="{FF2B5EF4-FFF2-40B4-BE49-F238E27FC236}">
                <a16:creationId xmlns:a16="http://schemas.microsoft.com/office/drawing/2014/main" id="{0DB1BA70-F3DD-5AD2-5CEE-3F032C1C29AC}"/>
              </a:ext>
            </a:extLst>
          </p:cNvPr>
          <p:cNvPicPr>
            <a:picLocks noChangeAspect="1"/>
          </p:cNvPicPr>
          <p:nvPr/>
        </p:nvPicPr>
        <p:blipFill>
          <a:blip r:embed="rId4"/>
          <a:stretch>
            <a:fillRect/>
          </a:stretch>
        </p:blipFill>
        <p:spPr>
          <a:xfrm>
            <a:off x="6382566" y="2336799"/>
            <a:ext cx="5651500" cy="1765300"/>
          </a:xfrm>
          <a:prstGeom prst="rect">
            <a:avLst/>
          </a:prstGeom>
        </p:spPr>
      </p:pic>
    </p:spTree>
    <p:extLst>
      <p:ext uri="{BB962C8B-B14F-4D97-AF65-F5344CB8AC3E}">
        <p14:creationId xmlns:p14="http://schemas.microsoft.com/office/powerpoint/2010/main" val="2135763684"/>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10534F2-4807-75DD-1637-123AA9EA878A}"/>
              </a:ext>
            </a:extLst>
          </p:cNvPr>
          <p:cNvSpPr>
            <a:spLocks noGrp="1"/>
          </p:cNvSpPr>
          <p:nvPr>
            <p:ph type="title"/>
          </p:nvPr>
        </p:nvSpPr>
        <p:spPr/>
        <p:txBody>
          <a:bodyPr/>
          <a:lstStyle/>
          <a:p>
            <a:r>
              <a:rPr lang="en-US" dirty="0"/>
              <a:t>Our Approach - Introduction</a:t>
            </a:r>
          </a:p>
        </p:txBody>
      </p:sp>
      <p:graphicFrame>
        <p:nvGraphicFramePr>
          <p:cNvPr id="5" name="Content Placeholder 2">
            <a:extLst>
              <a:ext uri="{FF2B5EF4-FFF2-40B4-BE49-F238E27FC236}">
                <a16:creationId xmlns:a16="http://schemas.microsoft.com/office/drawing/2014/main" id="{25230DC6-FAEC-1F63-0F76-0D1DA6ABA152}"/>
              </a:ext>
            </a:extLst>
          </p:cNvPr>
          <p:cNvGraphicFramePr>
            <a:graphicFrameLocks noGrp="1"/>
          </p:cNvGraphicFramePr>
          <p:nvPr>
            <p:ph idx="1"/>
          </p:nvPr>
        </p:nvGraphicFramePr>
        <p:xfrm>
          <a:off x="838200" y="1825625"/>
          <a:ext cx="10515600" cy="4351338"/>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Tree>
    <p:extLst>
      <p:ext uri="{BB962C8B-B14F-4D97-AF65-F5344CB8AC3E}">
        <p14:creationId xmlns:p14="http://schemas.microsoft.com/office/powerpoint/2010/main" val="2449494355"/>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40" name="Rectangle 39">
            <a:extLst>
              <a:ext uri="{FF2B5EF4-FFF2-40B4-BE49-F238E27FC236}">
                <a16:creationId xmlns:a16="http://schemas.microsoft.com/office/drawing/2014/main" id="{8651CFA9-6065-4243-AC48-858E359780B1}"/>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88952" cy="6858000"/>
          </a:xfrm>
          <a:prstGeom prst="rect">
            <a:avLst/>
          </a:prstGeom>
          <a:ln>
            <a:solidFill>
              <a:schemeClr val="bg1">
                <a:lumMod val="9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solidFill>
                <a:schemeClr val="tx1">
                  <a:lumMod val="65000"/>
                  <a:lumOff val="35000"/>
                </a:schemeClr>
              </a:solidFill>
              <a:latin typeface="AvenirNext LT Pro Medium" panose="020B0504020202020204" pitchFamily="34" charset="0"/>
            </a:endParaRPr>
          </a:p>
        </p:txBody>
      </p:sp>
      <p:sp>
        <p:nvSpPr>
          <p:cNvPr id="42" name="Rectangle 41">
            <a:extLst>
              <a:ext uri="{FF2B5EF4-FFF2-40B4-BE49-F238E27FC236}">
                <a16:creationId xmlns:a16="http://schemas.microsoft.com/office/drawing/2014/main" id="{37962AE0-6A1C-4B76-9D52-10E5E6D7D3BB}"/>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88952" cy="6858000"/>
          </a:xfrm>
          <a:prstGeom prst="rect">
            <a:avLst/>
          </a:prstGeom>
          <a:solidFill>
            <a:schemeClr val="bg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solidFill>
                <a:schemeClr val="tx1">
                  <a:lumMod val="65000"/>
                  <a:lumOff val="35000"/>
                </a:schemeClr>
              </a:solidFill>
              <a:latin typeface="AvenirNext LT Pro Medium" panose="020B0504020202020204" pitchFamily="34" charset="0"/>
            </a:endParaRPr>
          </a:p>
        </p:txBody>
      </p:sp>
      <p:grpSp>
        <p:nvGrpSpPr>
          <p:cNvPr id="44" name="Top left">
            <a:extLst>
              <a:ext uri="{FF2B5EF4-FFF2-40B4-BE49-F238E27FC236}">
                <a16:creationId xmlns:a16="http://schemas.microsoft.com/office/drawing/2014/main" id="{32D15CB3-AC64-41F7-86F8-22A111F3DC24}"/>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5425" y="-1543"/>
            <a:ext cx="2198951" cy="3349518"/>
            <a:chOff x="10849" y="-3086"/>
            <a:chExt cx="2198951" cy="3349518"/>
          </a:xfrm>
        </p:grpSpPr>
        <p:sp>
          <p:nvSpPr>
            <p:cNvPr id="45" name="Freeform: Shape 44">
              <a:extLst>
                <a:ext uri="{FF2B5EF4-FFF2-40B4-BE49-F238E27FC236}">
                  <a16:creationId xmlns:a16="http://schemas.microsoft.com/office/drawing/2014/main" id="{9B8FAC53-55F6-4B51-8FAD-977E5E7D7EF7}"/>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rot="10800000">
              <a:off x="692844" y="-3086"/>
              <a:ext cx="1326111" cy="597603"/>
            </a:xfrm>
            <a:custGeom>
              <a:avLst/>
              <a:gdLst>
                <a:gd name="connsiteX0" fmla="*/ 741051 w 1482102"/>
                <a:gd name="connsiteY0" fmla="*/ 0 h 679363"/>
                <a:gd name="connsiteX1" fmla="*/ 1473822 w 1482102"/>
                <a:gd name="connsiteY1" fmla="*/ 597226 h 679363"/>
                <a:gd name="connsiteX2" fmla="*/ 1482102 w 1482102"/>
                <a:gd name="connsiteY2" fmla="*/ 679363 h 679363"/>
                <a:gd name="connsiteX3" fmla="*/ 0 w 1482102"/>
                <a:gd name="connsiteY3" fmla="*/ 679363 h 679363"/>
                <a:gd name="connsiteX4" fmla="*/ 8280 w 1482102"/>
                <a:gd name="connsiteY4" fmla="*/ 597226 h 679363"/>
                <a:gd name="connsiteX5" fmla="*/ 741051 w 1482102"/>
                <a:gd name="connsiteY5" fmla="*/ 0 h 67936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1482102" h="679363">
                  <a:moveTo>
                    <a:pt x="741051" y="0"/>
                  </a:moveTo>
                  <a:cubicBezTo>
                    <a:pt x="1102506" y="0"/>
                    <a:pt x="1404077" y="256390"/>
                    <a:pt x="1473822" y="597226"/>
                  </a:cubicBezTo>
                  <a:lnTo>
                    <a:pt x="1482102" y="679363"/>
                  </a:lnTo>
                  <a:lnTo>
                    <a:pt x="0" y="679363"/>
                  </a:lnTo>
                  <a:lnTo>
                    <a:pt x="8280" y="597226"/>
                  </a:lnTo>
                  <a:cubicBezTo>
                    <a:pt x="78025" y="256390"/>
                    <a:pt x="379596" y="0"/>
                    <a:pt x="741051" y="0"/>
                  </a:cubicBezTo>
                  <a:close/>
                </a:path>
              </a:pathLst>
            </a:cu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defPPr>
                <a:defRPr lang="en-US"/>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algn="ctr"/>
              <a:endParaRPr lang="en-US" dirty="0">
                <a:solidFill>
                  <a:schemeClr val="tx1">
                    <a:lumMod val="65000"/>
                    <a:lumOff val="35000"/>
                  </a:schemeClr>
                </a:solidFill>
                <a:latin typeface="AvenirNext LT Pro Medium" panose="020B0504020202020204" pitchFamily="34" charset="0"/>
              </a:endParaRPr>
            </a:p>
          </p:txBody>
        </p:sp>
        <p:sp>
          <p:nvSpPr>
            <p:cNvPr id="46" name="Freeform: Shape 45">
              <a:extLst>
                <a:ext uri="{FF2B5EF4-FFF2-40B4-BE49-F238E27FC236}">
                  <a16:creationId xmlns:a16="http://schemas.microsoft.com/office/drawing/2014/main" id="{BC29D267-CD4D-4FD7-8F45-1C8FB4235AF0}"/>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19394" y="15241"/>
              <a:ext cx="2190406" cy="3331191"/>
            </a:xfrm>
            <a:custGeom>
              <a:avLst/>
              <a:gdLst>
                <a:gd name="connsiteX0" fmla="*/ 0 w 3296088"/>
                <a:gd name="connsiteY0" fmla="*/ 5012722 h 5012722"/>
                <a:gd name="connsiteX1" fmla="*/ 244031 w 3296088"/>
                <a:gd name="connsiteY1" fmla="*/ 4820222 h 5012722"/>
                <a:gd name="connsiteX2" fmla="*/ 729234 w 3296088"/>
                <a:gd name="connsiteY2" fmla="*/ 4360641 h 5012722"/>
                <a:gd name="connsiteX3" fmla="*/ 881444 w 3296088"/>
                <a:gd name="connsiteY3" fmla="*/ 4173950 h 5012722"/>
                <a:gd name="connsiteX4" fmla="*/ 1151287 w 3296088"/>
                <a:gd name="connsiteY4" fmla="*/ 3972877 h 5012722"/>
                <a:gd name="connsiteX5" fmla="*/ 1498664 w 3296088"/>
                <a:gd name="connsiteY5" fmla="*/ 3786188 h 5012722"/>
                <a:gd name="connsiteX6" fmla="*/ 1716881 w 3296088"/>
                <a:gd name="connsiteY6" fmla="*/ 3674174 h 5012722"/>
                <a:gd name="connsiteX7" fmla="*/ 1913573 w 3296088"/>
                <a:gd name="connsiteY7" fmla="*/ 3477387 h 5012722"/>
                <a:gd name="connsiteX8" fmla="*/ 2167700 w 3296088"/>
                <a:gd name="connsiteY8" fmla="*/ 3042190 h 5012722"/>
                <a:gd name="connsiteX9" fmla="*/ 2273903 w 3296088"/>
                <a:gd name="connsiteY9" fmla="*/ 2775014 h 5012722"/>
                <a:gd name="connsiteX10" fmla="*/ 2463356 w 3296088"/>
                <a:gd name="connsiteY10" fmla="*/ 2335530 h 5012722"/>
                <a:gd name="connsiteX11" fmla="*/ 2741866 w 3296088"/>
                <a:gd name="connsiteY11" fmla="*/ 1982248 h 5012722"/>
                <a:gd name="connsiteX12" fmla="*/ 2985897 w 3296088"/>
                <a:gd name="connsiteY12" fmla="*/ 1634681 h 5012722"/>
                <a:gd name="connsiteX13" fmla="*/ 3212687 w 3296088"/>
                <a:gd name="connsiteY13" fmla="*/ 1226820 h 5012722"/>
                <a:gd name="connsiteX14" fmla="*/ 3281553 w 3296088"/>
                <a:gd name="connsiteY14" fmla="*/ 959644 h 5012722"/>
                <a:gd name="connsiteX15" fmla="*/ 3295936 w 3296088"/>
                <a:gd name="connsiteY15" fmla="*/ 701135 h 5012722"/>
                <a:gd name="connsiteX16" fmla="*/ 3267266 w 3296088"/>
                <a:gd name="connsiteY16" fmla="*/ 436817 h 5012722"/>
                <a:gd name="connsiteX17" fmla="*/ 3105341 w 3296088"/>
                <a:gd name="connsiteY17" fmla="*/ 0 h 501272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Lst>
              <a:rect l="l" t="t" r="r" b="b"/>
              <a:pathLst>
                <a:path w="3296088" h="5012722">
                  <a:moveTo>
                    <a:pt x="0" y="5012722"/>
                  </a:moveTo>
                  <a:cubicBezTo>
                    <a:pt x="81820" y="4949095"/>
                    <a:pt x="163544" y="4885468"/>
                    <a:pt x="244031" y="4820222"/>
                  </a:cubicBezTo>
                  <a:cubicBezTo>
                    <a:pt x="417671" y="4679633"/>
                    <a:pt x="589883" y="4535139"/>
                    <a:pt x="729234" y="4360641"/>
                  </a:cubicBezTo>
                  <a:cubicBezTo>
                    <a:pt x="779431" y="4297776"/>
                    <a:pt x="825818" y="4231958"/>
                    <a:pt x="881444" y="4173950"/>
                  </a:cubicBezTo>
                  <a:cubicBezTo>
                    <a:pt x="959358" y="4092607"/>
                    <a:pt x="1054799" y="4031075"/>
                    <a:pt x="1151287" y="3972877"/>
                  </a:cubicBezTo>
                  <a:cubicBezTo>
                    <a:pt x="1263968" y="3904964"/>
                    <a:pt x="1379315" y="3841337"/>
                    <a:pt x="1498664" y="3786188"/>
                  </a:cubicBezTo>
                  <a:cubicBezTo>
                    <a:pt x="1573149" y="3751802"/>
                    <a:pt x="1649159" y="3720179"/>
                    <a:pt x="1716881" y="3674174"/>
                  </a:cubicBezTo>
                  <a:cubicBezTo>
                    <a:pt x="1794034" y="3621691"/>
                    <a:pt x="1856708" y="3551492"/>
                    <a:pt x="1913573" y="3477387"/>
                  </a:cubicBezTo>
                  <a:cubicBezTo>
                    <a:pt x="2016157" y="3343751"/>
                    <a:pt x="2099024" y="3196114"/>
                    <a:pt x="2167700" y="3042190"/>
                  </a:cubicBezTo>
                  <a:cubicBezTo>
                    <a:pt x="2206752" y="2954655"/>
                    <a:pt x="2241233" y="2865215"/>
                    <a:pt x="2273903" y="2775014"/>
                  </a:cubicBezTo>
                  <a:cubicBezTo>
                    <a:pt x="2328482" y="2624423"/>
                    <a:pt x="2379440" y="2471642"/>
                    <a:pt x="2463356" y="2335530"/>
                  </a:cubicBezTo>
                  <a:cubicBezTo>
                    <a:pt x="2542127" y="2207705"/>
                    <a:pt x="2647855" y="2099501"/>
                    <a:pt x="2741866" y="1982248"/>
                  </a:cubicBezTo>
                  <a:cubicBezTo>
                    <a:pt x="2830449" y="1871758"/>
                    <a:pt x="2908554" y="1753362"/>
                    <a:pt x="2985897" y="1634681"/>
                  </a:cubicBezTo>
                  <a:cubicBezTo>
                    <a:pt x="3071146" y="1503902"/>
                    <a:pt x="3156395" y="1372172"/>
                    <a:pt x="3212687" y="1226820"/>
                  </a:cubicBezTo>
                  <a:cubicBezTo>
                    <a:pt x="3246025" y="1140809"/>
                    <a:pt x="3268790" y="1051084"/>
                    <a:pt x="3281553" y="959644"/>
                  </a:cubicBezTo>
                  <a:cubicBezTo>
                    <a:pt x="3293555" y="874014"/>
                    <a:pt x="3296888" y="787527"/>
                    <a:pt x="3295936" y="701135"/>
                  </a:cubicBezTo>
                  <a:cubicBezTo>
                    <a:pt x="3294888" y="612172"/>
                    <a:pt x="3289268" y="523018"/>
                    <a:pt x="3267266" y="436817"/>
                  </a:cubicBezTo>
                  <a:cubicBezTo>
                    <a:pt x="3227832" y="282416"/>
                    <a:pt x="3105341" y="0"/>
                    <a:pt x="3105341" y="0"/>
                  </a:cubicBezTo>
                </a:path>
              </a:pathLst>
            </a:custGeom>
            <a:noFill/>
            <a:ln w="9525" cap="rnd">
              <a:solidFill>
                <a:schemeClr val="accent2">
                  <a:alpha val="50000"/>
                </a:schemeClr>
              </a:solidFill>
              <a:prstDash val="lgDash"/>
              <a:round/>
            </a:ln>
          </p:spPr>
          <p:txBody>
            <a:bodyPr rtlCol="0" anchor="ct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endParaRPr lang="en-US"/>
            </a:p>
          </p:txBody>
        </p:sp>
        <p:sp>
          <p:nvSpPr>
            <p:cNvPr id="47" name="Freeform: Shape 46">
              <a:extLst>
                <a:ext uri="{FF2B5EF4-FFF2-40B4-BE49-F238E27FC236}">
                  <a16:creationId xmlns:a16="http://schemas.microsoft.com/office/drawing/2014/main" id="{0EFC9A2B-D1CA-4247-836D-EAB80EB5EDA2}"/>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10849" y="15178"/>
              <a:ext cx="1978674" cy="3074959"/>
            </a:xfrm>
            <a:custGeom>
              <a:avLst/>
              <a:gdLst>
                <a:gd name="connsiteX0" fmla="*/ 0 w 2977477"/>
                <a:gd name="connsiteY0" fmla="*/ 4627150 h 4627149"/>
                <a:gd name="connsiteX1" fmla="*/ 275082 w 2977477"/>
                <a:gd name="connsiteY1" fmla="*/ 4341590 h 4627149"/>
                <a:gd name="connsiteX2" fmla="*/ 502825 w 2977477"/>
                <a:gd name="connsiteY2" fmla="*/ 4054126 h 4627149"/>
                <a:gd name="connsiteX3" fmla="*/ 666179 w 2977477"/>
                <a:gd name="connsiteY3" fmla="*/ 3890677 h 4627149"/>
                <a:gd name="connsiteX4" fmla="*/ 864203 w 2977477"/>
                <a:gd name="connsiteY4" fmla="*/ 3675983 h 4627149"/>
                <a:gd name="connsiteX5" fmla="*/ 982599 w 2977477"/>
                <a:gd name="connsiteY5" fmla="*/ 3557492 h 4627149"/>
                <a:gd name="connsiteX6" fmla="*/ 1188244 w 2977477"/>
                <a:gd name="connsiteY6" fmla="*/ 3329654 h 4627149"/>
                <a:gd name="connsiteX7" fmla="*/ 1344740 w 2977477"/>
                <a:gd name="connsiteY7" fmla="*/ 3146774 h 4627149"/>
                <a:gd name="connsiteX8" fmla="*/ 1470755 w 2977477"/>
                <a:gd name="connsiteY8" fmla="*/ 2984659 h 4627149"/>
                <a:gd name="connsiteX9" fmla="*/ 1657636 w 2977477"/>
                <a:gd name="connsiteY9" fmla="*/ 2670239 h 4627149"/>
                <a:gd name="connsiteX10" fmla="*/ 1762887 w 2977477"/>
                <a:gd name="connsiteY10" fmla="*/ 2473547 h 4627149"/>
                <a:gd name="connsiteX11" fmla="*/ 1866710 w 2977477"/>
                <a:gd name="connsiteY11" fmla="*/ 2290667 h 4627149"/>
                <a:gd name="connsiteX12" fmla="*/ 2106263 w 2977477"/>
                <a:gd name="connsiteY12" fmla="*/ 2030254 h 4627149"/>
                <a:gd name="connsiteX13" fmla="*/ 2277237 w 2977477"/>
                <a:gd name="connsiteY13" fmla="*/ 1859185 h 4627149"/>
                <a:gd name="connsiteX14" fmla="*/ 2499455 w 2977477"/>
                <a:gd name="connsiteY14" fmla="*/ 1656207 h 4627149"/>
                <a:gd name="connsiteX15" fmla="*/ 2707100 w 2977477"/>
                <a:gd name="connsiteY15" fmla="*/ 1390269 h 4627149"/>
                <a:gd name="connsiteX16" fmla="*/ 2812352 w 2977477"/>
                <a:gd name="connsiteY16" fmla="*/ 1230916 h 4627149"/>
                <a:gd name="connsiteX17" fmla="*/ 2898172 w 2977477"/>
                <a:gd name="connsiteY17" fmla="*/ 1036987 h 4627149"/>
                <a:gd name="connsiteX18" fmla="*/ 2963228 w 2977477"/>
                <a:gd name="connsiteY18" fmla="*/ 850011 h 4627149"/>
                <a:gd name="connsiteX19" fmla="*/ 2977325 w 2977477"/>
                <a:gd name="connsiteY19" fmla="*/ 745427 h 4627149"/>
                <a:gd name="connsiteX20" fmla="*/ 2929509 w 2977477"/>
                <a:gd name="connsiteY20" fmla="*/ 480155 h 4627149"/>
                <a:gd name="connsiteX21" fmla="*/ 2563082 w 2977477"/>
                <a:gd name="connsiteY21" fmla="*/ 0 h 462714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Lst>
              <a:rect l="l" t="t" r="r" b="b"/>
              <a:pathLst>
                <a:path w="2977477" h="4627149">
                  <a:moveTo>
                    <a:pt x="0" y="4627150"/>
                  </a:moveTo>
                  <a:cubicBezTo>
                    <a:pt x="79820" y="4552283"/>
                    <a:pt x="203835" y="4424648"/>
                    <a:pt x="275082" y="4341590"/>
                  </a:cubicBezTo>
                  <a:cubicBezTo>
                    <a:pt x="354711" y="4248722"/>
                    <a:pt x="421005" y="4145090"/>
                    <a:pt x="502825" y="4054126"/>
                  </a:cubicBezTo>
                  <a:cubicBezTo>
                    <a:pt x="554355" y="3996881"/>
                    <a:pt x="612362" y="3945827"/>
                    <a:pt x="666179" y="3890677"/>
                  </a:cubicBezTo>
                  <a:cubicBezTo>
                    <a:pt x="734187" y="3821049"/>
                    <a:pt x="796671" y="3746183"/>
                    <a:pt x="864203" y="3675983"/>
                  </a:cubicBezTo>
                  <a:cubicBezTo>
                    <a:pt x="902875" y="3635788"/>
                    <a:pt x="943642" y="3597593"/>
                    <a:pt x="982599" y="3557492"/>
                  </a:cubicBezTo>
                  <a:cubicBezTo>
                    <a:pt x="1053941" y="3484150"/>
                    <a:pt x="1121378" y="3407093"/>
                    <a:pt x="1188244" y="3329654"/>
                  </a:cubicBezTo>
                  <a:cubicBezTo>
                    <a:pt x="1240631" y="3268885"/>
                    <a:pt x="1293495" y="3208496"/>
                    <a:pt x="1344740" y="3146774"/>
                  </a:cubicBezTo>
                  <a:cubicBezTo>
                    <a:pt x="1388459" y="3094101"/>
                    <a:pt x="1431512" y="3040761"/>
                    <a:pt x="1470755" y="2984659"/>
                  </a:cubicBezTo>
                  <a:cubicBezTo>
                    <a:pt x="1540764" y="2884646"/>
                    <a:pt x="1598771" y="2777109"/>
                    <a:pt x="1657636" y="2670239"/>
                  </a:cubicBezTo>
                  <a:cubicBezTo>
                    <a:pt x="1693545" y="2605088"/>
                    <a:pt x="1728502" y="2539460"/>
                    <a:pt x="1762887" y="2473547"/>
                  </a:cubicBezTo>
                  <a:cubicBezTo>
                    <a:pt x="1795367" y="2411349"/>
                    <a:pt x="1826419" y="2348103"/>
                    <a:pt x="1866710" y="2290667"/>
                  </a:cubicBezTo>
                  <a:cubicBezTo>
                    <a:pt x="1934623" y="2193893"/>
                    <a:pt x="2022729" y="2114169"/>
                    <a:pt x="2106263" y="2030254"/>
                  </a:cubicBezTo>
                  <a:cubicBezTo>
                    <a:pt x="2163128" y="1973104"/>
                    <a:pt x="2218182" y="1914049"/>
                    <a:pt x="2277237" y="1859185"/>
                  </a:cubicBezTo>
                  <a:cubicBezTo>
                    <a:pt x="2350770" y="1790891"/>
                    <a:pt x="2430304" y="1728978"/>
                    <a:pt x="2499455" y="1656207"/>
                  </a:cubicBezTo>
                  <a:cubicBezTo>
                    <a:pt x="2576989" y="1574578"/>
                    <a:pt x="2641568" y="1481900"/>
                    <a:pt x="2707100" y="1390269"/>
                  </a:cubicBezTo>
                  <a:cubicBezTo>
                    <a:pt x="2744153" y="1338453"/>
                    <a:pt x="2781586" y="1286732"/>
                    <a:pt x="2812352" y="1230916"/>
                  </a:cubicBezTo>
                  <a:cubicBezTo>
                    <a:pt x="2846546" y="1168908"/>
                    <a:pt x="2872550" y="1102900"/>
                    <a:pt x="2898172" y="1036987"/>
                  </a:cubicBezTo>
                  <a:cubicBezTo>
                    <a:pt x="2922175" y="975455"/>
                    <a:pt x="2948273" y="914305"/>
                    <a:pt x="2963228" y="850011"/>
                  </a:cubicBezTo>
                  <a:cubicBezTo>
                    <a:pt x="2971229" y="815626"/>
                    <a:pt x="2976563" y="780764"/>
                    <a:pt x="2977325" y="745427"/>
                  </a:cubicBezTo>
                  <a:cubicBezTo>
                    <a:pt x="2979230" y="654844"/>
                    <a:pt x="2963323" y="564261"/>
                    <a:pt x="2929509" y="480155"/>
                  </a:cubicBezTo>
                  <a:cubicBezTo>
                    <a:pt x="2851309" y="285655"/>
                    <a:pt x="2563082" y="0"/>
                    <a:pt x="2563082" y="0"/>
                  </a:cubicBezTo>
                </a:path>
              </a:pathLst>
            </a:custGeom>
            <a:noFill/>
            <a:ln w="9525" cap="rnd">
              <a:solidFill>
                <a:schemeClr val="accent2">
                  <a:alpha val="50000"/>
                </a:schemeClr>
              </a:solidFill>
              <a:prstDash val="lgDash"/>
              <a:round/>
            </a:ln>
          </p:spPr>
          <p:txBody>
            <a:bodyPr rtlCol="0" anchor="ct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endParaRPr lang="en-US"/>
            </a:p>
          </p:txBody>
        </p:sp>
        <p:sp>
          <p:nvSpPr>
            <p:cNvPr id="48" name="Freeform: Shape 47">
              <a:extLst>
                <a:ext uri="{FF2B5EF4-FFF2-40B4-BE49-F238E27FC236}">
                  <a16:creationId xmlns:a16="http://schemas.microsoft.com/office/drawing/2014/main" id="{F4F9AB28-B3F0-425B-8E51-E16DDB853680}"/>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25092" y="15178"/>
              <a:ext cx="1566146" cy="2737264"/>
            </a:xfrm>
            <a:custGeom>
              <a:avLst/>
              <a:gdLst>
                <a:gd name="connsiteX0" fmla="*/ 1707071 w 2356712"/>
                <a:gd name="connsiteY0" fmla="*/ 0 h 4118991"/>
                <a:gd name="connsiteX1" fmla="*/ 1824514 w 2356712"/>
                <a:gd name="connsiteY1" fmla="*/ 244697 h 4118991"/>
                <a:gd name="connsiteX2" fmla="*/ 1908715 w 2356712"/>
                <a:gd name="connsiteY2" fmla="*/ 328994 h 4118991"/>
                <a:gd name="connsiteX3" fmla="*/ 2226469 w 2356712"/>
                <a:gd name="connsiteY3" fmla="*/ 603695 h 4118991"/>
                <a:gd name="connsiteX4" fmla="*/ 2355628 w 2356712"/>
                <a:gd name="connsiteY4" fmla="*/ 900494 h 4118991"/>
                <a:gd name="connsiteX5" fmla="*/ 2281428 w 2356712"/>
                <a:gd name="connsiteY5" fmla="*/ 1206913 h 4118991"/>
                <a:gd name="connsiteX6" fmla="*/ 2092452 w 2356712"/>
                <a:gd name="connsiteY6" fmla="*/ 1460659 h 4118991"/>
                <a:gd name="connsiteX7" fmla="*/ 1834039 w 2356712"/>
                <a:gd name="connsiteY7" fmla="*/ 1625822 h 4118991"/>
                <a:gd name="connsiteX8" fmla="*/ 1558862 w 2356712"/>
                <a:gd name="connsiteY8" fmla="*/ 1743075 h 4118991"/>
                <a:gd name="connsiteX9" fmla="*/ 1386554 w 2356712"/>
                <a:gd name="connsiteY9" fmla="*/ 1869948 h 4118991"/>
                <a:gd name="connsiteX10" fmla="*/ 1271683 w 2356712"/>
                <a:gd name="connsiteY10" fmla="*/ 2073402 h 4118991"/>
                <a:gd name="connsiteX11" fmla="*/ 1178338 w 2356712"/>
                <a:gd name="connsiteY11" fmla="*/ 2355914 h 4118991"/>
                <a:gd name="connsiteX12" fmla="*/ 1113758 w 2356712"/>
                <a:gd name="connsiteY12" fmla="*/ 2578513 h 4118991"/>
                <a:gd name="connsiteX13" fmla="*/ 1034796 w 2356712"/>
                <a:gd name="connsiteY13" fmla="*/ 2834640 h 4118991"/>
                <a:gd name="connsiteX14" fmla="*/ 905637 w 2356712"/>
                <a:gd name="connsiteY14" fmla="*/ 3081242 h 4118991"/>
                <a:gd name="connsiteX15" fmla="*/ 793147 w 2356712"/>
                <a:gd name="connsiteY15" fmla="*/ 3258407 h 4118991"/>
                <a:gd name="connsiteX16" fmla="*/ 546735 w 2356712"/>
                <a:gd name="connsiteY16" fmla="*/ 3571970 h 4118991"/>
                <a:gd name="connsiteX17" fmla="*/ 346996 w 2356712"/>
                <a:gd name="connsiteY17" fmla="*/ 3771900 h 4118991"/>
                <a:gd name="connsiteX18" fmla="*/ 174689 w 2356712"/>
                <a:gd name="connsiteY18" fmla="*/ 3944207 h 4118991"/>
                <a:gd name="connsiteX19" fmla="*/ 0 w 2356712"/>
                <a:gd name="connsiteY19" fmla="*/ 4118991 h 411899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Lst>
              <a:rect l="l" t="t" r="r" b="b"/>
              <a:pathLst>
                <a:path w="2356712" h="4118991">
                  <a:moveTo>
                    <a:pt x="1707071" y="0"/>
                  </a:moveTo>
                  <a:cubicBezTo>
                    <a:pt x="1715357" y="22098"/>
                    <a:pt x="1812608" y="224409"/>
                    <a:pt x="1824514" y="244697"/>
                  </a:cubicBezTo>
                  <a:cubicBezTo>
                    <a:pt x="1844802" y="279273"/>
                    <a:pt x="1876996" y="304324"/>
                    <a:pt x="1908715" y="328994"/>
                  </a:cubicBezTo>
                  <a:cubicBezTo>
                    <a:pt x="2019967" y="415195"/>
                    <a:pt x="2137886" y="494633"/>
                    <a:pt x="2226469" y="603695"/>
                  </a:cubicBezTo>
                  <a:cubicBezTo>
                    <a:pt x="2296287" y="689610"/>
                    <a:pt x="2347817" y="790480"/>
                    <a:pt x="2355628" y="900494"/>
                  </a:cubicBezTo>
                  <a:cubicBezTo>
                    <a:pt x="2363248" y="1007078"/>
                    <a:pt x="2329910" y="1111187"/>
                    <a:pt x="2281428" y="1206913"/>
                  </a:cubicBezTo>
                  <a:cubicBezTo>
                    <a:pt x="2233422" y="1301877"/>
                    <a:pt x="2170938" y="1388936"/>
                    <a:pt x="2092452" y="1460659"/>
                  </a:cubicBezTo>
                  <a:cubicBezTo>
                    <a:pt x="2016538" y="1530001"/>
                    <a:pt x="1927765" y="1583436"/>
                    <a:pt x="1834039" y="1625822"/>
                  </a:cubicBezTo>
                  <a:cubicBezTo>
                    <a:pt x="1743075" y="1666970"/>
                    <a:pt x="1647730" y="1697736"/>
                    <a:pt x="1558862" y="1743075"/>
                  </a:cubicBezTo>
                  <a:cubicBezTo>
                    <a:pt x="1494758" y="1775841"/>
                    <a:pt x="1434275" y="1816132"/>
                    <a:pt x="1386554" y="1869948"/>
                  </a:cubicBezTo>
                  <a:cubicBezTo>
                    <a:pt x="1334548" y="1928622"/>
                    <a:pt x="1300544" y="2000345"/>
                    <a:pt x="1271683" y="2073402"/>
                  </a:cubicBezTo>
                  <a:cubicBezTo>
                    <a:pt x="1235202" y="2165699"/>
                    <a:pt x="1206722" y="2260759"/>
                    <a:pt x="1178338" y="2355914"/>
                  </a:cubicBezTo>
                  <a:cubicBezTo>
                    <a:pt x="1156240" y="2429923"/>
                    <a:pt x="1134237" y="2504028"/>
                    <a:pt x="1113758" y="2578513"/>
                  </a:cubicBezTo>
                  <a:cubicBezTo>
                    <a:pt x="1090041" y="2664714"/>
                    <a:pt x="1068134" y="2751678"/>
                    <a:pt x="1034796" y="2834640"/>
                  </a:cubicBezTo>
                  <a:cubicBezTo>
                    <a:pt x="1000125" y="2920841"/>
                    <a:pt x="953643" y="3001613"/>
                    <a:pt x="905637" y="3081242"/>
                  </a:cubicBezTo>
                  <a:cubicBezTo>
                    <a:pt x="869442" y="3141155"/>
                    <a:pt x="832295" y="3200400"/>
                    <a:pt x="793147" y="3258407"/>
                  </a:cubicBezTo>
                  <a:cubicBezTo>
                    <a:pt x="718661" y="3368802"/>
                    <a:pt x="637223" y="3474434"/>
                    <a:pt x="546735" y="3571970"/>
                  </a:cubicBezTo>
                  <a:cubicBezTo>
                    <a:pt x="482632" y="3641027"/>
                    <a:pt x="414147" y="3705797"/>
                    <a:pt x="346996" y="3771900"/>
                  </a:cubicBezTo>
                  <a:cubicBezTo>
                    <a:pt x="288989" y="3828764"/>
                    <a:pt x="232029" y="3886676"/>
                    <a:pt x="174689" y="3944207"/>
                  </a:cubicBezTo>
                  <a:cubicBezTo>
                    <a:pt x="116586" y="4002596"/>
                    <a:pt x="58293" y="4060698"/>
                    <a:pt x="0" y="4118991"/>
                  </a:cubicBezTo>
                </a:path>
              </a:pathLst>
            </a:custGeom>
            <a:noFill/>
            <a:ln w="9525" cap="rnd">
              <a:solidFill>
                <a:schemeClr val="accent2">
                  <a:alpha val="50000"/>
                </a:schemeClr>
              </a:solidFill>
              <a:prstDash val="lgDash"/>
              <a:round/>
            </a:ln>
          </p:spPr>
          <p:txBody>
            <a:bodyPr rtlCol="0" anchor="ct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endParaRPr lang="en-US"/>
            </a:p>
          </p:txBody>
        </p:sp>
        <p:sp>
          <p:nvSpPr>
            <p:cNvPr id="49" name="Freeform: Shape 48">
              <a:extLst>
                <a:ext uri="{FF2B5EF4-FFF2-40B4-BE49-F238E27FC236}">
                  <a16:creationId xmlns:a16="http://schemas.microsoft.com/office/drawing/2014/main" id="{891B00CE-2CF5-4DF1-A345-4516E2E83D06}"/>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10849" y="15178"/>
              <a:ext cx="1368431" cy="2644975"/>
            </a:xfrm>
            <a:custGeom>
              <a:avLst/>
              <a:gdLst>
                <a:gd name="connsiteX0" fmla="*/ 0 w 2059193"/>
                <a:gd name="connsiteY0" fmla="*/ 3980116 h 3980116"/>
                <a:gd name="connsiteX1" fmla="*/ 471583 w 2059193"/>
                <a:gd name="connsiteY1" fmla="*/ 3515678 h 3980116"/>
                <a:gd name="connsiteX2" fmla="*/ 758666 w 2059193"/>
                <a:gd name="connsiteY2" fmla="*/ 3163824 h 3980116"/>
                <a:gd name="connsiteX3" fmla="*/ 940499 w 2059193"/>
                <a:gd name="connsiteY3" fmla="*/ 2780824 h 3980116"/>
                <a:gd name="connsiteX4" fmla="*/ 1055370 w 2059193"/>
                <a:gd name="connsiteY4" fmla="*/ 2242185 h 3980116"/>
                <a:gd name="connsiteX5" fmla="*/ 1136714 w 2059193"/>
                <a:gd name="connsiteY5" fmla="*/ 1878330 h 3980116"/>
                <a:gd name="connsiteX6" fmla="*/ 1246727 w 2059193"/>
                <a:gd name="connsiteY6" fmla="*/ 1562386 h 3980116"/>
                <a:gd name="connsiteX7" fmla="*/ 1378363 w 2059193"/>
                <a:gd name="connsiteY7" fmla="*/ 1430750 h 3980116"/>
                <a:gd name="connsiteX8" fmla="*/ 1691831 w 2059193"/>
                <a:gd name="connsiteY8" fmla="*/ 1394841 h 3980116"/>
                <a:gd name="connsiteX9" fmla="*/ 1914335 w 2059193"/>
                <a:gd name="connsiteY9" fmla="*/ 1323023 h 3980116"/>
                <a:gd name="connsiteX10" fmla="*/ 2055495 w 2059193"/>
                <a:gd name="connsiteY10" fmla="*/ 1098042 h 3980116"/>
                <a:gd name="connsiteX11" fmla="*/ 2033969 w 2059193"/>
                <a:gd name="connsiteY11" fmla="*/ 930497 h 3980116"/>
                <a:gd name="connsiteX12" fmla="*/ 1885664 w 2059193"/>
                <a:gd name="connsiteY12" fmla="*/ 760571 h 3980116"/>
                <a:gd name="connsiteX13" fmla="*/ 1636871 w 2059193"/>
                <a:gd name="connsiteY13" fmla="*/ 612172 h 3980116"/>
                <a:gd name="connsiteX14" fmla="*/ 1335405 w 2059193"/>
                <a:gd name="connsiteY14" fmla="*/ 459010 h 3980116"/>
                <a:gd name="connsiteX15" fmla="*/ 1234916 w 2059193"/>
                <a:gd name="connsiteY15" fmla="*/ 269939 h 3980116"/>
                <a:gd name="connsiteX16" fmla="*/ 1386935 w 2059193"/>
                <a:gd name="connsiteY16" fmla="*/ 0 h 398011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Lst>
              <a:rect l="l" t="t" r="r" b="b"/>
              <a:pathLst>
                <a:path w="2059193" h="3980116">
                  <a:moveTo>
                    <a:pt x="0" y="3980116"/>
                  </a:moveTo>
                  <a:cubicBezTo>
                    <a:pt x="91345" y="3889534"/>
                    <a:pt x="382715" y="3608737"/>
                    <a:pt x="471583" y="3515678"/>
                  </a:cubicBezTo>
                  <a:cubicBezTo>
                    <a:pt x="576358" y="3405949"/>
                    <a:pt x="675989" y="3290983"/>
                    <a:pt x="758666" y="3163824"/>
                  </a:cubicBezTo>
                  <a:cubicBezTo>
                    <a:pt x="836105" y="3044857"/>
                    <a:pt x="897445" y="2916079"/>
                    <a:pt x="940499" y="2780824"/>
                  </a:cubicBezTo>
                  <a:cubicBezTo>
                    <a:pt x="996315" y="2605754"/>
                    <a:pt x="1020985" y="2422874"/>
                    <a:pt x="1055370" y="2242185"/>
                  </a:cubicBezTo>
                  <a:cubicBezTo>
                    <a:pt x="1078611" y="2120075"/>
                    <a:pt x="1107472" y="1999107"/>
                    <a:pt x="1136714" y="1878330"/>
                  </a:cubicBezTo>
                  <a:cubicBezTo>
                    <a:pt x="1163098" y="1769174"/>
                    <a:pt x="1189482" y="1658588"/>
                    <a:pt x="1246727" y="1562386"/>
                  </a:cubicBezTo>
                  <a:cubicBezTo>
                    <a:pt x="1279208" y="1507808"/>
                    <a:pt x="1321689" y="1459039"/>
                    <a:pt x="1378363" y="1430750"/>
                  </a:cubicBezTo>
                  <a:cubicBezTo>
                    <a:pt x="1473327" y="1383221"/>
                    <a:pt x="1584865" y="1402652"/>
                    <a:pt x="1691831" y="1394841"/>
                  </a:cubicBezTo>
                  <a:cubicBezTo>
                    <a:pt x="1771079" y="1389031"/>
                    <a:pt x="1849279" y="1368266"/>
                    <a:pt x="1914335" y="1323023"/>
                  </a:cubicBezTo>
                  <a:cubicBezTo>
                    <a:pt x="1989963" y="1270445"/>
                    <a:pt x="2041493" y="1189101"/>
                    <a:pt x="2055495" y="1098042"/>
                  </a:cubicBezTo>
                  <a:cubicBezTo>
                    <a:pt x="2064258" y="1041178"/>
                    <a:pt x="2057591" y="982980"/>
                    <a:pt x="2033969" y="930497"/>
                  </a:cubicBezTo>
                  <a:cubicBezTo>
                    <a:pt x="2002727" y="861060"/>
                    <a:pt x="1945958" y="807625"/>
                    <a:pt x="1885664" y="760571"/>
                  </a:cubicBezTo>
                  <a:cubicBezTo>
                    <a:pt x="1809179" y="700945"/>
                    <a:pt x="1725549" y="651415"/>
                    <a:pt x="1636871" y="612172"/>
                  </a:cubicBezTo>
                  <a:cubicBezTo>
                    <a:pt x="1532763" y="566071"/>
                    <a:pt x="1421606" y="532543"/>
                    <a:pt x="1335405" y="459010"/>
                  </a:cubicBezTo>
                  <a:cubicBezTo>
                    <a:pt x="1277969" y="409956"/>
                    <a:pt x="1232059" y="344615"/>
                    <a:pt x="1234916" y="269939"/>
                  </a:cubicBezTo>
                  <a:cubicBezTo>
                    <a:pt x="1237012" y="211741"/>
                    <a:pt x="1386935" y="0"/>
                    <a:pt x="1386935" y="0"/>
                  </a:cubicBezTo>
                </a:path>
              </a:pathLst>
            </a:custGeom>
            <a:noFill/>
            <a:ln w="9525" cap="rnd">
              <a:solidFill>
                <a:schemeClr val="accent2">
                  <a:alpha val="50000"/>
                </a:schemeClr>
              </a:solidFill>
              <a:prstDash val="lgDash"/>
              <a:round/>
            </a:ln>
          </p:spPr>
          <p:txBody>
            <a:bodyPr rtlCol="0" anchor="ct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endParaRPr lang="en-US"/>
            </a:p>
          </p:txBody>
        </p:sp>
        <p:sp>
          <p:nvSpPr>
            <p:cNvPr id="50" name="Freeform: Shape 49">
              <a:extLst>
                <a:ext uri="{FF2B5EF4-FFF2-40B4-BE49-F238E27FC236}">
                  <a16:creationId xmlns:a16="http://schemas.microsoft.com/office/drawing/2014/main" id="{8B332657-F1E9-428F-BA70-8DD848E55333}"/>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18825" y="543780"/>
              <a:ext cx="494287" cy="1905590"/>
            </a:xfrm>
            <a:custGeom>
              <a:avLst/>
              <a:gdLst>
                <a:gd name="connsiteX0" fmla="*/ 11144 w 743796"/>
                <a:gd name="connsiteY0" fmla="*/ 0 h 2867501"/>
                <a:gd name="connsiteX1" fmla="*/ 353663 w 743796"/>
                <a:gd name="connsiteY1" fmla="*/ 55245 h 2867501"/>
                <a:gd name="connsiteX2" fmla="*/ 571405 w 743796"/>
                <a:gd name="connsiteY2" fmla="*/ 179737 h 2867501"/>
                <a:gd name="connsiteX3" fmla="*/ 688658 w 743796"/>
                <a:gd name="connsiteY3" fmla="*/ 368808 h 2867501"/>
                <a:gd name="connsiteX4" fmla="*/ 731711 w 743796"/>
                <a:gd name="connsiteY4" fmla="*/ 612934 h 2867501"/>
                <a:gd name="connsiteX5" fmla="*/ 725233 w 743796"/>
                <a:gd name="connsiteY5" fmla="*/ 995648 h 2867501"/>
                <a:gd name="connsiteX6" fmla="*/ 742855 w 743796"/>
                <a:gd name="connsiteY6" fmla="*/ 1499330 h 2867501"/>
                <a:gd name="connsiteX7" fmla="*/ 707898 w 743796"/>
                <a:gd name="connsiteY7" fmla="*/ 1793081 h 2867501"/>
                <a:gd name="connsiteX8" fmla="*/ 633222 w 743796"/>
                <a:gd name="connsiteY8" fmla="*/ 2073592 h 2867501"/>
                <a:gd name="connsiteX9" fmla="*/ 404527 w 743796"/>
                <a:gd name="connsiteY9" fmla="*/ 2472404 h 2867501"/>
                <a:gd name="connsiteX10" fmla="*/ 0 w 743796"/>
                <a:gd name="connsiteY10" fmla="*/ 2867501 h 286750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743796" h="2867501">
                  <a:moveTo>
                    <a:pt x="11144" y="0"/>
                  </a:moveTo>
                  <a:cubicBezTo>
                    <a:pt x="101060" y="2953"/>
                    <a:pt x="268796" y="25146"/>
                    <a:pt x="353663" y="55245"/>
                  </a:cubicBezTo>
                  <a:cubicBezTo>
                    <a:pt x="433483" y="83534"/>
                    <a:pt x="510635" y="120967"/>
                    <a:pt x="571405" y="179737"/>
                  </a:cubicBezTo>
                  <a:cubicBezTo>
                    <a:pt x="625412" y="231934"/>
                    <a:pt x="663607" y="297942"/>
                    <a:pt x="688658" y="368808"/>
                  </a:cubicBezTo>
                  <a:cubicBezTo>
                    <a:pt x="716375" y="447103"/>
                    <a:pt x="727996" y="529876"/>
                    <a:pt x="731711" y="612934"/>
                  </a:cubicBezTo>
                  <a:cubicBezTo>
                    <a:pt x="737426" y="740474"/>
                    <a:pt x="724948" y="867918"/>
                    <a:pt x="725233" y="995648"/>
                  </a:cubicBezTo>
                  <a:cubicBezTo>
                    <a:pt x="725710" y="1163765"/>
                    <a:pt x="748665" y="1331309"/>
                    <a:pt x="742855" y="1499330"/>
                  </a:cubicBezTo>
                  <a:cubicBezTo>
                    <a:pt x="739426" y="1598009"/>
                    <a:pt x="725996" y="1696022"/>
                    <a:pt x="707898" y="1793081"/>
                  </a:cubicBezTo>
                  <a:cubicBezTo>
                    <a:pt x="690086" y="1888426"/>
                    <a:pt x="666845" y="1982724"/>
                    <a:pt x="633222" y="2073592"/>
                  </a:cubicBezTo>
                  <a:cubicBezTo>
                    <a:pt x="579692" y="2218182"/>
                    <a:pt x="499682" y="2351056"/>
                    <a:pt x="404527" y="2472404"/>
                  </a:cubicBezTo>
                  <a:cubicBezTo>
                    <a:pt x="266033" y="2648902"/>
                    <a:pt x="179642" y="2732818"/>
                    <a:pt x="0" y="2867501"/>
                  </a:cubicBezTo>
                </a:path>
              </a:pathLst>
            </a:custGeom>
            <a:noFill/>
            <a:ln w="9525" cap="rnd">
              <a:solidFill>
                <a:schemeClr val="accent2">
                  <a:alpha val="50000"/>
                </a:schemeClr>
              </a:solidFill>
              <a:prstDash val="lgDash"/>
              <a:round/>
            </a:ln>
          </p:spPr>
          <p:txBody>
            <a:bodyPr rtlCol="0" anchor="ct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endParaRPr lang="en-US"/>
            </a:p>
          </p:txBody>
        </p:sp>
        <p:sp>
          <p:nvSpPr>
            <p:cNvPr id="51" name="Freeform: Shape 50">
              <a:extLst>
                <a:ext uri="{FF2B5EF4-FFF2-40B4-BE49-F238E27FC236}">
                  <a16:creationId xmlns:a16="http://schemas.microsoft.com/office/drawing/2014/main" id="{766A6EF8-94C7-4127-9EF9-584AD6885BF2}"/>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10849" y="672286"/>
              <a:ext cx="396930" cy="1690303"/>
            </a:xfrm>
            <a:custGeom>
              <a:avLst/>
              <a:gdLst>
                <a:gd name="connsiteX0" fmla="*/ 16478 w 597294"/>
                <a:gd name="connsiteY0" fmla="*/ 2079 h 2543540"/>
                <a:gd name="connsiteX1" fmla="*/ 299847 w 597294"/>
                <a:gd name="connsiteY1" fmla="*/ 53991 h 2543540"/>
                <a:gd name="connsiteX2" fmla="*/ 503206 w 597294"/>
                <a:gd name="connsiteY2" fmla="*/ 291354 h 2543540"/>
                <a:gd name="connsiteX3" fmla="*/ 525113 w 597294"/>
                <a:gd name="connsiteY3" fmla="*/ 724265 h 2543540"/>
                <a:gd name="connsiteX4" fmla="*/ 578930 w 597294"/>
                <a:gd name="connsiteY4" fmla="*/ 1117267 h 2543540"/>
                <a:gd name="connsiteX5" fmla="*/ 592931 w 597294"/>
                <a:gd name="connsiteY5" fmla="*/ 1476359 h 2543540"/>
                <a:gd name="connsiteX6" fmla="*/ 503206 w 597294"/>
                <a:gd name="connsiteY6" fmla="*/ 1859359 h 2543540"/>
                <a:gd name="connsiteX7" fmla="*/ 291846 w 597294"/>
                <a:gd name="connsiteY7" fmla="*/ 2250361 h 2543540"/>
                <a:gd name="connsiteX8" fmla="*/ 0 w 597294"/>
                <a:gd name="connsiteY8" fmla="*/ 2543540 h 254354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597294" h="2543540">
                  <a:moveTo>
                    <a:pt x="16478" y="2079"/>
                  </a:moveTo>
                  <a:cubicBezTo>
                    <a:pt x="101441" y="-6684"/>
                    <a:pt x="224885" y="12557"/>
                    <a:pt x="299847" y="53991"/>
                  </a:cubicBezTo>
                  <a:cubicBezTo>
                    <a:pt x="394240" y="106092"/>
                    <a:pt x="468440" y="189341"/>
                    <a:pt x="503206" y="291354"/>
                  </a:cubicBezTo>
                  <a:cubicBezTo>
                    <a:pt x="550069" y="429085"/>
                    <a:pt x="520827" y="577770"/>
                    <a:pt x="525113" y="724265"/>
                  </a:cubicBezTo>
                  <a:cubicBezTo>
                    <a:pt x="529019" y="856472"/>
                    <a:pt x="561118" y="986012"/>
                    <a:pt x="578930" y="1117267"/>
                  </a:cubicBezTo>
                  <a:cubicBezTo>
                    <a:pt x="595122" y="1236234"/>
                    <a:pt x="602742" y="1356630"/>
                    <a:pt x="592931" y="1476359"/>
                  </a:cubicBezTo>
                  <a:cubicBezTo>
                    <a:pt x="582073" y="1607709"/>
                    <a:pt x="549783" y="1736011"/>
                    <a:pt x="503206" y="1859359"/>
                  </a:cubicBezTo>
                  <a:cubicBezTo>
                    <a:pt x="450628" y="1998710"/>
                    <a:pt x="383857" y="2133298"/>
                    <a:pt x="291846" y="2250361"/>
                  </a:cubicBezTo>
                  <a:cubicBezTo>
                    <a:pt x="231553" y="2327132"/>
                    <a:pt x="73819" y="2479532"/>
                    <a:pt x="0" y="2543540"/>
                  </a:cubicBezTo>
                </a:path>
              </a:pathLst>
            </a:custGeom>
            <a:noFill/>
            <a:ln w="9525" cap="rnd">
              <a:solidFill>
                <a:schemeClr val="accent2">
                  <a:alpha val="50000"/>
                </a:schemeClr>
              </a:solidFill>
              <a:prstDash val="lgDash"/>
              <a:round/>
            </a:ln>
          </p:spPr>
          <p:txBody>
            <a:bodyPr rtlCol="0" anchor="ct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endParaRPr lang="en-US"/>
            </a:p>
          </p:txBody>
        </p:sp>
        <p:sp>
          <p:nvSpPr>
            <p:cNvPr id="52" name="Freeform: Shape 51">
              <a:extLst>
                <a:ext uri="{FF2B5EF4-FFF2-40B4-BE49-F238E27FC236}">
                  <a16:creationId xmlns:a16="http://schemas.microsoft.com/office/drawing/2014/main" id="{3B1C2001-8549-4C7B-86AB-049B0C99EF49}"/>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23002" y="881264"/>
              <a:ext cx="258791" cy="1336561"/>
            </a:xfrm>
            <a:custGeom>
              <a:avLst/>
              <a:gdLst>
                <a:gd name="connsiteX0" fmla="*/ 0 w 389425"/>
                <a:gd name="connsiteY0" fmla="*/ 33 h 2011236"/>
                <a:gd name="connsiteX1" fmla="*/ 171260 w 389425"/>
                <a:gd name="connsiteY1" fmla="*/ 60326 h 2011236"/>
                <a:gd name="connsiteX2" fmla="*/ 211455 w 389425"/>
                <a:gd name="connsiteY2" fmla="*/ 221204 h 2011236"/>
                <a:gd name="connsiteX3" fmla="*/ 243078 w 389425"/>
                <a:gd name="connsiteY3" fmla="*/ 448089 h 2011236"/>
                <a:gd name="connsiteX4" fmla="*/ 346424 w 389425"/>
                <a:gd name="connsiteY4" fmla="*/ 789941 h 2011236"/>
                <a:gd name="connsiteX5" fmla="*/ 372237 w 389425"/>
                <a:gd name="connsiteY5" fmla="*/ 942151 h 2011236"/>
                <a:gd name="connsiteX6" fmla="*/ 386620 w 389425"/>
                <a:gd name="connsiteY6" fmla="*/ 1272478 h 2011236"/>
                <a:gd name="connsiteX7" fmla="*/ 280416 w 389425"/>
                <a:gd name="connsiteY7" fmla="*/ 1660241 h 2011236"/>
                <a:gd name="connsiteX8" fmla="*/ 151257 w 389425"/>
                <a:gd name="connsiteY8" fmla="*/ 1844073 h 2011236"/>
                <a:gd name="connsiteX9" fmla="*/ 1905 w 389425"/>
                <a:gd name="connsiteY9" fmla="*/ 2011237 h 201123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389425" h="2011236">
                  <a:moveTo>
                    <a:pt x="0" y="33"/>
                  </a:moveTo>
                  <a:cubicBezTo>
                    <a:pt x="57912" y="-824"/>
                    <a:pt x="136112" y="14892"/>
                    <a:pt x="171260" y="60326"/>
                  </a:cubicBezTo>
                  <a:cubicBezTo>
                    <a:pt x="205645" y="104903"/>
                    <a:pt x="207740" y="164244"/>
                    <a:pt x="211455" y="221204"/>
                  </a:cubicBezTo>
                  <a:cubicBezTo>
                    <a:pt x="216408" y="297594"/>
                    <a:pt x="225838" y="373604"/>
                    <a:pt x="243078" y="448089"/>
                  </a:cubicBezTo>
                  <a:cubicBezTo>
                    <a:pt x="269939" y="564199"/>
                    <a:pt x="319183" y="673927"/>
                    <a:pt x="346424" y="789941"/>
                  </a:cubicBezTo>
                  <a:cubicBezTo>
                    <a:pt x="358235" y="840043"/>
                    <a:pt x="365951" y="891097"/>
                    <a:pt x="372237" y="942151"/>
                  </a:cubicBezTo>
                  <a:cubicBezTo>
                    <a:pt x="385858" y="1051784"/>
                    <a:pt x="394049" y="1162274"/>
                    <a:pt x="386620" y="1272478"/>
                  </a:cubicBezTo>
                  <a:cubicBezTo>
                    <a:pt x="377476" y="1407828"/>
                    <a:pt x="344996" y="1541178"/>
                    <a:pt x="280416" y="1660241"/>
                  </a:cubicBezTo>
                  <a:cubicBezTo>
                    <a:pt x="244602" y="1726249"/>
                    <a:pt x="199358" y="1786352"/>
                    <a:pt x="151257" y="1844073"/>
                  </a:cubicBezTo>
                  <a:cubicBezTo>
                    <a:pt x="79534" y="1930084"/>
                    <a:pt x="89345" y="1941419"/>
                    <a:pt x="1905" y="2011237"/>
                  </a:cubicBezTo>
                </a:path>
              </a:pathLst>
            </a:custGeom>
            <a:noFill/>
            <a:ln w="9525" cap="rnd">
              <a:solidFill>
                <a:schemeClr val="accent2">
                  <a:alpha val="50000"/>
                </a:schemeClr>
              </a:solidFill>
              <a:prstDash val="lgDash"/>
              <a:round/>
            </a:ln>
          </p:spPr>
          <p:txBody>
            <a:bodyPr rtlCol="0" anchor="ct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endParaRPr lang="en-US" dirty="0"/>
            </a:p>
          </p:txBody>
        </p:sp>
      </p:grpSp>
      <p:sp>
        <p:nvSpPr>
          <p:cNvPr id="2" name="Title 1">
            <a:extLst>
              <a:ext uri="{FF2B5EF4-FFF2-40B4-BE49-F238E27FC236}">
                <a16:creationId xmlns:a16="http://schemas.microsoft.com/office/drawing/2014/main" id="{D9ED8D38-4C2B-B4EB-4B60-99152E505628}"/>
              </a:ext>
            </a:extLst>
          </p:cNvPr>
          <p:cNvSpPr>
            <a:spLocks noGrp="1"/>
          </p:cNvSpPr>
          <p:nvPr>
            <p:ph type="title"/>
          </p:nvPr>
        </p:nvSpPr>
        <p:spPr>
          <a:xfrm>
            <a:off x="1198181" y="168425"/>
            <a:ext cx="9988166" cy="1499401"/>
          </a:xfrm>
        </p:spPr>
        <p:txBody>
          <a:bodyPr>
            <a:normAutofit/>
          </a:bodyPr>
          <a:lstStyle/>
          <a:p>
            <a:pPr algn="ctr"/>
            <a:r>
              <a:rPr lang="en-US" dirty="0"/>
              <a:t>Our Approach - Design</a:t>
            </a:r>
            <a:endParaRPr lang="en-US"/>
          </a:p>
        </p:txBody>
      </p:sp>
      <p:grpSp>
        <p:nvGrpSpPr>
          <p:cNvPr id="54" name="Bottom Right">
            <a:extLst>
              <a:ext uri="{FF2B5EF4-FFF2-40B4-BE49-F238E27FC236}">
                <a16:creationId xmlns:a16="http://schemas.microsoft.com/office/drawing/2014/main" id="{921D9B61-CDA2-49D1-82AA-534691496FE5}"/>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7974976" y="3278144"/>
            <a:ext cx="4211600" cy="3581399"/>
            <a:chOff x="7980400" y="3276601"/>
            <a:chExt cx="4211600" cy="3581399"/>
          </a:xfrm>
        </p:grpSpPr>
        <p:grpSp>
          <p:nvGrpSpPr>
            <p:cNvPr id="55" name="Graphic 157">
              <a:extLst>
                <a:ext uri="{FF2B5EF4-FFF2-40B4-BE49-F238E27FC236}">
                  <a16:creationId xmlns:a16="http://schemas.microsoft.com/office/drawing/2014/main" id="{A202591B-301C-460E-801A-4C116AC08CD7}"/>
                </a:ext>
                <a:ext uri="{C183D7F6-B498-43B3-948B-1728B52AA6E4}">
                  <adec:decorative xmlns:adec="http://schemas.microsoft.com/office/drawing/2017/decorative" val="1"/>
                </a:ext>
              </a:extLst>
            </p:cNvPr>
            <p:cNvGrpSpPr/>
            <p:nvPr>
              <p:extLst>
                <p:ext uri="{386F3935-93C4-4BCD-93E2-E3B085C9AB24}">
                  <p16:designElem xmlns:p16="http://schemas.microsoft.com/office/powerpoint/2015/main" val="1"/>
                </p:ext>
              </p:extLst>
            </p:nvPr>
          </p:nvGrpSpPr>
          <p:grpSpPr>
            <a:xfrm>
              <a:off x="8662740" y="3276601"/>
              <a:ext cx="3529260" cy="3581396"/>
              <a:chOff x="4114800" y="1423987"/>
              <a:chExt cx="3961542" cy="4007547"/>
            </a:xfrm>
            <a:noFill/>
          </p:grpSpPr>
          <p:sp>
            <p:nvSpPr>
              <p:cNvPr id="57" name="Freeform: Shape 56">
                <a:extLst>
                  <a:ext uri="{FF2B5EF4-FFF2-40B4-BE49-F238E27FC236}">
                    <a16:creationId xmlns:a16="http://schemas.microsoft.com/office/drawing/2014/main" id="{257EC7EC-4934-4A65-B3AA-6AE3BD0739CF}"/>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4114800" y="1423987"/>
                <a:ext cx="3946874" cy="3989641"/>
              </a:xfrm>
              <a:custGeom>
                <a:avLst/>
                <a:gdLst>
                  <a:gd name="connsiteX0" fmla="*/ 0 w 3946874"/>
                  <a:gd name="connsiteY0" fmla="*/ 3989641 h 3989641"/>
                  <a:gd name="connsiteX1" fmla="*/ 79439 w 3946874"/>
                  <a:gd name="connsiteY1" fmla="*/ 3891153 h 3989641"/>
                  <a:gd name="connsiteX2" fmla="*/ 297371 w 3946874"/>
                  <a:gd name="connsiteY2" fmla="*/ 3626930 h 3989641"/>
                  <a:gd name="connsiteX3" fmla="*/ 454343 w 3946874"/>
                  <a:gd name="connsiteY3" fmla="*/ 3440335 h 3989641"/>
                  <a:gd name="connsiteX4" fmla="*/ 622363 w 3946874"/>
                  <a:gd name="connsiteY4" fmla="*/ 3290697 h 3989641"/>
                  <a:gd name="connsiteX5" fmla="*/ 927068 w 3946874"/>
                  <a:gd name="connsiteY5" fmla="*/ 3087434 h 3989641"/>
                  <a:gd name="connsiteX6" fmla="*/ 1176338 w 3946874"/>
                  <a:gd name="connsiteY6" fmla="*/ 2915603 h 3989641"/>
                  <a:gd name="connsiteX7" fmla="*/ 1394270 w 3946874"/>
                  <a:gd name="connsiteY7" fmla="*/ 2780729 h 3989641"/>
                  <a:gd name="connsiteX8" fmla="*/ 1601057 w 3946874"/>
                  <a:gd name="connsiteY8" fmla="*/ 2723483 h 3989641"/>
                  <a:gd name="connsiteX9" fmla="*/ 1756220 w 3946874"/>
                  <a:gd name="connsiteY9" fmla="*/ 2743772 h 3989641"/>
                  <a:gd name="connsiteX10" fmla="*/ 1889189 w 3946874"/>
                  <a:gd name="connsiteY10" fmla="*/ 2765965 h 3989641"/>
                  <a:gd name="connsiteX11" fmla="*/ 2007394 w 3946874"/>
                  <a:gd name="connsiteY11" fmla="*/ 2765965 h 3989641"/>
                  <a:gd name="connsiteX12" fmla="*/ 2184654 w 3946874"/>
                  <a:gd name="connsiteY12" fmla="*/ 2671763 h 3989641"/>
                  <a:gd name="connsiteX13" fmla="*/ 2372773 w 3946874"/>
                  <a:gd name="connsiteY13" fmla="*/ 2538984 h 3989641"/>
                  <a:gd name="connsiteX14" fmla="*/ 2439543 w 3946874"/>
                  <a:gd name="connsiteY14" fmla="*/ 2510504 h 3989641"/>
                  <a:gd name="connsiteX15" fmla="*/ 2650617 w 3946874"/>
                  <a:gd name="connsiteY15" fmla="*/ 2434781 h 3989641"/>
                  <a:gd name="connsiteX16" fmla="*/ 2785110 w 3946874"/>
                  <a:gd name="connsiteY16" fmla="*/ 2383060 h 3989641"/>
                  <a:gd name="connsiteX17" fmla="*/ 2897315 w 3946874"/>
                  <a:gd name="connsiteY17" fmla="*/ 2318861 h 3989641"/>
                  <a:gd name="connsiteX18" fmla="*/ 2997994 w 3946874"/>
                  <a:gd name="connsiteY18" fmla="*/ 2226183 h 3989641"/>
                  <a:gd name="connsiteX19" fmla="*/ 3061240 w 3946874"/>
                  <a:gd name="connsiteY19" fmla="*/ 2141506 h 3989641"/>
                  <a:gd name="connsiteX20" fmla="*/ 3152108 w 3946874"/>
                  <a:gd name="connsiteY20" fmla="*/ 2005203 h 3989641"/>
                  <a:gd name="connsiteX21" fmla="*/ 3274124 w 3946874"/>
                  <a:gd name="connsiteY21" fmla="*/ 1871567 h 3989641"/>
                  <a:gd name="connsiteX22" fmla="*/ 3388138 w 3946874"/>
                  <a:gd name="connsiteY22" fmla="*/ 1770888 h 3989641"/>
                  <a:gd name="connsiteX23" fmla="*/ 3466529 w 3946874"/>
                  <a:gd name="connsiteY23" fmla="*/ 1679162 h 3989641"/>
                  <a:gd name="connsiteX24" fmla="*/ 3538633 w 3946874"/>
                  <a:gd name="connsiteY24" fmla="*/ 1551718 h 3989641"/>
                  <a:gd name="connsiteX25" fmla="*/ 3588544 w 3946874"/>
                  <a:gd name="connsiteY25" fmla="*/ 1376172 h 3989641"/>
                  <a:gd name="connsiteX26" fmla="*/ 3597402 w 3946874"/>
                  <a:gd name="connsiteY26" fmla="*/ 1293305 h 3989641"/>
                  <a:gd name="connsiteX27" fmla="*/ 3721227 w 3946874"/>
                  <a:gd name="connsiteY27" fmla="*/ 880491 h 3989641"/>
                  <a:gd name="connsiteX28" fmla="*/ 3761137 w 3946874"/>
                  <a:gd name="connsiteY28" fmla="*/ 463677 h 3989641"/>
                  <a:gd name="connsiteX29" fmla="*/ 3946874 w 3946874"/>
                  <a:gd name="connsiteY29" fmla="*/ 0 h 398964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Lst>
                <a:rect l="l" t="t" r="r" b="b"/>
                <a:pathLst>
                  <a:path w="3946874" h="3989641">
                    <a:moveTo>
                      <a:pt x="0" y="3989641"/>
                    </a:moveTo>
                    <a:cubicBezTo>
                      <a:pt x="19050" y="3957257"/>
                      <a:pt x="50959" y="3916013"/>
                      <a:pt x="79439" y="3891153"/>
                    </a:cubicBezTo>
                    <a:cubicBezTo>
                      <a:pt x="165544" y="3815906"/>
                      <a:pt x="227933" y="3717989"/>
                      <a:pt x="297371" y="3626930"/>
                    </a:cubicBezTo>
                    <a:cubicBezTo>
                      <a:pt x="346615" y="3562255"/>
                      <a:pt x="398050" y="3499009"/>
                      <a:pt x="454343" y="3440335"/>
                    </a:cubicBezTo>
                    <a:cubicBezTo>
                      <a:pt x="506349" y="3386042"/>
                      <a:pt x="562642" y="3336227"/>
                      <a:pt x="622363" y="3290697"/>
                    </a:cubicBezTo>
                    <a:cubicBezTo>
                      <a:pt x="719519" y="3216688"/>
                      <a:pt x="824960" y="3154585"/>
                      <a:pt x="927068" y="3087434"/>
                    </a:cubicBezTo>
                    <a:cubicBezTo>
                      <a:pt x="1011365" y="3031998"/>
                      <a:pt x="1093565" y="2973324"/>
                      <a:pt x="1176338" y="2915603"/>
                    </a:cubicBezTo>
                    <a:cubicBezTo>
                      <a:pt x="1246537" y="2866644"/>
                      <a:pt x="1317308" y="2818066"/>
                      <a:pt x="1394270" y="2780729"/>
                    </a:cubicBezTo>
                    <a:cubicBezTo>
                      <a:pt x="1459421" y="2749106"/>
                      <a:pt x="1528763" y="2724436"/>
                      <a:pt x="1601057" y="2723483"/>
                    </a:cubicBezTo>
                    <a:cubicBezTo>
                      <a:pt x="1653350" y="2722721"/>
                      <a:pt x="1704785" y="2733485"/>
                      <a:pt x="1756220" y="2743772"/>
                    </a:cubicBezTo>
                    <a:cubicBezTo>
                      <a:pt x="1800320" y="2752630"/>
                      <a:pt x="1844612" y="2760250"/>
                      <a:pt x="1889189" y="2765965"/>
                    </a:cubicBezTo>
                    <a:cubicBezTo>
                      <a:pt x="1928622" y="2771013"/>
                      <a:pt x="1968437" y="2773299"/>
                      <a:pt x="2007394" y="2765965"/>
                    </a:cubicBezTo>
                    <a:cubicBezTo>
                      <a:pt x="2073878" y="2753487"/>
                      <a:pt x="2130647" y="2712911"/>
                      <a:pt x="2184654" y="2671763"/>
                    </a:cubicBezTo>
                    <a:cubicBezTo>
                      <a:pt x="2245900" y="2625090"/>
                      <a:pt x="2304002" y="2573465"/>
                      <a:pt x="2372773" y="2538984"/>
                    </a:cubicBezTo>
                    <a:cubicBezTo>
                      <a:pt x="2394395" y="2528126"/>
                      <a:pt x="2416874" y="2518982"/>
                      <a:pt x="2439543" y="2510504"/>
                    </a:cubicBezTo>
                    <a:cubicBezTo>
                      <a:pt x="2509552" y="2484215"/>
                      <a:pt x="2580037" y="2459450"/>
                      <a:pt x="2650617" y="2434781"/>
                    </a:cubicBezTo>
                    <a:cubicBezTo>
                      <a:pt x="2695956" y="2418874"/>
                      <a:pt x="2741295" y="2402872"/>
                      <a:pt x="2785110" y="2383060"/>
                    </a:cubicBezTo>
                    <a:cubicBezTo>
                      <a:pt x="2824448" y="2365248"/>
                      <a:pt x="2862358" y="2344198"/>
                      <a:pt x="2897315" y="2318861"/>
                    </a:cubicBezTo>
                    <a:cubicBezTo>
                      <a:pt x="2934367" y="2292096"/>
                      <a:pt x="2968085" y="2260854"/>
                      <a:pt x="2997994" y="2226183"/>
                    </a:cubicBezTo>
                    <a:cubicBezTo>
                      <a:pt x="3020949" y="2199513"/>
                      <a:pt x="3041714" y="2170938"/>
                      <a:pt x="3061240" y="2141506"/>
                    </a:cubicBezTo>
                    <a:cubicBezTo>
                      <a:pt x="3091529" y="2095976"/>
                      <a:pt x="3119533" y="2049018"/>
                      <a:pt x="3152108" y="2005203"/>
                    </a:cubicBezTo>
                    <a:cubicBezTo>
                      <a:pt x="3188113" y="1956626"/>
                      <a:pt x="3229261" y="1912144"/>
                      <a:pt x="3274124" y="1871567"/>
                    </a:cubicBezTo>
                    <a:cubicBezTo>
                      <a:pt x="3311747" y="1837563"/>
                      <a:pt x="3351848" y="1806321"/>
                      <a:pt x="3388138" y="1770888"/>
                    </a:cubicBezTo>
                    <a:cubicBezTo>
                      <a:pt x="3416999" y="1742694"/>
                      <a:pt x="3443002" y="1711833"/>
                      <a:pt x="3466529" y="1679162"/>
                    </a:cubicBezTo>
                    <a:cubicBezTo>
                      <a:pt x="3495008" y="1639348"/>
                      <a:pt x="3519392" y="1596771"/>
                      <a:pt x="3538633" y="1551718"/>
                    </a:cubicBezTo>
                    <a:cubicBezTo>
                      <a:pt x="3562731" y="1495616"/>
                      <a:pt x="3578924" y="1436465"/>
                      <a:pt x="3588544" y="1376172"/>
                    </a:cubicBezTo>
                    <a:cubicBezTo>
                      <a:pt x="3592925" y="1348740"/>
                      <a:pt x="3595688" y="1321022"/>
                      <a:pt x="3597402" y="1293305"/>
                    </a:cubicBezTo>
                    <a:cubicBezTo>
                      <a:pt x="3605974" y="1155859"/>
                      <a:pt x="3717703" y="1018127"/>
                      <a:pt x="3721227" y="880491"/>
                    </a:cubicBezTo>
                    <a:cubicBezTo>
                      <a:pt x="3724751" y="740855"/>
                      <a:pt x="3743135" y="602171"/>
                      <a:pt x="3761137" y="463677"/>
                    </a:cubicBezTo>
                    <a:cubicBezTo>
                      <a:pt x="3776186" y="347758"/>
                      <a:pt x="3934968" y="116205"/>
                      <a:pt x="3946874" y="0"/>
                    </a:cubicBezTo>
                  </a:path>
                </a:pathLst>
              </a:custGeom>
              <a:noFill/>
              <a:ln w="9525" cap="rnd">
                <a:solidFill>
                  <a:schemeClr val="accent2">
                    <a:alpha val="35000"/>
                  </a:schemeClr>
                </a:solidFill>
                <a:prstDash val="lgDash"/>
                <a:round/>
              </a:ln>
            </p:spPr>
            <p:txBody>
              <a:bodyPr rtlCol="0" anchor="ct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endParaRPr lang="en-US"/>
              </a:p>
            </p:txBody>
          </p:sp>
          <p:sp>
            <p:nvSpPr>
              <p:cNvPr id="58" name="Freeform: Shape 57">
                <a:extLst>
                  <a:ext uri="{FF2B5EF4-FFF2-40B4-BE49-F238E27FC236}">
                    <a16:creationId xmlns:a16="http://schemas.microsoft.com/office/drawing/2014/main" id="{201FEC27-F3E2-41E5-8C3B-FF66A13D8436}"/>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4395978" y="2441733"/>
                <a:ext cx="3665410" cy="2985611"/>
              </a:xfrm>
              <a:custGeom>
                <a:avLst/>
                <a:gdLst>
                  <a:gd name="connsiteX0" fmla="*/ 0 w 3665410"/>
                  <a:gd name="connsiteY0" fmla="*/ 2985611 h 2985611"/>
                  <a:gd name="connsiteX1" fmla="*/ 166211 w 3665410"/>
                  <a:gd name="connsiteY1" fmla="*/ 2699766 h 2985611"/>
                  <a:gd name="connsiteX2" fmla="*/ 397002 w 3665410"/>
                  <a:gd name="connsiteY2" fmla="*/ 2414969 h 2985611"/>
                  <a:gd name="connsiteX3" fmla="*/ 620173 w 3665410"/>
                  <a:gd name="connsiteY3" fmla="*/ 2237899 h 2985611"/>
                  <a:gd name="connsiteX4" fmla="*/ 823341 w 3665410"/>
                  <a:gd name="connsiteY4" fmla="*/ 2085499 h 2985611"/>
                  <a:gd name="connsiteX5" fmla="*/ 1089565 w 3665410"/>
                  <a:gd name="connsiteY5" fmla="*/ 1911477 h 2985611"/>
                  <a:gd name="connsiteX6" fmla="*/ 1145000 w 3665410"/>
                  <a:gd name="connsiteY6" fmla="*/ 1886807 h 2985611"/>
                  <a:gd name="connsiteX7" fmla="*/ 1375791 w 3665410"/>
                  <a:gd name="connsiteY7" fmla="*/ 1842135 h 2985611"/>
                  <a:gd name="connsiteX8" fmla="*/ 1486567 w 3665410"/>
                  <a:gd name="connsiteY8" fmla="*/ 1857566 h 2985611"/>
                  <a:gd name="connsiteX9" fmla="*/ 1568101 w 3665410"/>
                  <a:gd name="connsiteY9" fmla="*/ 1871377 h 2985611"/>
                  <a:gd name="connsiteX10" fmla="*/ 1810607 w 3665410"/>
                  <a:gd name="connsiteY10" fmla="*/ 1871377 h 2985611"/>
                  <a:gd name="connsiteX11" fmla="*/ 1997964 w 3665410"/>
                  <a:gd name="connsiteY11" fmla="*/ 1790605 h 2985611"/>
                  <a:gd name="connsiteX12" fmla="*/ 2109883 w 3665410"/>
                  <a:gd name="connsiteY12" fmla="*/ 1702784 h 2985611"/>
                  <a:gd name="connsiteX13" fmla="*/ 2321433 w 3665410"/>
                  <a:gd name="connsiteY13" fmla="*/ 1552384 h 2985611"/>
                  <a:gd name="connsiteX14" fmla="*/ 2558891 w 3665410"/>
                  <a:gd name="connsiteY14" fmla="*/ 1453420 h 2985611"/>
                  <a:gd name="connsiteX15" fmla="*/ 2709767 w 3665410"/>
                  <a:gd name="connsiteY15" fmla="*/ 1377887 h 2985611"/>
                  <a:gd name="connsiteX16" fmla="*/ 2885408 w 3665410"/>
                  <a:gd name="connsiteY16" fmla="*/ 1237393 h 2985611"/>
                  <a:gd name="connsiteX17" fmla="*/ 3017711 w 3665410"/>
                  <a:gd name="connsiteY17" fmla="*/ 1072229 h 2985611"/>
                  <a:gd name="connsiteX18" fmla="*/ 3150680 w 3665410"/>
                  <a:gd name="connsiteY18" fmla="*/ 921830 h 2985611"/>
                  <a:gd name="connsiteX19" fmla="*/ 3255169 w 3665410"/>
                  <a:gd name="connsiteY19" fmla="*/ 801815 h 2985611"/>
                  <a:gd name="connsiteX20" fmla="*/ 3339275 w 3665410"/>
                  <a:gd name="connsiteY20" fmla="*/ 694182 h 2985611"/>
                  <a:gd name="connsiteX21" fmla="*/ 3409188 w 3665410"/>
                  <a:gd name="connsiteY21" fmla="*/ 546926 h 2985611"/>
                  <a:gd name="connsiteX22" fmla="*/ 3464243 w 3665410"/>
                  <a:gd name="connsiteY22" fmla="*/ 347663 h 2985611"/>
                  <a:gd name="connsiteX23" fmla="*/ 3665411 w 3665410"/>
                  <a:gd name="connsiteY23" fmla="*/ 0 h 298561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Lst>
                <a:rect l="l" t="t" r="r" b="b"/>
                <a:pathLst>
                  <a:path w="3665410" h="2985611">
                    <a:moveTo>
                      <a:pt x="0" y="2985611"/>
                    </a:moveTo>
                    <a:cubicBezTo>
                      <a:pt x="0" y="2985611"/>
                      <a:pt x="86773" y="2802827"/>
                      <a:pt x="166211" y="2699766"/>
                    </a:cubicBezTo>
                    <a:cubicBezTo>
                      <a:pt x="240983" y="2602706"/>
                      <a:pt x="309182" y="2500122"/>
                      <a:pt x="397002" y="2414969"/>
                    </a:cubicBezTo>
                    <a:cubicBezTo>
                      <a:pt x="465296" y="2348865"/>
                      <a:pt x="543592" y="2294477"/>
                      <a:pt x="620173" y="2237899"/>
                    </a:cubicBezTo>
                    <a:cubicBezTo>
                      <a:pt x="688277" y="2187607"/>
                      <a:pt x="755333" y="2135886"/>
                      <a:pt x="823341" y="2085499"/>
                    </a:cubicBezTo>
                    <a:cubicBezTo>
                      <a:pt x="908685" y="2022253"/>
                      <a:pt x="994791" y="1959197"/>
                      <a:pt x="1089565" y="1911477"/>
                    </a:cubicBezTo>
                    <a:cubicBezTo>
                      <a:pt x="1107662" y="1902428"/>
                      <a:pt x="1126141" y="1894141"/>
                      <a:pt x="1145000" y="1886807"/>
                    </a:cubicBezTo>
                    <a:cubicBezTo>
                      <a:pt x="1218819" y="1858232"/>
                      <a:pt x="1296924" y="1838611"/>
                      <a:pt x="1375791" y="1842135"/>
                    </a:cubicBezTo>
                    <a:cubicBezTo>
                      <a:pt x="1413129" y="1843754"/>
                      <a:pt x="1449896" y="1850422"/>
                      <a:pt x="1486567" y="1857566"/>
                    </a:cubicBezTo>
                    <a:cubicBezTo>
                      <a:pt x="1513618" y="1862804"/>
                      <a:pt x="1540859" y="1867376"/>
                      <a:pt x="1568101" y="1871377"/>
                    </a:cubicBezTo>
                    <a:cubicBezTo>
                      <a:pt x="1648778" y="1883188"/>
                      <a:pt x="1730978" y="1887665"/>
                      <a:pt x="1810607" y="1871377"/>
                    </a:cubicBezTo>
                    <a:cubicBezTo>
                      <a:pt x="1877854" y="1857661"/>
                      <a:pt x="1941100" y="1829086"/>
                      <a:pt x="1997964" y="1790605"/>
                    </a:cubicBezTo>
                    <a:cubicBezTo>
                      <a:pt x="2037302" y="1764030"/>
                      <a:pt x="2073497" y="1733264"/>
                      <a:pt x="2109883" y="1702784"/>
                    </a:cubicBezTo>
                    <a:cubicBezTo>
                      <a:pt x="2176367" y="1647063"/>
                      <a:pt x="2244852" y="1593151"/>
                      <a:pt x="2321433" y="1552384"/>
                    </a:cubicBezTo>
                    <a:cubicBezTo>
                      <a:pt x="2397157" y="1512094"/>
                      <a:pt x="2479548" y="1486281"/>
                      <a:pt x="2558891" y="1453420"/>
                    </a:cubicBezTo>
                    <a:cubicBezTo>
                      <a:pt x="2610898" y="1431798"/>
                      <a:pt x="2661571" y="1407033"/>
                      <a:pt x="2709767" y="1377887"/>
                    </a:cubicBezTo>
                    <a:cubicBezTo>
                      <a:pt x="2774252" y="1338929"/>
                      <a:pt x="2834069" y="1292447"/>
                      <a:pt x="2885408" y="1237393"/>
                    </a:cubicBezTo>
                    <a:cubicBezTo>
                      <a:pt x="2933605" y="1185767"/>
                      <a:pt x="2973324" y="1127093"/>
                      <a:pt x="3017711" y="1072229"/>
                    </a:cubicBezTo>
                    <a:cubicBezTo>
                      <a:pt x="3059811" y="1020223"/>
                      <a:pt x="3105912" y="971645"/>
                      <a:pt x="3150680" y="921830"/>
                    </a:cubicBezTo>
                    <a:cubicBezTo>
                      <a:pt x="3186113" y="882396"/>
                      <a:pt x="3220593" y="842010"/>
                      <a:pt x="3255169" y="801815"/>
                    </a:cubicBezTo>
                    <a:cubicBezTo>
                      <a:pt x="3284887" y="767239"/>
                      <a:pt x="3314605" y="732473"/>
                      <a:pt x="3339275" y="694182"/>
                    </a:cubicBezTo>
                    <a:cubicBezTo>
                      <a:pt x="3368707" y="648367"/>
                      <a:pt x="3390138" y="597980"/>
                      <a:pt x="3409188" y="546926"/>
                    </a:cubicBezTo>
                    <a:cubicBezTo>
                      <a:pt x="3433382" y="482156"/>
                      <a:pt x="3453384" y="415861"/>
                      <a:pt x="3464243" y="347663"/>
                    </a:cubicBezTo>
                    <a:cubicBezTo>
                      <a:pt x="3476244" y="272224"/>
                      <a:pt x="3661696" y="76295"/>
                      <a:pt x="3665411" y="0"/>
                    </a:cubicBezTo>
                  </a:path>
                </a:pathLst>
              </a:custGeom>
              <a:noFill/>
              <a:ln w="9525" cap="rnd">
                <a:solidFill>
                  <a:schemeClr val="accent2">
                    <a:alpha val="35000"/>
                  </a:schemeClr>
                </a:solidFill>
                <a:prstDash val="lgDash"/>
                <a:round/>
              </a:ln>
            </p:spPr>
            <p:txBody>
              <a:bodyPr rtlCol="0" anchor="ct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endParaRPr lang="en-US"/>
              </a:p>
            </p:txBody>
          </p:sp>
          <p:sp>
            <p:nvSpPr>
              <p:cNvPr id="59" name="Freeform: Shape 58">
                <a:extLst>
                  <a:ext uri="{FF2B5EF4-FFF2-40B4-BE49-F238E27FC236}">
                    <a16:creationId xmlns:a16="http://schemas.microsoft.com/office/drawing/2014/main" id="{CBFE67A7-A995-43D6-8414-EBB2A758A03C}"/>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7790402" y="5229700"/>
                <a:ext cx="285940" cy="199072"/>
              </a:xfrm>
              <a:custGeom>
                <a:avLst/>
                <a:gdLst>
                  <a:gd name="connsiteX0" fmla="*/ 0 w 285940"/>
                  <a:gd name="connsiteY0" fmla="*/ 199073 h 199072"/>
                  <a:gd name="connsiteX1" fmla="*/ 285940 w 285940"/>
                  <a:gd name="connsiteY1" fmla="*/ 0 h 199072"/>
                </a:gdLst>
                <a:ahLst/>
                <a:cxnLst>
                  <a:cxn ang="0">
                    <a:pos x="connsiteX0" y="connsiteY0"/>
                  </a:cxn>
                  <a:cxn ang="0">
                    <a:pos x="connsiteX1" y="connsiteY1"/>
                  </a:cxn>
                </a:cxnLst>
                <a:rect l="l" t="t" r="r" b="b"/>
                <a:pathLst>
                  <a:path w="285940" h="199072">
                    <a:moveTo>
                      <a:pt x="0" y="199073"/>
                    </a:moveTo>
                    <a:cubicBezTo>
                      <a:pt x="0" y="199073"/>
                      <a:pt x="242125" y="39243"/>
                      <a:pt x="285940" y="0"/>
                    </a:cubicBezTo>
                  </a:path>
                </a:pathLst>
              </a:custGeom>
              <a:noFill/>
              <a:ln w="9525" cap="rnd">
                <a:solidFill>
                  <a:schemeClr val="accent2">
                    <a:alpha val="35000"/>
                  </a:schemeClr>
                </a:solidFill>
                <a:prstDash val="lgDash"/>
                <a:round/>
              </a:ln>
            </p:spPr>
            <p:txBody>
              <a:bodyPr rtlCol="0" anchor="ct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endParaRPr lang="en-US"/>
              </a:p>
            </p:txBody>
          </p:sp>
          <p:sp>
            <p:nvSpPr>
              <p:cNvPr id="60" name="Freeform: Shape 59">
                <a:extLst>
                  <a:ext uri="{FF2B5EF4-FFF2-40B4-BE49-F238E27FC236}">
                    <a16:creationId xmlns:a16="http://schemas.microsoft.com/office/drawing/2014/main" id="{6DB28E40-FF5E-459D-B516-A16554BBBF2B}"/>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7393114" y="5049773"/>
                <a:ext cx="655796" cy="381190"/>
              </a:xfrm>
              <a:custGeom>
                <a:avLst/>
                <a:gdLst>
                  <a:gd name="connsiteX0" fmla="*/ 0 w 655796"/>
                  <a:gd name="connsiteY0" fmla="*/ 381190 h 381190"/>
                  <a:gd name="connsiteX1" fmla="*/ 655796 w 655796"/>
                  <a:gd name="connsiteY1" fmla="*/ 0 h 381190"/>
                </a:gdLst>
                <a:ahLst/>
                <a:cxnLst>
                  <a:cxn ang="0">
                    <a:pos x="connsiteX0" y="connsiteY0"/>
                  </a:cxn>
                  <a:cxn ang="0">
                    <a:pos x="connsiteX1" y="connsiteY1"/>
                  </a:cxn>
                </a:cxnLst>
                <a:rect l="l" t="t" r="r" b="b"/>
                <a:pathLst>
                  <a:path w="655796" h="381190">
                    <a:moveTo>
                      <a:pt x="0" y="381190"/>
                    </a:moveTo>
                    <a:cubicBezTo>
                      <a:pt x="0" y="381190"/>
                      <a:pt x="461105" y="172117"/>
                      <a:pt x="655796" y="0"/>
                    </a:cubicBezTo>
                  </a:path>
                </a:pathLst>
              </a:custGeom>
              <a:noFill/>
              <a:ln w="9525" cap="rnd">
                <a:solidFill>
                  <a:schemeClr val="accent2">
                    <a:alpha val="35000"/>
                  </a:schemeClr>
                </a:solidFill>
                <a:prstDash val="lgDash"/>
                <a:round/>
              </a:ln>
            </p:spPr>
            <p:txBody>
              <a:bodyPr rtlCol="0" anchor="ct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endParaRPr lang="en-US"/>
              </a:p>
            </p:txBody>
          </p:sp>
          <p:sp>
            <p:nvSpPr>
              <p:cNvPr id="61" name="Freeform: Shape 60">
                <a:extLst>
                  <a:ext uri="{FF2B5EF4-FFF2-40B4-BE49-F238E27FC236}">
                    <a16:creationId xmlns:a16="http://schemas.microsoft.com/office/drawing/2014/main" id="{9724247A-6615-4D27-80F0-33927628267E}"/>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154072" y="3867816"/>
                <a:ext cx="2907315" cy="1544764"/>
              </a:xfrm>
              <a:custGeom>
                <a:avLst/>
                <a:gdLst>
                  <a:gd name="connsiteX0" fmla="*/ 0 w 2907315"/>
                  <a:gd name="connsiteY0" fmla="*/ 1544764 h 1544764"/>
                  <a:gd name="connsiteX1" fmla="*/ 201644 w 2907315"/>
                  <a:gd name="connsiteY1" fmla="*/ 1352550 h 1544764"/>
                  <a:gd name="connsiteX2" fmla="*/ 423196 w 2907315"/>
                  <a:gd name="connsiteY2" fmla="*/ 1196054 h 1544764"/>
                  <a:gd name="connsiteX3" fmla="*/ 782193 w 2907315"/>
                  <a:gd name="connsiteY3" fmla="*/ 1099947 h 1544764"/>
                  <a:gd name="connsiteX4" fmla="*/ 1052513 w 2907315"/>
                  <a:gd name="connsiteY4" fmla="*/ 1042321 h 1544764"/>
                  <a:gd name="connsiteX5" fmla="*/ 1311783 w 2907315"/>
                  <a:gd name="connsiteY5" fmla="*/ 1056037 h 1544764"/>
                  <a:gd name="connsiteX6" fmla="*/ 1484662 w 2907315"/>
                  <a:gd name="connsiteY6" fmla="*/ 1083469 h 1544764"/>
                  <a:gd name="connsiteX7" fmla="*/ 1788224 w 2907315"/>
                  <a:gd name="connsiteY7" fmla="*/ 1023080 h 1544764"/>
                  <a:gd name="connsiteX8" fmla="*/ 2269045 w 2907315"/>
                  <a:gd name="connsiteY8" fmla="*/ 734758 h 1544764"/>
                  <a:gd name="connsiteX9" fmla="*/ 2534984 w 2907315"/>
                  <a:gd name="connsiteY9" fmla="*/ 572738 h 1544764"/>
                  <a:gd name="connsiteX10" fmla="*/ 2907316 w 2907315"/>
                  <a:gd name="connsiteY10" fmla="*/ 0 h 154476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2907315" h="1544764">
                    <a:moveTo>
                      <a:pt x="0" y="1544764"/>
                    </a:moveTo>
                    <a:cubicBezTo>
                      <a:pt x="0" y="1544764"/>
                      <a:pt x="98012" y="1443990"/>
                      <a:pt x="201644" y="1352550"/>
                    </a:cubicBezTo>
                    <a:cubicBezTo>
                      <a:pt x="271272" y="1291209"/>
                      <a:pt x="343662" y="1234249"/>
                      <a:pt x="423196" y="1196054"/>
                    </a:cubicBezTo>
                    <a:cubicBezTo>
                      <a:pt x="537591" y="1141095"/>
                      <a:pt x="661226" y="1127189"/>
                      <a:pt x="782193" y="1099947"/>
                    </a:cubicBezTo>
                    <a:cubicBezTo>
                      <a:pt x="872300" y="1079659"/>
                      <a:pt x="961358" y="1051370"/>
                      <a:pt x="1052513" y="1042321"/>
                    </a:cubicBezTo>
                    <a:cubicBezTo>
                      <a:pt x="1139000" y="1033653"/>
                      <a:pt x="1225868" y="1040321"/>
                      <a:pt x="1311783" y="1056037"/>
                    </a:cubicBezTo>
                    <a:cubicBezTo>
                      <a:pt x="1369314" y="1066609"/>
                      <a:pt x="1426559" y="1079373"/>
                      <a:pt x="1484662" y="1083469"/>
                    </a:cubicBezTo>
                    <a:cubicBezTo>
                      <a:pt x="1587913" y="1090803"/>
                      <a:pt x="1690402" y="1064800"/>
                      <a:pt x="1788224" y="1023080"/>
                    </a:cubicBezTo>
                    <a:cubicBezTo>
                      <a:pt x="1956721" y="951262"/>
                      <a:pt x="2106549" y="825722"/>
                      <a:pt x="2269045" y="734758"/>
                    </a:cubicBezTo>
                    <a:cubicBezTo>
                      <a:pt x="2359438" y="684181"/>
                      <a:pt x="2452497" y="640556"/>
                      <a:pt x="2534984" y="572738"/>
                    </a:cubicBezTo>
                    <a:cubicBezTo>
                      <a:pt x="2673001" y="459391"/>
                      <a:pt x="2847023" y="191453"/>
                      <a:pt x="2907316" y="0"/>
                    </a:cubicBezTo>
                  </a:path>
                </a:pathLst>
              </a:custGeom>
              <a:noFill/>
              <a:ln w="9525" cap="rnd">
                <a:solidFill>
                  <a:schemeClr val="accent2">
                    <a:alpha val="35000"/>
                  </a:schemeClr>
                </a:solidFill>
                <a:prstDash val="lgDash"/>
                <a:round/>
              </a:ln>
            </p:spPr>
            <p:txBody>
              <a:bodyPr rtlCol="0" anchor="ct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endParaRPr lang="en-US"/>
              </a:p>
            </p:txBody>
          </p:sp>
          <p:sp>
            <p:nvSpPr>
              <p:cNvPr id="62" name="Freeform: Shape 61">
                <a:extLst>
                  <a:ext uri="{FF2B5EF4-FFF2-40B4-BE49-F238E27FC236}">
                    <a16:creationId xmlns:a16="http://schemas.microsoft.com/office/drawing/2014/main" id="{495168B2-CEF6-486B-AD0C-D063CDD9885D}"/>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4907946" y="3479100"/>
                <a:ext cx="3168300" cy="1952434"/>
              </a:xfrm>
              <a:custGeom>
                <a:avLst/>
                <a:gdLst>
                  <a:gd name="connsiteX0" fmla="*/ 0 w 3168300"/>
                  <a:gd name="connsiteY0" fmla="*/ 1952435 h 1952434"/>
                  <a:gd name="connsiteX1" fmla="*/ 202121 w 3168300"/>
                  <a:gd name="connsiteY1" fmla="*/ 1687068 h 1952434"/>
                  <a:gd name="connsiteX2" fmla="*/ 545116 w 3168300"/>
                  <a:gd name="connsiteY2" fmla="*/ 1450277 h 1952434"/>
                  <a:gd name="connsiteX3" fmla="*/ 906780 w 3168300"/>
                  <a:gd name="connsiteY3" fmla="*/ 1354455 h 1952434"/>
                  <a:gd name="connsiteX4" fmla="*/ 1332262 w 3168300"/>
                  <a:gd name="connsiteY4" fmla="*/ 1285304 h 1952434"/>
                  <a:gd name="connsiteX5" fmla="*/ 1691259 w 3168300"/>
                  <a:gd name="connsiteY5" fmla="*/ 1240060 h 1952434"/>
                  <a:gd name="connsiteX6" fmla="*/ 2010346 w 3168300"/>
                  <a:gd name="connsiteY6" fmla="*/ 1141667 h 1952434"/>
                  <a:gd name="connsiteX7" fmla="*/ 2393252 w 3168300"/>
                  <a:gd name="connsiteY7" fmla="*/ 1027271 h 1952434"/>
                  <a:gd name="connsiteX8" fmla="*/ 2582037 w 3168300"/>
                  <a:gd name="connsiteY8" fmla="*/ 958120 h 1952434"/>
                  <a:gd name="connsiteX9" fmla="*/ 2760155 w 3168300"/>
                  <a:gd name="connsiteY9" fmla="*/ 827723 h 1952434"/>
                  <a:gd name="connsiteX10" fmla="*/ 2914364 w 3168300"/>
                  <a:gd name="connsiteY10" fmla="*/ 567023 h 1952434"/>
                  <a:gd name="connsiteX11" fmla="*/ 3168301 w 3168300"/>
                  <a:gd name="connsiteY11" fmla="*/ 0 h 195243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3168300" h="1952434">
                    <a:moveTo>
                      <a:pt x="0" y="1952435"/>
                    </a:moveTo>
                    <a:cubicBezTo>
                      <a:pt x="0" y="1952435"/>
                      <a:pt x="91059" y="1796415"/>
                      <a:pt x="202121" y="1687068"/>
                    </a:cubicBezTo>
                    <a:cubicBezTo>
                      <a:pt x="301943" y="1588675"/>
                      <a:pt x="416528" y="1505617"/>
                      <a:pt x="545116" y="1450277"/>
                    </a:cubicBezTo>
                    <a:cubicBezTo>
                      <a:pt x="659987" y="1400747"/>
                      <a:pt x="783622" y="1377601"/>
                      <a:pt x="906780" y="1354455"/>
                    </a:cubicBezTo>
                    <a:cubicBezTo>
                      <a:pt x="1048036" y="1327976"/>
                      <a:pt x="1189482" y="1301972"/>
                      <a:pt x="1332262" y="1285304"/>
                    </a:cubicBezTo>
                    <a:cubicBezTo>
                      <a:pt x="1452182" y="1271302"/>
                      <a:pt x="1573340" y="1265873"/>
                      <a:pt x="1691259" y="1240060"/>
                    </a:cubicBezTo>
                    <a:cubicBezTo>
                      <a:pt x="1800035" y="1216247"/>
                      <a:pt x="1904619" y="1176718"/>
                      <a:pt x="2010346" y="1141667"/>
                    </a:cubicBezTo>
                    <a:cubicBezTo>
                      <a:pt x="2136743" y="1099661"/>
                      <a:pt x="2265902" y="1066229"/>
                      <a:pt x="2393252" y="1027271"/>
                    </a:cubicBezTo>
                    <a:cubicBezTo>
                      <a:pt x="2457450" y="1007650"/>
                      <a:pt x="2521744" y="987552"/>
                      <a:pt x="2582037" y="958120"/>
                    </a:cubicBezTo>
                    <a:cubicBezTo>
                      <a:pt x="2648807" y="925449"/>
                      <a:pt x="2710815" y="883349"/>
                      <a:pt x="2760155" y="827723"/>
                    </a:cubicBezTo>
                    <a:cubicBezTo>
                      <a:pt x="2827496" y="751904"/>
                      <a:pt x="2867978" y="657511"/>
                      <a:pt x="2914364" y="567023"/>
                    </a:cubicBezTo>
                    <a:cubicBezTo>
                      <a:pt x="2972753" y="453200"/>
                      <a:pt x="3119152" y="118015"/>
                      <a:pt x="3168301" y="0"/>
                    </a:cubicBezTo>
                  </a:path>
                </a:pathLst>
              </a:custGeom>
              <a:noFill/>
              <a:ln w="9525" cap="rnd">
                <a:solidFill>
                  <a:schemeClr val="accent2">
                    <a:alpha val="35000"/>
                  </a:schemeClr>
                </a:solidFill>
                <a:prstDash val="lgDash"/>
                <a:round/>
              </a:ln>
            </p:spPr>
            <p:txBody>
              <a:bodyPr rtlCol="0" anchor="ct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endParaRPr lang="en-US"/>
              </a:p>
            </p:txBody>
          </p:sp>
          <p:sp>
            <p:nvSpPr>
              <p:cNvPr id="63" name="Freeform: Shape 62">
                <a:extLst>
                  <a:ext uri="{FF2B5EF4-FFF2-40B4-BE49-F238E27FC236}">
                    <a16:creationId xmlns:a16="http://schemas.microsoft.com/office/drawing/2014/main" id="{E27C133D-9749-4B34-9018-29F3FF86C0FD}"/>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4704778" y="2976752"/>
                <a:ext cx="3356800" cy="2452020"/>
              </a:xfrm>
              <a:custGeom>
                <a:avLst/>
                <a:gdLst>
                  <a:gd name="connsiteX0" fmla="*/ 0 w 3356800"/>
                  <a:gd name="connsiteY0" fmla="*/ 2452021 h 2452020"/>
                  <a:gd name="connsiteX1" fmla="*/ 130874 w 3356800"/>
                  <a:gd name="connsiteY1" fmla="*/ 2247710 h 2452020"/>
                  <a:gd name="connsiteX2" fmla="*/ 437197 w 3356800"/>
                  <a:gd name="connsiteY2" fmla="*/ 1941195 h 2452020"/>
                  <a:gd name="connsiteX3" fmla="*/ 737140 w 3356800"/>
                  <a:gd name="connsiteY3" fmla="*/ 1736884 h 2452020"/>
                  <a:gd name="connsiteX4" fmla="*/ 1031843 w 3356800"/>
                  <a:gd name="connsiteY4" fmla="*/ 1685068 h 2452020"/>
                  <a:gd name="connsiteX5" fmla="*/ 1287304 w 3356800"/>
                  <a:gd name="connsiteY5" fmla="*/ 1655826 h 2452020"/>
                  <a:gd name="connsiteX6" fmla="*/ 1471994 w 3356800"/>
                  <a:gd name="connsiteY6" fmla="*/ 1634300 h 2452020"/>
                  <a:gd name="connsiteX7" fmla="*/ 1898237 w 3356800"/>
                  <a:gd name="connsiteY7" fmla="*/ 1512665 h 2452020"/>
                  <a:gd name="connsiteX8" fmla="*/ 2229136 w 3356800"/>
                  <a:gd name="connsiteY8" fmla="*/ 1355598 h 2452020"/>
                  <a:gd name="connsiteX9" fmla="*/ 2512314 w 3356800"/>
                  <a:gd name="connsiteY9" fmla="*/ 1238631 h 2452020"/>
                  <a:gd name="connsiteX10" fmla="*/ 2758535 w 3356800"/>
                  <a:gd name="connsiteY10" fmla="*/ 1096994 h 2452020"/>
                  <a:gd name="connsiteX11" fmla="*/ 2935510 w 3356800"/>
                  <a:gd name="connsiteY11" fmla="*/ 919925 h 2452020"/>
                  <a:gd name="connsiteX12" fmla="*/ 3081719 w 3356800"/>
                  <a:gd name="connsiteY12" fmla="*/ 687419 h 2452020"/>
                  <a:gd name="connsiteX13" fmla="*/ 3356800 w 3356800"/>
                  <a:gd name="connsiteY13" fmla="*/ 0 h 245202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Lst>
                <a:rect l="l" t="t" r="r" b="b"/>
                <a:pathLst>
                  <a:path w="3356800" h="2452020">
                    <a:moveTo>
                      <a:pt x="0" y="2452021"/>
                    </a:moveTo>
                    <a:cubicBezTo>
                      <a:pt x="0" y="2452021"/>
                      <a:pt x="57150" y="2344198"/>
                      <a:pt x="130874" y="2247710"/>
                    </a:cubicBezTo>
                    <a:cubicBezTo>
                      <a:pt x="218694" y="2132648"/>
                      <a:pt x="328136" y="2036635"/>
                      <a:pt x="437197" y="1941195"/>
                    </a:cubicBezTo>
                    <a:cubicBezTo>
                      <a:pt x="529304" y="1860709"/>
                      <a:pt x="623030" y="1779556"/>
                      <a:pt x="737140" y="1736884"/>
                    </a:cubicBezTo>
                    <a:cubicBezTo>
                      <a:pt x="830866" y="1701736"/>
                      <a:pt x="932021" y="1695450"/>
                      <a:pt x="1031843" y="1685068"/>
                    </a:cubicBezTo>
                    <a:cubicBezTo>
                      <a:pt x="1117092" y="1676210"/>
                      <a:pt x="1202055" y="1665160"/>
                      <a:pt x="1287304" y="1655826"/>
                    </a:cubicBezTo>
                    <a:cubicBezTo>
                      <a:pt x="1348931" y="1649063"/>
                      <a:pt x="1410653" y="1643539"/>
                      <a:pt x="1471994" y="1634300"/>
                    </a:cubicBezTo>
                    <a:cubicBezTo>
                      <a:pt x="1618679" y="1612011"/>
                      <a:pt x="1761935" y="1571149"/>
                      <a:pt x="1898237" y="1512665"/>
                    </a:cubicBezTo>
                    <a:cubicBezTo>
                      <a:pt x="2010442" y="1464564"/>
                      <a:pt x="2117503" y="1405128"/>
                      <a:pt x="2229136" y="1355598"/>
                    </a:cubicBezTo>
                    <a:cubicBezTo>
                      <a:pt x="2322481" y="1314164"/>
                      <a:pt x="2418969" y="1280160"/>
                      <a:pt x="2512314" y="1238631"/>
                    </a:cubicBezTo>
                    <a:cubicBezTo>
                      <a:pt x="2599087" y="1199960"/>
                      <a:pt x="2683193" y="1154811"/>
                      <a:pt x="2758535" y="1096994"/>
                    </a:cubicBezTo>
                    <a:cubicBezTo>
                      <a:pt x="2825020" y="1046035"/>
                      <a:pt x="2883789" y="985837"/>
                      <a:pt x="2935510" y="919925"/>
                    </a:cubicBezTo>
                    <a:cubicBezTo>
                      <a:pt x="2992184" y="847725"/>
                      <a:pt x="3039904" y="769144"/>
                      <a:pt x="3081719" y="687419"/>
                    </a:cubicBezTo>
                    <a:cubicBezTo>
                      <a:pt x="3138297" y="576739"/>
                      <a:pt x="3314129" y="116776"/>
                      <a:pt x="3356800" y="0"/>
                    </a:cubicBezTo>
                  </a:path>
                </a:pathLst>
              </a:custGeom>
              <a:noFill/>
              <a:ln w="9525" cap="rnd">
                <a:solidFill>
                  <a:schemeClr val="accent2">
                    <a:alpha val="35000"/>
                  </a:schemeClr>
                </a:solidFill>
                <a:prstDash val="lgDash"/>
                <a:round/>
              </a:ln>
            </p:spPr>
            <p:txBody>
              <a:bodyPr rtlCol="0" anchor="ct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endParaRPr lang="en-US"/>
              </a:p>
            </p:txBody>
          </p:sp>
        </p:grpSp>
        <p:sp>
          <p:nvSpPr>
            <p:cNvPr id="56" name="Freeform: Shape 55">
              <a:extLst>
                <a:ext uri="{FF2B5EF4-FFF2-40B4-BE49-F238E27FC236}">
                  <a16:creationId xmlns:a16="http://schemas.microsoft.com/office/drawing/2014/main" id="{10388060-18B7-4BD6-A3C5-F6B8E1467ECA}"/>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7980400" y="5197178"/>
              <a:ext cx="4211600" cy="1660822"/>
            </a:xfrm>
            <a:custGeom>
              <a:avLst/>
              <a:gdLst>
                <a:gd name="connsiteX0" fmla="*/ 4211600 w 4211600"/>
                <a:gd name="connsiteY0" fmla="*/ 0 h 1660822"/>
                <a:gd name="connsiteX1" fmla="*/ 4211600 w 4211600"/>
                <a:gd name="connsiteY1" fmla="*/ 58430 h 1660822"/>
                <a:gd name="connsiteX2" fmla="*/ 4136524 w 4211600"/>
                <a:gd name="connsiteY2" fmla="*/ 208808 h 1660822"/>
                <a:gd name="connsiteX3" fmla="*/ 3973354 w 4211600"/>
                <a:gd name="connsiteY3" fmla="*/ 437313 h 1660822"/>
                <a:gd name="connsiteX4" fmla="*/ 3884746 w 4211600"/>
                <a:gd name="connsiteY4" fmla="*/ 553613 h 1660822"/>
                <a:gd name="connsiteX5" fmla="*/ 3849435 w 4211600"/>
                <a:gd name="connsiteY5" fmla="*/ 603143 h 1660822"/>
                <a:gd name="connsiteX6" fmla="*/ 3661849 w 4211600"/>
                <a:gd name="connsiteY6" fmla="*/ 819075 h 1660822"/>
                <a:gd name="connsiteX7" fmla="*/ 3402589 w 4211600"/>
                <a:gd name="connsiteY7" fmla="*/ 952996 h 1660822"/>
                <a:gd name="connsiteX8" fmla="*/ 3130202 w 4211600"/>
                <a:gd name="connsiteY8" fmla="*/ 1023386 h 1660822"/>
                <a:gd name="connsiteX9" fmla="*/ 2914657 w 4211600"/>
                <a:gd name="connsiteY9" fmla="*/ 1068058 h 1660822"/>
                <a:gd name="connsiteX10" fmla="*/ 2582149 w 4211600"/>
                <a:gd name="connsiteY10" fmla="*/ 1138924 h 1660822"/>
                <a:gd name="connsiteX11" fmla="*/ 2483958 w 4211600"/>
                <a:gd name="connsiteY11" fmla="*/ 1162356 h 1660822"/>
                <a:gd name="connsiteX12" fmla="*/ 2123750 w 4211600"/>
                <a:gd name="connsiteY12" fmla="*/ 1238651 h 1660822"/>
                <a:gd name="connsiteX13" fmla="*/ 1761444 w 4211600"/>
                <a:gd name="connsiteY13" fmla="*/ 1273417 h 1660822"/>
                <a:gd name="connsiteX14" fmla="*/ 1608382 w 4211600"/>
                <a:gd name="connsiteY14" fmla="*/ 1284466 h 1660822"/>
                <a:gd name="connsiteX15" fmla="*/ 999942 w 4211600"/>
                <a:gd name="connsiteY15" fmla="*/ 1354284 h 1660822"/>
                <a:gd name="connsiteX16" fmla="*/ 484705 w 4211600"/>
                <a:gd name="connsiteY16" fmla="*/ 1450487 h 1660822"/>
                <a:gd name="connsiteX17" fmla="*/ 113310 w 4211600"/>
                <a:gd name="connsiteY17" fmla="*/ 1613700 h 1660822"/>
                <a:gd name="connsiteX18" fmla="*/ 39668 w 4211600"/>
                <a:gd name="connsiteY18" fmla="*/ 1660822 h 1660822"/>
                <a:gd name="connsiteX19" fmla="*/ 0 w 4211600"/>
                <a:gd name="connsiteY19" fmla="*/ 1660822 h 1660822"/>
                <a:gd name="connsiteX20" fmla="*/ 96701 w 4211600"/>
                <a:gd name="connsiteY20" fmla="*/ 1598934 h 1660822"/>
                <a:gd name="connsiteX21" fmla="*/ 474335 w 4211600"/>
                <a:gd name="connsiteY21" fmla="*/ 1433056 h 1660822"/>
                <a:gd name="connsiteX22" fmla="*/ 994299 w 4211600"/>
                <a:gd name="connsiteY22" fmla="*/ 1335806 h 1660822"/>
                <a:gd name="connsiteX23" fmla="*/ 1605231 w 4211600"/>
                <a:gd name="connsiteY23" fmla="*/ 1265702 h 1660822"/>
                <a:gd name="connsiteX24" fmla="*/ 1758819 w 4211600"/>
                <a:gd name="connsiteY24" fmla="*/ 1254558 h 1660822"/>
                <a:gd name="connsiteX25" fmla="*/ 2118106 w 4211600"/>
                <a:gd name="connsiteY25" fmla="*/ 1220077 h 1660822"/>
                <a:gd name="connsiteX26" fmla="*/ 2475557 w 4211600"/>
                <a:gd name="connsiteY26" fmla="*/ 1144353 h 1660822"/>
                <a:gd name="connsiteX27" fmla="*/ 2573878 w 4211600"/>
                <a:gd name="connsiteY27" fmla="*/ 1120827 h 1660822"/>
                <a:gd name="connsiteX28" fmla="*/ 2907437 w 4211600"/>
                <a:gd name="connsiteY28" fmla="*/ 1049675 h 1660822"/>
                <a:gd name="connsiteX29" fmla="*/ 3122589 w 4211600"/>
                <a:gd name="connsiteY29" fmla="*/ 1005098 h 1660822"/>
                <a:gd name="connsiteX30" fmla="*/ 3391169 w 4211600"/>
                <a:gd name="connsiteY30" fmla="*/ 935756 h 1660822"/>
                <a:gd name="connsiteX31" fmla="*/ 3642290 w 4211600"/>
                <a:gd name="connsiteY31" fmla="*/ 806216 h 1660822"/>
                <a:gd name="connsiteX32" fmla="*/ 3825937 w 4211600"/>
                <a:gd name="connsiteY32" fmla="*/ 594475 h 1660822"/>
                <a:gd name="connsiteX33" fmla="*/ 3861381 w 4211600"/>
                <a:gd name="connsiteY33" fmla="*/ 544755 h 1660822"/>
                <a:gd name="connsiteX34" fmla="*/ 3950381 w 4211600"/>
                <a:gd name="connsiteY34" fmla="*/ 427978 h 1660822"/>
                <a:gd name="connsiteX35" fmla="*/ 4112370 w 4211600"/>
                <a:gd name="connsiteY35" fmla="*/ 201378 h 1660822"/>
                <a:gd name="connsiteX36" fmla="*/ 4195989 w 4211600"/>
                <a:gd name="connsiteY36" fmla="*/ 33834 h 166082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Lst>
              <a:rect l="l" t="t" r="r" b="b"/>
              <a:pathLst>
                <a:path w="4211600" h="1660822">
                  <a:moveTo>
                    <a:pt x="4211600" y="0"/>
                  </a:moveTo>
                  <a:lnTo>
                    <a:pt x="4211600" y="58430"/>
                  </a:lnTo>
                  <a:lnTo>
                    <a:pt x="4136524" y="208808"/>
                  </a:lnTo>
                  <a:cubicBezTo>
                    <a:pt x="4089791" y="287770"/>
                    <a:pt x="4030588" y="363780"/>
                    <a:pt x="3973354" y="437313"/>
                  </a:cubicBezTo>
                  <a:cubicBezTo>
                    <a:pt x="3943819" y="475222"/>
                    <a:pt x="3913231" y="514465"/>
                    <a:pt x="3884746" y="553613"/>
                  </a:cubicBezTo>
                  <a:cubicBezTo>
                    <a:pt x="3872801" y="569996"/>
                    <a:pt x="3861119" y="586569"/>
                    <a:pt x="3849435" y="603143"/>
                  </a:cubicBezTo>
                  <a:cubicBezTo>
                    <a:pt x="3796665" y="678009"/>
                    <a:pt x="3742187" y="755352"/>
                    <a:pt x="3661849" y="819075"/>
                  </a:cubicBezTo>
                  <a:cubicBezTo>
                    <a:pt x="3596214" y="871176"/>
                    <a:pt x="3509050" y="916230"/>
                    <a:pt x="3402589" y="952996"/>
                  </a:cubicBezTo>
                  <a:cubicBezTo>
                    <a:pt x="3312406" y="984048"/>
                    <a:pt x="3215660" y="1005003"/>
                    <a:pt x="3130202" y="1023386"/>
                  </a:cubicBezTo>
                  <a:cubicBezTo>
                    <a:pt x="3058529" y="1038816"/>
                    <a:pt x="2985412" y="1053675"/>
                    <a:pt x="2914657" y="1068058"/>
                  </a:cubicBezTo>
                  <a:cubicBezTo>
                    <a:pt x="2805176" y="1090251"/>
                    <a:pt x="2692021" y="1113207"/>
                    <a:pt x="2582149" y="1138924"/>
                  </a:cubicBezTo>
                  <a:cubicBezTo>
                    <a:pt x="2549330" y="1146639"/>
                    <a:pt x="2516644" y="1154450"/>
                    <a:pt x="2483958" y="1162356"/>
                  </a:cubicBezTo>
                  <a:cubicBezTo>
                    <a:pt x="2367257" y="1190550"/>
                    <a:pt x="2246621" y="1219601"/>
                    <a:pt x="2123750" y="1238651"/>
                  </a:cubicBezTo>
                  <a:cubicBezTo>
                    <a:pt x="2004294" y="1257129"/>
                    <a:pt x="1880769" y="1265416"/>
                    <a:pt x="1761444" y="1273417"/>
                  </a:cubicBezTo>
                  <a:cubicBezTo>
                    <a:pt x="1711167" y="1276751"/>
                    <a:pt x="1659184" y="1280275"/>
                    <a:pt x="1608382" y="1284466"/>
                  </a:cubicBezTo>
                  <a:cubicBezTo>
                    <a:pt x="1408589" y="1300944"/>
                    <a:pt x="1214570" y="1325805"/>
                    <a:pt x="999942" y="1354284"/>
                  </a:cubicBezTo>
                  <a:cubicBezTo>
                    <a:pt x="826403" y="1377240"/>
                    <a:pt x="647744" y="1400957"/>
                    <a:pt x="484705" y="1450487"/>
                  </a:cubicBezTo>
                  <a:cubicBezTo>
                    <a:pt x="355831" y="1489635"/>
                    <a:pt x="231387" y="1544374"/>
                    <a:pt x="113310" y="1613700"/>
                  </a:cubicBezTo>
                  <a:lnTo>
                    <a:pt x="39668" y="1660822"/>
                  </a:lnTo>
                  <a:lnTo>
                    <a:pt x="0" y="1660822"/>
                  </a:lnTo>
                  <a:lnTo>
                    <a:pt x="96701" y="1598934"/>
                  </a:lnTo>
                  <a:cubicBezTo>
                    <a:pt x="216635" y="1528533"/>
                    <a:pt x="343196" y="1472919"/>
                    <a:pt x="474335" y="1433056"/>
                  </a:cubicBezTo>
                  <a:cubicBezTo>
                    <a:pt x="639999" y="1382669"/>
                    <a:pt x="820102" y="1358856"/>
                    <a:pt x="994299" y="1335806"/>
                  </a:cubicBezTo>
                  <a:cubicBezTo>
                    <a:pt x="1210239" y="1307231"/>
                    <a:pt x="1404650" y="1282275"/>
                    <a:pt x="1605231" y="1265702"/>
                  </a:cubicBezTo>
                  <a:cubicBezTo>
                    <a:pt x="1656428" y="1261511"/>
                    <a:pt x="1708411" y="1257987"/>
                    <a:pt x="1758819" y="1254558"/>
                  </a:cubicBezTo>
                  <a:cubicBezTo>
                    <a:pt x="1877487" y="1246557"/>
                    <a:pt x="2000094" y="1238365"/>
                    <a:pt x="2118106" y="1220077"/>
                  </a:cubicBezTo>
                  <a:cubicBezTo>
                    <a:pt x="2239531" y="1201313"/>
                    <a:pt x="2359513" y="1172357"/>
                    <a:pt x="2475557" y="1144353"/>
                  </a:cubicBezTo>
                  <a:cubicBezTo>
                    <a:pt x="2508243" y="1136448"/>
                    <a:pt x="2541060" y="1128542"/>
                    <a:pt x="2573878" y="1120827"/>
                  </a:cubicBezTo>
                  <a:cubicBezTo>
                    <a:pt x="2684276" y="1094919"/>
                    <a:pt x="2797694" y="1071963"/>
                    <a:pt x="2907437" y="1049675"/>
                  </a:cubicBezTo>
                  <a:cubicBezTo>
                    <a:pt x="2978061" y="1035387"/>
                    <a:pt x="3051178" y="1020528"/>
                    <a:pt x="3122589" y="1005098"/>
                  </a:cubicBezTo>
                  <a:cubicBezTo>
                    <a:pt x="3206997" y="986810"/>
                    <a:pt x="3302823" y="966141"/>
                    <a:pt x="3391169" y="935756"/>
                  </a:cubicBezTo>
                  <a:cubicBezTo>
                    <a:pt x="3494479" y="900132"/>
                    <a:pt x="3578886" y="856508"/>
                    <a:pt x="3642290" y="806216"/>
                  </a:cubicBezTo>
                  <a:cubicBezTo>
                    <a:pt x="3720133" y="744303"/>
                    <a:pt x="3773953" y="668103"/>
                    <a:pt x="3825937" y="594475"/>
                  </a:cubicBezTo>
                  <a:cubicBezTo>
                    <a:pt x="3837621" y="577902"/>
                    <a:pt x="3849435" y="561233"/>
                    <a:pt x="3861381" y="544755"/>
                  </a:cubicBezTo>
                  <a:cubicBezTo>
                    <a:pt x="3889997" y="505416"/>
                    <a:pt x="3920715" y="465983"/>
                    <a:pt x="3950381" y="427978"/>
                  </a:cubicBezTo>
                  <a:cubicBezTo>
                    <a:pt x="4007353" y="354921"/>
                    <a:pt x="4066163" y="279388"/>
                    <a:pt x="4112370" y="201378"/>
                  </a:cubicBezTo>
                  <a:cubicBezTo>
                    <a:pt x="4144662" y="146800"/>
                    <a:pt x="4170785" y="89364"/>
                    <a:pt x="4195989" y="33834"/>
                  </a:cubicBezTo>
                  <a:close/>
                </a:path>
              </a:pathLst>
            </a:cu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defPPr>
                <a:defRPr lang="en-US"/>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algn="ctr"/>
              <a:endParaRPr lang="en-US"/>
            </a:p>
          </p:txBody>
        </p:sp>
      </p:grpSp>
      <p:graphicFrame>
        <p:nvGraphicFramePr>
          <p:cNvPr id="36" name="Content Placeholder 2">
            <a:extLst>
              <a:ext uri="{FF2B5EF4-FFF2-40B4-BE49-F238E27FC236}">
                <a16:creationId xmlns:a16="http://schemas.microsoft.com/office/drawing/2014/main" id="{08097239-A53F-29F6-5452-3001F73BACCB}"/>
              </a:ext>
            </a:extLst>
          </p:cNvPr>
          <p:cNvGraphicFramePr>
            <a:graphicFrameLocks noGrp="1"/>
          </p:cNvGraphicFramePr>
          <p:nvPr>
            <p:ph idx="1"/>
            <p:extLst>
              <p:ext uri="{D42A27DB-BD31-4B8C-83A1-F6EECF244321}">
                <p14:modId xmlns:p14="http://schemas.microsoft.com/office/powerpoint/2010/main" val="4020685599"/>
              </p:ext>
            </p:extLst>
          </p:nvPr>
        </p:nvGraphicFramePr>
        <p:xfrm>
          <a:off x="600306" y="1847031"/>
          <a:ext cx="10982090" cy="4276055"/>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Tree>
    <p:extLst>
      <p:ext uri="{BB962C8B-B14F-4D97-AF65-F5344CB8AC3E}">
        <p14:creationId xmlns:p14="http://schemas.microsoft.com/office/powerpoint/2010/main" val="2713945676"/>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477" name="Rectangle 476">
            <a:extLst>
              <a:ext uri="{FF2B5EF4-FFF2-40B4-BE49-F238E27FC236}">
                <a16:creationId xmlns:a16="http://schemas.microsoft.com/office/drawing/2014/main" id="{247A131F-D5DE-41A5-B4CF-4F345319B40B}"/>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88952" cy="6858000"/>
          </a:xfrm>
          <a:prstGeom prst="rect">
            <a:avLst/>
          </a:prstGeom>
          <a:solidFill>
            <a:schemeClr val="bg2"/>
          </a:solidFill>
          <a:ln>
            <a:solidFill>
              <a:schemeClr val="bg1">
                <a:lumMod val="9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solidFill>
                <a:schemeClr val="tx1">
                  <a:lumMod val="65000"/>
                  <a:lumOff val="35000"/>
                </a:schemeClr>
              </a:solidFill>
              <a:latin typeface="AvenirNext LT Pro Medium" panose="020B0504020202020204" pitchFamily="34" charset="0"/>
            </a:endParaRPr>
          </a:p>
        </p:txBody>
      </p:sp>
      <p:sp>
        <p:nvSpPr>
          <p:cNvPr id="479" name="Freeform: Shape 478">
            <a:extLst>
              <a:ext uri="{FF2B5EF4-FFF2-40B4-BE49-F238E27FC236}">
                <a16:creationId xmlns:a16="http://schemas.microsoft.com/office/drawing/2014/main" id="{3AF4666D-BD98-40A5-A75F-478B982010B2}"/>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10800000">
            <a:off x="692844" y="-3086"/>
            <a:ext cx="1326111" cy="597603"/>
          </a:xfrm>
          <a:custGeom>
            <a:avLst/>
            <a:gdLst>
              <a:gd name="connsiteX0" fmla="*/ 741051 w 1482102"/>
              <a:gd name="connsiteY0" fmla="*/ 0 h 679363"/>
              <a:gd name="connsiteX1" fmla="*/ 1473822 w 1482102"/>
              <a:gd name="connsiteY1" fmla="*/ 597226 h 679363"/>
              <a:gd name="connsiteX2" fmla="*/ 1482102 w 1482102"/>
              <a:gd name="connsiteY2" fmla="*/ 679363 h 679363"/>
              <a:gd name="connsiteX3" fmla="*/ 0 w 1482102"/>
              <a:gd name="connsiteY3" fmla="*/ 679363 h 679363"/>
              <a:gd name="connsiteX4" fmla="*/ 8280 w 1482102"/>
              <a:gd name="connsiteY4" fmla="*/ 597226 h 679363"/>
              <a:gd name="connsiteX5" fmla="*/ 741051 w 1482102"/>
              <a:gd name="connsiteY5" fmla="*/ 0 h 67936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1482102" h="679363">
                <a:moveTo>
                  <a:pt x="741051" y="0"/>
                </a:moveTo>
                <a:cubicBezTo>
                  <a:pt x="1102506" y="0"/>
                  <a:pt x="1404077" y="256390"/>
                  <a:pt x="1473822" y="597226"/>
                </a:cubicBezTo>
                <a:lnTo>
                  <a:pt x="1482102" y="679363"/>
                </a:lnTo>
                <a:lnTo>
                  <a:pt x="0" y="679363"/>
                </a:lnTo>
                <a:lnTo>
                  <a:pt x="8280" y="597226"/>
                </a:lnTo>
                <a:cubicBezTo>
                  <a:pt x="78025" y="256390"/>
                  <a:pt x="379596" y="0"/>
                  <a:pt x="741051" y="0"/>
                </a:cubicBezTo>
                <a:close/>
              </a:path>
            </a:pathLst>
          </a:cu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spcAft>
                <a:spcPts val="600"/>
              </a:spcAft>
            </a:pPr>
            <a:r>
              <a:rPr lang="en-US" dirty="0">
                <a:solidFill>
                  <a:schemeClr val="tx1">
                    <a:lumMod val="65000"/>
                    <a:lumOff val="35000"/>
                  </a:schemeClr>
                </a:solidFill>
                <a:latin typeface="AvenirNext LT Pro Medium" panose="020B0504020202020204" pitchFamily="34" charset="0"/>
              </a:rPr>
              <a:t> </a:t>
            </a:r>
          </a:p>
        </p:txBody>
      </p:sp>
      <p:sp>
        <p:nvSpPr>
          <p:cNvPr id="481" name="Freeform: Shape 480">
            <a:extLst>
              <a:ext uri="{FF2B5EF4-FFF2-40B4-BE49-F238E27FC236}">
                <a16:creationId xmlns:a16="http://schemas.microsoft.com/office/drawing/2014/main" id="{68680585-71F9-4721-A998-4974171D2EB4}"/>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10439256" y="6172200"/>
            <a:ext cx="1482102" cy="679363"/>
          </a:xfrm>
          <a:custGeom>
            <a:avLst/>
            <a:gdLst>
              <a:gd name="connsiteX0" fmla="*/ 741051 w 1482102"/>
              <a:gd name="connsiteY0" fmla="*/ 0 h 679363"/>
              <a:gd name="connsiteX1" fmla="*/ 1473822 w 1482102"/>
              <a:gd name="connsiteY1" fmla="*/ 597226 h 679363"/>
              <a:gd name="connsiteX2" fmla="*/ 1482102 w 1482102"/>
              <a:gd name="connsiteY2" fmla="*/ 679363 h 679363"/>
              <a:gd name="connsiteX3" fmla="*/ 0 w 1482102"/>
              <a:gd name="connsiteY3" fmla="*/ 679363 h 679363"/>
              <a:gd name="connsiteX4" fmla="*/ 8280 w 1482102"/>
              <a:gd name="connsiteY4" fmla="*/ 597226 h 679363"/>
              <a:gd name="connsiteX5" fmla="*/ 741051 w 1482102"/>
              <a:gd name="connsiteY5" fmla="*/ 0 h 67936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1482102" h="679363">
                <a:moveTo>
                  <a:pt x="741051" y="0"/>
                </a:moveTo>
                <a:cubicBezTo>
                  <a:pt x="1102506" y="0"/>
                  <a:pt x="1404077" y="256390"/>
                  <a:pt x="1473822" y="597226"/>
                </a:cubicBezTo>
                <a:lnTo>
                  <a:pt x="1482102" y="679363"/>
                </a:lnTo>
                <a:lnTo>
                  <a:pt x="0" y="679363"/>
                </a:lnTo>
                <a:lnTo>
                  <a:pt x="8280" y="597226"/>
                </a:lnTo>
                <a:cubicBezTo>
                  <a:pt x="78025" y="256390"/>
                  <a:pt x="379596" y="0"/>
                  <a:pt x="741051" y="0"/>
                </a:cubicBezTo>
                <a:close/>
              </a:path>
            </a:pathLst>
          </a:cu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spcAft>
                <a:spcPts val="600"/>
              </a:spcAft>
            </a:pPr>
            <a:r>
              <a:rPr lang="en-US" dirty="0">
                <a:solidFill>
                  <a:schemeClr val="tx1">
                    <a:lumMod val="65000"/>
                    <a:lumOff val="35000"/>
                  </a:schemeClr>
                </a:solidFill>
                <a:latin typeface="AvenirNext LT Pro Medium" panose="020B0504020202020204" pitchFamily="34" charset="0"/>
              </a:rPr>
              <a:t> </a:t>
            </a:r>
          </a:p>
        </p:txBody>
      </p:sp>
      <p:sp>
        <p:nvSpPr>
          <p:cNvPr id="483" name="Freeform: Shape 482">
            <a:extLst>
              <a:ext uri="{FF2B5EF4-FFF2-40B4-BE49-F238E27FC236}">
                <a16:creationId xmlns:a16="http://schemas.microsoft.com/office/drawing/2014/main" id="{12BC95C2-2EEC-4F59-ABA8-660B0D059CCF}"/>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7977352" y="5197178"/>
            <a:ext cx="4211600" cy="1660822"/>
          </a:xfrm>
          <a:custGeom>
            <a:avLst/>
            <a:gdLst>
              <a:gd name="connsiteX0" fmla="*/ 4211600 w 4211600"/>
              <a:gd name="connsiteY0" fmla="*/ 0 h 1660822"/>
              <a:gd name="connsiteX1" fmla="*/ 4211600 w 4211600"/>
              <a:gd name="connsiteY1" fmla="*/ 58430 h 1660822"/>
              <a:gd name="connsiteX2" fmla="*/ 4136524 w 4211600"/>
              <a:gd name="connsiteY2" fmla="*/ 208808 h 1660822"/>
              <a:gd name="connsiteX3" fmla="*/ 3973354 w 4211600"/>
              <a:gd name="connsiteY3" fmla="*/ 437313 h 1660822"/>
              <a:gd name="connsiteX4" fmla="*/ 3884746 w 4211600"/>
              <a:gd name="connsiteY4" fmla="*/ 553613 h 1660822"/>
              <a:gd name="connsiteX5" fmla="*/ 3849435 w 4211600"/>
              <a:gd name="connsiteY5" fmla="*/ 603143 h 1660822"/>
              <a:gd name="connsiteX6" fmla="*/ 3661849 w 4211600"/>
              <a:gd name="connsiteY6" fmla="*/ 819075 h 1660822"/>
              <a:gd name="connsiteX7" fmla="*/ 3402589 w 4211600"/>
              <a:gd name="connsiteY7" fmla="*/ 952996 h 1660822"/>
              <a:gd name="connsiteX8" fmla="*/ 3130202 w 4211600"/>
              <a:gd name="connsiteY8" fmla="*/ 1023386 h 1660822"/>
              <a:gd name="connsiteX9" fmla="*/ 2914657 w 4211600"/>
              <a:gd name="connsiteY9" fmla="*/ 1068058 h 1660822"/>
              <a:gd name="connsiteX10" fmla="*/ 2582149 w 4211600"/>
              <a:gd name="connsiteY10" fmla="*/ 1138924 h 1660822"/>
              <a:gd name="connsiteX11" fmla="*/ 2483958 w 4211600"/>
              <a:gd name="connsiteY11" fmla="*/ 1162356 h 1660822"/>
              <a:gd name="connsiteX12" fmla="*/ 2123750 w 4211600"/>
              <a:gd name="connsiteY12" fmla="*/ 1238651 h 1660822"/>
              <a:gd name="connsiteX13" fmla="*/ 1761444 w 4211600"/>
              <a:gd name="connsiteY13" fmla="*/ 1273417 h 1660822"/>
              <a:gd name="connsiteX14" fmla="*/ 1608382 w 4211600"/>
              <a:gd name="connsiteY14" fmla="*/ 1284466 h 1660822"/>
              <a:gd name="connsiteX15" fmla="*/ 999942 w 4211600"/>
              <a:gd name="connsiteY15" fmla="*/ 1354284 h 1660822"/>
              <a:gd name="connsiteX16" fmla="*/ 484705 w 4211600"/>
              <a:gd name="connsiteY16" fmla="*/ 1450487 h 1660822"/>
              <a:gd name="connsiteX17" fmla="*/ 113310 w 4211600"/>
              <a:gd name="connsiteY17" fmla="*/ 1613700 h 1660822"/>
              <a:gd name="connsiteX18" fmla="*/ 39668 w 4211600"/>
              <a:gd name="connsiteY18" fmla="*/ 1660822 h 1660822"/>
              <a:gd name="connsiteX19" fmla="*/ 0 w 4211600"/>
              <a:gd name="connsiteY19" fmla="*/ 1660822 h 1660822"/>
              <a:gd name="connsiteX20" fmla="*/ 96701 w 4211600"/>
              <a:gd name="connsiteY20" fmla="*/ 1598934 h 1660822"/>
              <a:gd name="connsiteX21" fmla="*/ 474335 w 4211600"/>
              <a:gd name="connsiteY21" fmla="*/ 1433056 h 1660822"/>
              <a:gd name="connsiteX22" fmla="*/ 994299 w 4211600"/>
              <a:gd name="connsiteY22" fmla="*/ 1335806 h 1660822"/>
              <a:gd name="connsiteX23" fmla="*/ 1605231 w 4211600"/>
              <a:gd name="connsiteY23" fmla="*/ 1265702 h 1660822"/>
              <a:gd name="connsiteX24" fmla="*/ 1758819 w 4211600"/>
              <a:gd name="connsiteY24" fmla="*/ 1254558 h 1660822"/>
              <a:gd name="connsiteX25" fmla="*/ 2118106 w 4211600"/>
              <a:gd name="connsiteY25" fmla="*/ 1220077 h 1660822"/>
              <a:gd name="connsiteX26" fmla="*/ 2475557 w 4211600"/>
              <a:gd name="connsiteY26" fmla="*/ 1144353 h 1660822"/>
              <a:gd name="connsiteX27" fmla="*/ 2573878 w 4211600"/>
              <a:gd name="connsiteY27" fmla="*/ 1120827 h 1660822"/>
              <a:gd name="connsiteX28" fmla="*/ 2907437 w 4211600"/>
              <a:gd name="connsiteY28" fmla="*/ 1049675 h 1660822"/>
              <a:gd name="connsiteX29" fmla="*/ 3122589 w 4211600"/>
              <a:gd name="connsiteY29" fmla="*/ 1005098 h 1660822"/>
              <a:gd name="connsiteX30" fmla="*/ 3391169 w 4211600"/>
              <a:gd name="connsiteY30" fmla="*/ 935756 h 1660822"/>
              <a:gd name="connsiteX31" fmla="*/ 3642290 w 4211600"/>
              <a:gd name="connsiteY31" fmla="*/ 806216 h 1660822"/>
              <a:gd name="connsiteX32" fmla="*/ 3825937 w 4211600"/>
              <a:gd name="connsiteY32" fmla="*/ 594475 h 1660822"/>
              <a:gd name="connsiteX33" fmla="*/ 3861381 w 4211600"/>
              <a:gd name="connsiteY33" fmla="*/ 544755 h 1660822"/>
              <a:gd name="connsiteX34" fmla="*/ 3950381 w 4211600"/>
              <a:gd name="connsiteY34" fmla="*/ 427978 h 1660822"/>
              <a:gd name="connsiteX35" fmla="*/ 4112370 w 4211600"/>
              <a:gd name="connsiteY35" fmla="*/ 201378 h 1660822"/>
              <a:gd name="connsiteX36" fmla="*/ 4195989 w 4211600"/>
              <a:gd name="connsiteY36" fmla="*/ 33834 h 166082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Lst>
            <a:rect l="l" t="t" r="r" b="b"/>
            <a:pathLst>
              <a:path w="4211600" h="1660822">
                <a:moveTo>
                  <a:pt x="4211600" y="0"/>
                </a:moveTo>
                <a:lnTo>
                  <a:pt x="4211600" y="58430"/>
                </a:lnTo>
                <a:lnTo>
                  <a:pt x="4136524" y="208808"/>
                </a:lnTo>
                <a:cubicBezTo>
                  <a:pt x="4089791" y="287770"/>
                  <a:pt x="4030588" y="363780"/>
                  <a:pt x="3973354" y="437313"/>
                </a:cubicBezTo>
                <a:cubicBezTo>
                  <a:pt x="3943819" y="475222"/>
                  <a:pt x="3913231" y="514465"/>
                  <a:pt x="3884746" y="553613"/>
                </a:cubicBezTo>
                <a:cubicBezTo>
                  <a:pt x="3872801" y="569996"/>
                  <a:pt x="3861119" y="586569"/>
                  <a:pt x="3849435" y="603143"/>
                </a:cubicBezTo>
                <a:cubicBezTo>
                  <a:pt x="3796665" y="678009"/>
                  <a:pt x="3742187" y="755352"/>
                  <a:pt x="3661849" y="819075"/>
                </a:cubicBezTo>
                <a:cubicBezTo>
                  <a:pt x="3596214" y="871176"/>
                  <a:pt x="3509050" y="916230"/>
                  <a:pt x="3402589" y="952996"/>
                </a:cubicBezTo>
                <a:cubicBezTo>
                  <a:pt x="3312406" y="984048"/>
                  <a:pt x="3215660" y="1005003"/>
                  <a:pt x="3130202" y="1023386"/>
                </a:cubicBezTo>
                <a:cubicBezTo>
                  <a:pt x="3058529" y="1038816"/>
                  <a:pt x="2985412" y="1053675"/>
                  <a:pt x="2914657" y="1068058"/>
                </a:cubicBezTo>
                <a:cubicBezTo>
                  <a:pt x="2805176" y="1090251"/>
                  <a:pt x="2692021" y="1113207"/>
                  <a:pt x="2582149" y="1138924"/>
                </a:cubicBezTo>
                <a:cubicBezTo>
                  <a:pt x="2549330" y="1146639"/>
                  <a:pt x="2516644" y="1154450"/>
                  <a:pt x="2483958" y="1162356"/>
                </a:cubicBezTo>
                <a:cubicBezTo>
                  <a:pt x="2367257" y="1190550"/>
                  <a:pt x="2246621" y="1219601"/>
                  <a:pt x="2123750" y="1238651"/>
                </a:cubicBezTo>
                <a:cubicBezTo>
                  <a:pt x="2004294" y="1257129"/>
                  <a:pt x="1880769" y="1265416"/>
                  <a:pt x="1761444" y="1273417"/>
                </a:cubicBezTo>
                <a:cubicBezTo>
                  <a:pt x="1711167" y="1276751"/>
                  <a:pt x="1659184" y="1280275"/>
                  <a:pt x="1608382" y="1284466"/>
                </a:cubicBezTo>
                <a:cubicBezTo>
                  <a:pt x="1408589" y="1300944"/>
                  <a:pt x="1214570" y="1325805"/>
                  <a:pt x="999942" y="1354284"/>
                </a:cubicBezTo>
                <a:cubicBezTo>
                  <a:pt x="826403" y="1377240"/>
                  <a:pt x="647744" y="1400957"/>
                  <a:pt x="484705" y="1450487"/>
                </a:cubicBezTo>
                <a:cubicBezTo>
                  <a:pt x="355831" y="1489635"/>
                  <a:pt x="231387" y="1544374"/>
                  <a:pt x="113310" y="1613700"/>
                </a:cubicBezTo>
                <a:lnTo>
                  <a:pt x="39668" y="1660822"/>
                </a:lnTo>
                <a:lnTo>
                  <a:pt x="0" y="1660822"/>
                </a:lnTo>
                <a:lnTo>
                  <a:pt x="96701" y="1598934"/>
                </a:lnTo>
                <a:cubicBezTo>
                  <a:pt x="216635" y="1528533"/>
                  <a:pt x="343196" y="1472919"/>
                  <a:pt x="474335" y="1433056"/>
                </a:cubicBezTo>
                <a:cubicBezTo>
                  <a:pt x="639999" y="1382669"/>
                  <a:pt x="820102" y="1358856"/>
                  <a:pt x="994299" y="1335806"/>
                </a:cubicBezTo>
                <a:cubicBezTo>
                  <a:pt x="1210239" y="1307231"/>
                  <a:pt x="1404650" y="1282275"/>
                  <a:pt x="1605231" y="1265702"/>
                </a:cubicBezTo>
                <a:cubicBezTo>
                  <a:pt x="1656428" y="1261511"/>
                  <a:pt x="1708411" y="1257987"/>
                  <a:pt x="1758819" y="1254558"/>
                </a:cubicBezTo>
                <a:cubicBezTo>
                  <a:pt x="1877487" y="1246557"/>
                  <a:pt x="2000094" y="1238365"/>
                  <a:pt x="2118106" y="1220077"/>
                </a:cubicBezTo>
                <a:cubicBezTo>
                  <a:pt x="2239531" y="1201313"/>
                  <a:pt x="2359513" y="1172357"/>
                  <a:pt x="2475557" y="1144353"/>
                </a:cubicBezTo>
                <a:cubicBezTo>
                  <a:pt x="2508243" y="1136448"/>
                  <a:pt x="2541060" y="1128542"/>
                  <a:pt x="2573878" y="1120827"/>
                </a:cubicBezTo>
                <a:cubicBezTo>
                  <a:pt x="2684276" y="1094919"/>
                  <a:pt x="2797694" y="1071963"/>
                  <a:pt x="2907437" y="1049675"/>
                </a:cubicBezTo>
                <a:cubicBezTo>
                  <a:pt x="2978061" y="1035387"/>
                  <a:pt x="3051178" y="1020528"/>
                  <a:pt x="3122589" y="1005098"/>
                </a:cubicBezTo>
                <a:cubicBezTo>
                  <a:pt x="3206997" y="986810"/>
                  <a:pt x="3302823" y="966141"/>
                  <a:pt x="3391169" y="935756"/>
                </a:cubicBezTo>
                <a:cubicBezTo>
                  <a:pt x="3494479" y="900132"/>
                  <a:pt x="3578886" y="856508"/>
                  <a:pt x="3642290" y="806216"/>
                </a:cubicBezTo>
                <a:cubicBezTo>
                  <a:pt x="3720133" y="744303"/>
                  <a:pt x="3773953" y="668103"/>
                  <a:pt x="3825937" y="594475"/>
                </a:cubicBezTo>
                <a:cubicBezTo>
                  <a:pt x="3837621" y="577902"/>
                  <a:pt x="3849435" y="561233"/>
                  <a:pt x="3861381" y="544755"/>
                </a:cubicBezTo>
                <a:cubicBezTo>
                  <a:pt x="3889997" y="505416"/>
                  <a:pt x="3920715" y="465983"/>
                  <a:pt x="3950381" y="427978"/>
                </a:cubicBezTo>
                <a:cubicBezTo>
                  <a:pt x="4007353" y="354921"/>
                  <a:pt x="4066163" y="279388"/>
                  <a:pt x="4112370" y="201378"/>
                </a:cubicBezTo>
                <a:cubicBezTo>
                  <a:pt x="4144662" y="146800"/>
                  <a:pt x="4170785" y="89364"/>
                  <a:pt x="4195989" y="33834"/>
                </a:cubicBezTo>
                <a:close/>
              </a:path>
            </a:pathLst>
          </a:cu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a:p>
        </p:txBody>
      </p:sp>
      <p:grpSp>
        <p:nvGrpSpPr>
          <p:cNvPr id="485" name="Graphic 141">
            <a:extLst>
              <a:ext uri="{FF2B5EF4-FFF2-40B4-BE49-F238E27FC236}">
                <a16:creationId xmlns:a16="http://schemas.microsoft.com/office/drawing/2014/main" id="{03E9870D-4BBA-43AF-8D44-BBADF020CFF6}"/>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10849" y="15178"/>
            <a:ext cx="2198951" cy="3331254"/>
            <a:chOff x="4473129" y="923925"/>
            <a:chExt cx="3308947" cy="5012817"/>
          </a:xfrm>
          <a:noFill/>
        </p:grpSpPr>
        <p:sp>
          <p:nvSpPr>
            <p:cNvPr id="486" name="Freeform: Shape 485">
              <a:extLst>
                <a:ext uri="{FF2B5EF4-FFF2-40B4-BE49-F238E27FC236}">
                  <a16:creationId xmlns:a16="http://schemas.microsoft.com/office/drawing/2014/main" id="{34BC5055-C77D-43CD-BB1D-A77B6779CDAD}"/>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4485988" y="924020"/>
              <a:ext cx="3296088" cy="5012722"/>
            </a:xfrm>
            <a:custGeom>
              <a:avLst/>
              <a:gdLst>
                <a:gd name="connsiteX0" fmla="*/ 0 w 3296088"/>
                <a:gd name="connsiteY0" fmla="*/ 5012722 h 5012722"/>
                <a:gd name="connsiteX1" fmla="*/ 244031 w 3296088"/>
                <a:gd name="connsiteY1" fmla="*/ 4820222 h 5012722"/>
                <a:gd name="connsiteX2" fmla="*/ 729234 w 3296088"/>
                <a:gd name="connsiteY2" fmla="*/ 4360641 h 5012722"/>
                <a:gd name="connsiteX3" fmla="*/ 881444 w 3296088"/>
                <a:gd name="connsiteY3" fmla="*/ 4173950 h 5012722"/>
                <a:gd name="connsiteX4" fmla="*/ 1151287 w 3296088"/>
                <a:gd name="connsiteY4" fmla="*/ 3972877 h 5012722"/>
                <a:gd name="connsiteX5" fmla="*/ 1498664 w 3296088"/>
                <a:gd name="connsiteY5" fmla="*/ 3786188 h 5012722"/>
                <a:gd name="connsiteX6" fmla="*/ 1716881 w 3296088"/>
                <a:gd name="connsiteY6" fmla="*/ 3674174 h 5012722"/>
                <a:gd name="connsiteX7" fmla="*/ 1913573 w 3296088"/>
                <a:gd name="connsiteY7" fmla="*/ 3477387 h 5012722"/>
                <a:gd name="connsiteX8" fmla="*/ 2167700 w 3296088"/>
                <a:gd name="connsiteY8" fmla="*/ 3042190 h 5012722"/>
                <a:gd name="connsiteX9" fmla="*/ 2273903 w 3296088"/>
                <a:gd name="connsiteY9" fmla="*/ 2775014 h 5012722"/>
                <a:gd name="connsiteX10" fmla="*/ 2463356 w 3296088"/>
                <a:gd name="connsiteY10" fmla="*/ 2335530 h 5012722"/>
                <a:gd name="connsiteX11" fmla="*/ 2741866 w 3296088"/>
                <a:gd name="connsiteY11" fmla="*/ 1982248 h 5012722"/>
                <a:gd name="connsiteX12" fmla="*/ 2985897 w 3296088"/>
                <a:gd name="connsiteY12" fmla="*/ 1634681 h 5012722"/>
                <a:gd name="connsiteX13" fmla="*/ 3212687 w 3296088"/>
                <a:gd name="connsiteY13" fmla="*/ 1226820 h 5012722"/>
                <a:gd name="connsiteX14" fmla="*/ 3281553 w 3296088"/>
                <a:gd name="connsiteY14" fmla="*/ 959644 h 5012722"/>
                <a:gd name="connsiteX15" fmla="*/ 3295936 w 3296088"/>
                <a:gd name="connsiteY15" fmla="*/ 701135 h 5012722"/>
                <a:gd name="connsiteX16" fmla="*/ 3267266 w 3296088"/>
                <a:gd name="connsiteY16" fmla="*/ 436817 h 5012722"/>
                <a:gd name="connsiteX17" fmla="*/ 3105341 w 3296088"/>
                <a:gd name="connsiteY17" fmla="*/ 0 h 501272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Lst>
              <a:rect l="l" t="t" r="r" b="b"/>
              <a:pathLst>
                <a:path w="3296088" h="5012722">
                  <a:moveTo>
                    <a:pt x="0" y="5012722"/>
                  </a:moveTo>
                  <a:cubicBezTo>
                    <a:pt x="81820" y="4949095"/>
                    <a:pt x="163544" y="4885468"/>
                    <a:pt x="244031" y="4820222"/>
                  </a:cubicBezTo>
                  <a:cubicBezTo>
                    <a:pt x="417671" y="4679633"/>
                    <a:pt x="589883" y="4535139"/>
                    <a:pt x="729234" y="4360641"/>
                  </a:cubicBezTo>
                  <a:cubicBezTo>
                    <a:pt x="779431" y="4297776"/>
                    <a:pt x="825818" y="4231958"/>
                    <a:pt x="881444" y="4173950"/>
                  </a:cubicBezTo>
                  <a:cubicBezTo>
                    <a:pt x="959358" y="4092607"/>
                    <a:pt x="1054799" y="4031075"/>
                    <a:pt x="1151287" y="3972877"/>
                  </a:cubicBezTo>
                  <a:cubicBezTo>
                    <a:pt x="1263968" y="3904964"/>
                    <a:pt x="1379315" y="3841337"/>
                    <a:pt x="1498664" y="3786188"/>
                  </a:cubicBezTo>
                  <a:cubicBezTo>
                    <a:pt x="1573149" y="3751802"/>
                    <a:pt x="1649159" y="3720179"/>
                    <a:pt x="1716881" y="3674174"/>
                  </a:cubicBezTo>
                  <a:cubicBezTo>
                    <a:pt x="1794034" y="3621691"/>
                    <a:pt x="1856708" y="3551492"/>
                    <a:pt x="1913573" y="3477387"/>
                  </a:cubicBezTo>
                  <a:cubicBezTo>
                    <a:pt x="2016157" y="3343751"/>
                    <a:pt x="2099024" y="3196114"/>
                    <a:pt x="2167700" y="3042190"/>
                  </a:cubicBezTo>
                  <a:cubicBezTo>
                    <a:pt x="2206752" y="2954655"/>
                    <a:pt x="2241233" y="2865215"/>
                    <a:pt x="2273903" y="2775014"/>
                  </a:cubicBezTo>
                  <a:cubicBezTo>
                    <a:pt x="2328482" y="2624423"/>
                    <a:pt x="2379440" y="2471642"/>
                    <a:pt x="2463356" y="2335530"/>
                  </a:cubicBezTo>
                  <a:cubicBezTo>
                    <a:pt x="2542127" y="2207705"/>
                    <a:pt x="2647855" y="2099501"/>
                    <a:pt x="2741866" y="1982248"/>
                  </a:cubicBezTo>
                  <a:cubicBezTo>
                    <a:pt x="2830449" y="1871758"/>
                    <a:pt x="2908554" y="1753362"/>
                    <a:pt x="2985897" y="1634681"/>
                  </a:cubicBezTo>
                  <a:cubicBezTo>
                    <a:pt x="3071146" y="1503902"/>
                    <a:pt x="3156395" y="1372172"/>
                    <a:pt x="3212687" y="1226820"/>
                  </a:cubicBezTo>
                  <a:cubicBezTo>
                    <a:pt x="3246025" y="1140809"/>
                    <a:pt x="3268790" y="1051084"/>
                    <a:pt x="3281553" y="959644"/>
                  </a:cubicBezTo>
                  <a:cubicBezTo>
                    <a:pt x="3293555" y="874014"/>
                    <a:pt x="3296888" y="787527"/>
                    <a:pt x="3295936" y="701135"/>
                  </a:cubicBezTo>
                  <a:cubicBezTo>
                    <a:pt x="3294888" y="612172"/>
                    <a:pt x="3289268" y="523018"/>
                    <a:pt x="3267266" y="436817"/>
                  </a:cubicBezTo>
                  <a:cubicBezTo>
                    <a:pt x="3227832" y="282416"/>
                    <a:pt x="3105341" y="0"/>
                    <a:pt x="3105341" y="0"/>
                  </a:cubicBezTo>
                </a:path>
              </a:pathLst>
            </a:custGeom>
            <a:noFill/>
            <a:ln w="9525" cap="rnd">
              <a:solidFill>
                <a:schemeClr val="accent2">
                  <a:alpha val="75000"/>
                </a:schemeClr>
              </a:solidFill>
              <a:prstDash val="lgDash"/>
              <a:round/>
            </a:ln>
          </p:spPr>
          <p:txBody>
            <a:bodyPr rtlCol="0" anchor="ctr"/>
            <a:lstStyle/>
            <a:p>
              <a:endParaRPr lang="en-US"/>
            </a:p>
          </p:txBody>
        </p:sp>
        <p:sp>
          <p:nvSpPr>
            <p:cNvPr id="487" name="Freeform: Shape 486">
              <a:extLst>
                <a:ext uri="{FF2B5EF4-FFF2-40B4-BE49-F238E27FC236}">
                  <a16:creationId xmlns:a16="http://schemas.microsoft.com/office/drawing/2014/main" id="{DB12D0B8-9385-489A-85AE-3D14AD0BA2FC}"/>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4473129" y="923925"/>
              <a:ext cx="2977477" cy="4627149"/>
            </a:xfrm>
            <a:custGeom>
              <a:avLst/>
              <a:gdLst>
                <a:gd name="connsiteX0" fmla="*/ 0 w 2977477"/>
                <a:gd name="connsiteY0" fmla="*/ 4627150 h 4627149"/>
                <a:gd name="connsiteX1" fmla="*/ 275082 w 2977477"/>
                <a:gd name="connsiteY1" fmla="*/ 4341590 h 4627149"/>
                <a:gd name="connsiteX2" fmla="*/ 502825 w 2977477"/>
                <a:gd name="connsiteY2" fmla="*/ 4054126 h 4627149"/>
                <a:gd name="connsiteX3" fmla="*/ 666179 w 2977477"/>
                <a:gd name="connsiteY3" fmla="*/ 3890677 h 4627149"/>
                <a:gd name="connsiteX4" fmla="*/ 864203 w 2977477"/>
                <a:gd name="connsiteY4" fmla="*/ 3675983 h 4627149"/>
                <a:gd name="connsiteX5" fmla="*/ 982599 w 2977477"/>
                <a:gd name="connsiteY5" fmla="*/ 3557492 h 4627149"/>
                <a:gd name="connsiteX6" fmla="*/ 1188244 w 2977477"/>
                <a:gd name="connsiteY6" fmla="*/ 3329654 h 4627149"/>
                <a:gd name="connsiteX7" fmla="*/ 1344740 w 2977477"/>
                <a:gd name="connsiteY7" fmla="*/ 3146774 h 4627149"/>
                <a:gd name="connsiteX8" fmla="*/ 1470755 w 2977477"/>
                <a:gd name="connsiteY8" fmla="*/ 2984659 h 4627149"/>
                <a:gd name="connsiteX9" fmla="*/ 1657636 w 2977477"/>
                <a:gd name="connsiteY9" fmla="*/ 2670239 h 4627149"/>
                <a:gd name="connsiteX10" fmla="*/ 1762887 w 2977477"/>
                <a:gd name="connsiteY10" fmla="*/ 2473547 h 4627149"/>
                <a:gd name="connsiteX11" fmla="*/ 1866710 w 2977477"/>
                <a:gd name="connsiteY11" fmla="*/ 2290667 h 4627149"/>
                <a:gd name="connsiteX12" fmla="*/ 2106263 w 2977477"/>
                <a:gd name="connsiteY12" fmla="*/ 2030254 h 4627149"/>
                <a:gd name="connsiteX13" fmla="*/ 2277237 w 2977477"/>
                <a:gd name="connsiteY13" fmla="*/ 1859185 h 4627149"/>
                <a:gd name="connsiteX14" fmla="*/ 2499455 w 2977477"/>
                <a:gd name="connsiteY14" fmla="*/ 1656207 h 4627149"/>
                <a:gd name="connsiteX15" fmla="*/ 2707100 w 2977477"/>
                <a:gd name="connsiteY15" fmla="*/ 1390269 h 4627149"/>
                <a:gd name="connsiteX16" fmla="*/ 2812352 w 2977477"/>
                <a:gd name="connsiteY16" fmla="*/ 1230916 h 4627149"/>
                <a:gd name="connsiteX17" fmla="*/ 2898172 w 2977477"/>
                <a:gd name="connsiteY17" fmla="*/ 1036987 h 4627149"/>
                <a:gd name="connsiteX18" fmla="*/ 2963228 w 2977477"/>
                <a:gd name="connsiteY18" fmla="*/ 850011 h 4627149"/>
                <a:gd name="connsiteX19" fmla="*/ 2977325 w 2977477"/>
                <a:gd name="connsiteY19" fmla="*/ 745427 h 4627149"/>
                <a:gd name="connsiteX20" fmla="*/ 2929509 w 2977477"/>
                <a:gd name="connsiteY20" fmla="*/ 480155 h 4627149"/>
                <a:gd name="connsiteX21" fmla="*/ 2563082 w 2977477"/>
                <a:gd name="connsiteY21" fmla="*/ 0 h 462714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Lst>
              <a:rect l="l" t="t" r="r" b="b"/>
              <a:pathLst>
                <a:path w="2977477" h="4627149">
                  <a:moveTo>
                    <a:pt x="0" y="4627150"/>
                  </a:moveTo>
                  <a:cubicBezTo>
                    <a:pt x="79820" y="4552283"/>
                    <a:pt x="203835" y="4424648"/>
                    <a:pt x="275082" y="4341590"/>
                  </a:cubicBezTo>
                  <a:cubicBezTo>
                    <a:pt x="354711" y="4248722"/>
                    <a:pt x="421005" y="4145090"/>
                    <a:pt x="502825" y="4054126"/>
                  </a:cubicBezTo>
                  <a:cubicBezTo>
                    <a:pt x="554355" y="3996881"/>
                    <a:pt x="612362" y="3945827"/>
                    <a:pt x="666179" y="3890677"/>
                  </a:cubicBezTo>
                  <a:cubicBezTo>
                    <a:pt x="734187" y="3821049"/>
                    <a:pt x="796671" y="3746183"/>
                    <a:pt x="864203" y="3675983"/>
                  </a:cubicBezTo>
                  <a:cubicBezTo>
                    <a:pt x="902875" y="3635788"/>
                    <a:pt x="943642" y="3597593"/>
                    <a:pt x="982599" y="3557492"/>
                  </a:cubicBezTo>
                  <a:cubicBezTo>
                    <a:pt x="1053941" y="3484150"/>
                    <a:pt x="1121378" y="3407093"/>
                    <a:pt x="1188244" y="3329654"/>
                  </a:cubicBezTo>
                  <a:cubicBezTo>
                    <a:pt x="1240631" y="3268885"/>
                    <a:pt x="1293495" y="3208496"/>
                    <a:pt x="1344740" y="3146774"/>
                  </a:cubicBezTo>
                  <a:cubicBezTo>
                    <a:pt x="1388459" y="3094101"/>
                    <a:pt x="1431512" y="3040761"/>
                    <a:pt x="1470755" y="2984659"/>
                  </a:cubicBezTo>
                  <a:cubicBezTo>
                    <a:pt x="1540764" y="2884646"/>
                    <a:pt x="1598771" y="2777109"/>
                    <a:pt x="1657636" y="2670239"/>
                  </a:cubicBezTo>
                  <a:cubicBezTo>
                    <a:pt x="1693545" y="2605088"/>
                    <a:pt x="1728502" y="2539460"/>
                    <a:pt x="1762887" y="2473547"/>
                  </a:cubicBezTo>
                  <a:cubicBezTo>
                    <a:pt x="1795367" y="2411349"/>
                    <a:pt x="1826419" y="2348103"/>
                    <a:pt x="1866710" y="2290667"/>
                  </a:cubicBezTo>
                  <a:cubicBezTo>
                    <a:pt x="1934623" y="2193893"/>
                    <a:pt x="2022729" y="2114169"/>
                    <a:pt x="2106263" y="2030254"/>
                  </a:cubicBezTo>
                  <a:cubicBezTo>
                    <a:pt x="2163128" y="1973104"/>
                    <a:pt x="2218182" y="1914049"/>
                    <a:pt x="2277237" y="1859185"/>
                  </a:cubicBezTo>
                  <a:cubicBezTo>
                    <a:pt x="2350770" y="1790891"/>
                    <a:pt x="2430304" y="1728978"/>
                    <a:pt x="2499455" y="1656207"/>
                  </a:cubicBezTo>
                  <a:cubicBezTo>
                    <a:pt x="2576989" y="1574578"/>
                    <a:pt x="2641568" y="1481900"/>
                    <a:pt x="2707100" y="1390269"/>
                  </a:cubicBezTo>
                  <a:cubicBezTo>
                    <a:pt x="2744153" y="1338453"/>
                    <a:pt x="2781586" y="1286732"/>
                    <a:pt x="2812352" y="1230916"/>
                  </a:cubicBezTo>
                  <a:cubicBezTo>
                    <a:pt x="2846546" y="1168908"/>
                    <a:pt x="2872550" y="1102900"/>
                    <a:pt x="2898172" y="1036987"/>
                  </a:cubicBezTo>
                  <a:cubicBezTo>
                    <a:pt x="2922175" y="975455"/>
                    <a:pt x="2948273" y="914305"/>
                    <a:pt x="2963228" y="850011"/>
                  </a:cubicBezTo>
                  <a:cubicBezTo>
                    <a:pt x="2971229" y="815626"/>
                    <a:pt x="2976563" y="780764"/>
                    <a:pt x="2977325" y="745427"/>
                  </a:cubicBezTo>
                  <a:cubicBezTo>
                    <a:pt x="2979230" y="654844"/>
                    <a:pt x="2963323" y="564261"/>
                    <a:pt x="2929509" y="480155"/>
                  </a:cubicBezTo>
                  <a:cubicBezTo>
                    <a:pt x="2851309" y="285655"/>
                    <a:pt x="2563082" y="0"/>
                    <a:pt x="2563082" y="0"/>
                  </a:cubicBezTo>
                </a:path>
              </a:pathLst>
            </a:custGeom>
            <a:noFill/>
            <a:ln w="9525" cap="rnd">
              <a:solidFill>
                <a:schemeClr val="accent2">
                  <a:alpha val="75000"/>
                </a:schemeClr>
              </a:solidFill>
              <a:prstDash val="lgDash"/>
              <a:round/>
            </a:ln>
          </p:spPr>
          <p:txBody>
            <a:bodyPr rtlCol="0" anchor="ctr"/>
            <a:lstStyle/>
            <a:p>
              <a:endParaRPr lang="en-US"/>
            </a:p>
          </p:txBody>
        </p:sp>
        <p:sp>
          <p:nvSpPr>
            <p:cNvPr id="488" name="Freeform: Shape 487">
              <a:extLst>
                <a:ext uri="{FF2B5EF4-FFF2-40B4-BE49-F238E27FC236}">
                  <a16:creationId xmlns:a16="http://schemas.microsoft.com/office/drawing/2014/main" id="{D158A14A-147E-4130-A5E2-38FD84B181AF}"/>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4494561" y="923925"/>
              <a:ext cx="2356712" cy="4118991"/>
            </a:xfrm>
            <a:custGeom>
              <a:avLst/>
              <a:gdLst>
                <a:gd name="connsiteX0" fmla="*/ 1707071 w 2356712"/>
                <a:gd name="connsiteY0" fmla="*/ 0 h 4118991"/>
                <a:gd name="connsiteX1" fmla="*/ 1824514 w 2356712"/>
                <a:gd name="connsiteY1" fmla="*/ 244697 h 4118991"/>
                <a:gd name="connsiteX2" fmla="*/ 1908715 w 2356712"/>
                <a:gd name="connsiteY2" fmla="*/ 328994 h 4118991"/>
                <a:gd name="connsiteX3" fmla="*/ 2226469 w 2356712"/>
                <a:gd name="connsiteY3" fmla="*/ 603695 h 4118991"/>
                <a:gd name="connsiteX4" fmla="*/ 2355628 w 2356712"/>
                <a:gd name="connsiteY4" fmla="*/ 900494 h 4118991"/>
                <a:gd name="connsiteX5" fmla="*/ 2281428 w 2356712"/>
                <a:gd name="connsiteY5" fmla="*/ 1206913 h 4118991"/>
                <a:gd name="connsiteX6" fmla="*/ 2092452 w 2356712"/>
                <a:gd name="connsiteY6" fmla="*/ 1460659 h 4118991"/>
                <a:gd name="connsiteX7" fmla="*/ 1834039 w 2356712"/>
                <a:gd name="connsiteY7" fmla="*/ 1625822 h 4118991"/>
                <a:gd name="connsiteX8" fmla="*/ 1558862 w 2356712"/>
                <a:gd name="connsiteY8" fmla="*/ 1743075 h 4118991"/>
                <a:gd name="connsiteX9" fmla="*/ 1386554 w 2356712"/>
                <a:gd name="connsiteY9" fmla="*/ 1869948 h 4118991"/>
                <a:gd name="connsiteX10" fmla="*/ 1271683 w 2356712"/>
                <a:gd name="connsiteY10" fmla="*/ 2073402 h 4118991"/>
                <a:gd name="connsiteX11" fmla="*/ 1178338 w 2356712"/>
                <a:gd name="connsiteY11" fmla="*/ 2355914 h 4118991"/>
                <a:gd name="connsiteX12" fmla="*/ 1113758 w 2356712"/>
                <a:gd name="connsiteY12" fmla="*/ 2578513 h 4118991"/>
                <a:gd name="connsiteX13" fmla="*/ 1034796 w 2356712"/>
                <a:gd name="connsiteY13" fmla="*/ 2834640 h 4118991"/>
                <a:gd name="connsiteX14" fmla="*/ 905637 w 2356712"/>
                <a:gd name="connsiteY14" fmla="*/ 3081242 h 4118991"/>
                <a:gd name="connsiteX15" fmla="*/ 793147 w 2356712"/>
                <a:gd name="connsiteY15" fmla="*/ 3258407 h 4118991"/>
                <a:gd name="connsiteX16" fmla="*/ 546735 w 2356712"/>
                <a:gd name="connsiteY16" fmla="*/ 3571970 h 4118991"/>
                <a:gd name="connsiteX17" fmla="*/ 346996 w 2356712"/>
                <a:gd name="connsiteY17" fmla="*/ 3771900 h 4118991"/>
                <a:gd name="connsiteX18" fmla="*/ 174689 w 2356712"/>
                <a:gd name="connsiteY18" fmla="*/ 3944207 h 4118991"/>
                <a:gd name="connsiteX19" fmla="*/ 0 w 2356712"/>
                <a:gd name="connsiteY19" fmla="*/ 4118991 h 411899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Lst>
              <a:rect l="l" t="t" r="r" b="b"/>
              <a:pathLst>
                <a:path w="2356712" h="4118991">
                  <a:moveTo>
                    <a:pt x="1707071" y="0"/>
                  </a:moveTo>
                  <a:cubicBezTo>
                    <a:pt x="1715357" y="22098"/>
                    <a:pt x="1812608" y="224409"/>
                    <a:pt x="1824514" y="244697"/>
                  </a:cubicBezTo>
                  <a:cubicBezTo>
                    <a:pt x="1844802" y="279273"/>
                    <a:pt x="1876996" y="304324"/>
                    <a:pt x="1908715" y="328994"/>
                  </a:cubicBezTo>
                  <a:cubicBezTo>
                    <a:pt x="2019967" y="415195"/>
                    <a:pt x="2137886" y="494633"/>
                    <a:pt x="2226469" y="603695"/>
                  </a:cubicBezTo>
                  <a:cubicBezTo>
                    <a:pt x="2296287" y="689610"/>
                    <a:pt x="2347817" y="790480"/>
                    <a:pt x="2355628" y="900494"/>
                  </a:cubicBezTo>
                  <a:cubicBezTo>
                    <a:pt x="2363248" y="1007078"/>
                    <a:pt x="2329910" y="1111187"/>
                    <a:pt x="2281428" y="1206913"/>
                  </a:cubicBezTo>
                  <a:cubicBezTo>
                    <a:pt x="2233422" y="1301877"/>
                    <a:pt x="2170938" y="1388936"/>
                    <a:pt x="2092452" y="1460659"/>
                  </a:cubicBezTo>
                  <a:cubicBezTo>
                    <a:pt x="2016538" y="1530001"/>
                    <a:pt x="1927765" y="1583436"/>
                    <a:pt x="1834039" y="1625822"/>
                  </a:cubicBezTo>
                  <a:cubicBezTo>
                    <a:pt x="1743075" y="1666970"/>
                    <a:pt x="1647730" y="1697736"/>
                    <a:pt x="1558862" y="1743075"/>
                  </a:cubicBezTo>
                  <a:cubicBezTo>
                    <a:pt x="1494758" y="1775841"/>
                    <a:pt x="1434275" y="1816132"/>
                    <a:pt x="1386554" y="1869948"/>
                  </a:cubicBezTo>
                  <a:cubicBezTo>
                    <a:pt x="1334548" y="1928622"/>
                    <a:pt x="1300544" y="2000345"/>
                    <a:pt x="1271683" y="2073402"/>
                  </a:cubicBezTo>
                  <a:cubicBezTo>
                    <a:pt x="1235202" y="2165699"/>
                    <a:pt x="1206722" y="2260759"/>
                    <a:pt x="1178338" y="2355914"/>
                  </a:cubicBezTo>
                  <a:cubicBezTo>
                    <a:pt x="1156240" y="2429923"/>
                    <a:pt x="1134237" y="2504028"/>
                    <a:pt x="1113758" y="2578513"/>
                  </a:cubicBezTo>
                  <a:cubicBezTo>
                    <a:pt x="1090041" y="2664714"/>
                    <a:pt x="1068134" y="2751678"/>
                    <a:pt x="1034796" y="2834640"/>
                  </a:cubicBezTo>
                  <a:cubicBezTo>
                    <a:pt x="1000125" y="2920841"/>
                    <a:pt x="953643" y="3001613"/>
                    <a:pt x="905637" y="3081242"/>
                  </a:cubicBezTo>
                  <a:cubicBezTo>
                    <a:pt x="869442" y="3141155"/>
                    <a:pt x="832295" y="3200400"/>
                    <a:pt x="793147" y="3258407"/>
                  </a:cubicBezTo>
                  <a:cubicBezTo>
                    <a:pt x="718661" y="3368802"/>
                    <a:pt x="637223" y="3474434"/>
                    <a:pt x="546735" y="3571970"/>
                  </a:cubicBezTo>
                  <a:cubicBezTo>
                    <a:pt x="482632" y="3641027"/>
                    <a:pt x="414147" y="3705797"/>
                    <a:pt x="346996" y="3771900"/>
                  </a:cubicBezTo>
                  <a:cubicBezTo>
                    <a:pt x="288989" y="3828764"/>
                    <a:pt x="232029" y="3886676"/>
                    <a:pt x="174689" y="3944207"/>
                  </a:cubicBezTo>
                  <a:cubicBezTo>
                    <a:pt x="116586" y="4002596"/>
                    <a:pt x="58293" y="4060698"/>
                    <a:pt x="0" y="4118991"/>
                  </a:cubicBezTo>
                </a:path>
              </a:pathLst>
            </a:custGeom>
            <a:noFill/>
            <a:ln w="9525" cap="rnd">
              <a:solidFill>
                <a:schemeClr val="accent2">
                  <a:alpha val="75000"/>
                </a:schemeClr>
              </a:solidFill>
              <a:prstDash val="lgDash"/>
              <a:round/>
            </a:ln>
          </p:spPr>
          <p:txBody>
            <a:bodyPr rtlCol="0" anchor="ctr"/>
            <a:lstStyle/>
            <a:p>
              <a:endParaRPr lang="en-US"/>
            </a:p>
          </p:txBody>
        </p:sp>
        <p:sp>
          <p:nvSpPr>
            <p:cNvPr id="489" name="Freeform: Shape 488">
              <a:extLst>
                <a:ext uri="{FF2B5EF4-FFF2-40B4-BE49-F238E27FC236}">
                  <a16:creationId xmlns:a16="http://schemas.microsoft.com/office/drawing/2014/main" id="{75B8B1EB-5E2B-472C-AE60-2EC5961F16F9}"/>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4473129" y="923925"/>
              <a:ext cx="2059193" cy="3980116"/>
            </a:xfrm>
            <a:custGeom>
              <a:avLst/>
              <a:gdLst>
                <a:gd name="connsiteX0" fmla="*/ 0 w 2059193"/>
                <a:gd name="connsiteY0" fmla="*/ 3980116 h 3980116"/>
                <a:gd name="connsiteX1" fmla="*/ 471583 w 2059193"/>
                <a:gd name="connsiteY1" fmla="*/ 3515678 h 3980116"/>
                <a:gd name="connsiteX2" fmla="*/ 758666 w 2059193"/>
                <a:gd name="connsiteY2" fmla="*/ 3163824 h 3980116"/>
                <a:gd name="connsiteX3" fmla="*/ 940499 w 2059193"/>
                <a:gd name="connsiteY3" fmla="*/ 2780824 h 3980116"/>
                <a:gd name="connsiteX4" fmla="*/ 1055370 w 2059193"/>
                <a:gd name="connsiteY4" fmla="*/ 2242185 h 3980116"/>
                <a:gd name="connsiteX5" fmla="*/ 1136714 w 2059193"/>
                <a:gd name="connsiteY5" fmla="*/ 1878330 h 3980116"/>
                <a:gd name="connsiteX6" fmla="*/ 1246727 w 2059193"/>
                <a:gd name="connsiteY6" fmla="*/ 1562386 h 3980116"/>
                <a:gd name="connsiteX7" fmla="*/ 1378363 w 2059193"/>
                <a:gd name="connsiteY7" fmla="*/ 1430750 h 3980116"/>
                <a:gd name="connsiteX8" fmla="*/ 1691831 w 2059193"/>
                <a:gd name="connsiteY8" fmla="*/ 1394841 h 3980116"/>
                <a:gd name="connsiteX9" fmla="*/ 1914335 w 2059193"/>
                <a:gd name="connsiteY9" fmla="*/ 1323023 h 3980116"/>
                <a:gd name="connsiteX10" fmla="*/ 2055495 w 2059193"/>
                <a:gd name="connsiteY10" fmla="*/ 1098042 h 3980116"/>
                <a:gd name="connsiteX11" fmla="*/ 2033969 w 2059193"/>
                <a:gd name="connsiteY11" fmla="*/ 930497 h 3980116"/>
                <a:gd name="connsiteX12" fmla="*/ 1885664 w 2059193"/>
                <a:gd name="connsiteY12" fmla="*/ 760571 h 3980116"/>
                <a:gd name="connsiteX13" fmla="*/ 1636871 w 2059193"/>
                <a:gd name="connsiteY13" fmla="*/ 612172 h 3980116"/>
                <a:gd name="connsiteX14" fmla="*/ 1335405 w 2059193"/>
                <a:gd name="connsiteY14" fmla="*/ 459010 h 3980116"/>
                <a:gd name="connsiteX15" fmla="*/ 1234916 w 2059193"/>
                <a:gd name="connsiteY15" fmla="*/ 269939 h 3980116"/>
                <a:gd name="connsiteX16" fmla="*/ 1386935 w 2059193"/>
                <a:gd name="connsiteY16" fmla="*/ 0 h 398011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Lst>
              <a:rect l="l" t="t" r="r" b="b"/>
              <a:pathLst>
                <a:path w="2059193" h="3980116">
                  <a:moveTo>
                    <a:pt x="0" y="3980116"/>
                  </a:moveTo>
                  <a:cubicBezTo>
                    <a:pt x="91345" y="3889534"/>
                    <a:pt x="382715" y="3608737"/>
                    <a:pt x="471583" y="3515678"/>
                  </a:cubicBezTo>
                  <a:cubicBezTo>
                    <a:pt x="576358" y="3405949"/>
                    <a:pt x="675989" y="3290983"/>
                    <a:pt x="758666" y="3163824"/>
                  </a:cubicBezTo>
                  <a:cubicBezTo>
                    <a:pt x="836105" y="3044857"/>
                    <a:pt x="897445" y="2916079"/>
                    <a:pt x="940499" y="2780824"/>
                  </a:cubicBezTo>
                  <a:cubicBezTo>
                    <a:pt x="996315" y="2605754"/>
                    <a:pt x="1020985" y="2422874"/>
                    <a:pt x="1055370" y="2242185"/>
                  </a:cubicBezTo>
                  <a:cubicBezTo>
                    <a:pt x="1078611" y="2120075"/>
                    <a:pt x="1107472" y="1999107"/>
                    <a:pt x="1136714" y="1878330"/>
                  </a:cubicBezTo>
                  <a:cubicBezTo>
                    <a:pt x="1163098" y="1769174"/>
                    <a:pt x="1189482" y="1658588"/>
                    <a:pt x="1246727" y="1562386"/>
                  </a:cubicBezTo>
                  <a:cubicBezTo>
                    <a:pt x="1279208" y="1507808"/>
                    <a:pt x="1321689" y="1459039"/>
                    <a:pt x="1378363" y="1430750"/>
                  </a:cubicBezTo>
                  <a:cubicBezTo>
                    <a:pt x="1473327" y="1383221"/>
                    <a:pt x="1584865" y="1402652"/>
                    <a:pt x="1691831" y="1394841"/>
                  </a:cubicBezTo>
                  <a:cubicBezTo>
                    <a:pt x="1771079" y="1389031"/>
                    <a:pt x="1849279" y="1368266"/>
                    <a:pt x="1914335" y="1323023"/>
                  </a:cubicBezTo>
                  <a:cubicBezTo>
                    <a:pt x="1989963" y="1270445"/>
                    <a:pt x="2041493" y="1189101"/>
                    <a:pt x="2055495" y="1098042"/>
                  </a:cubicBezTo>
                  <a:cubicBezTo>
                    <a:pt x="2064258" y="1041178"/>
                    <a:pt x="2057591" y="982980"/>
                    <a:pt x="2033969" y="930497"/>
                  </a:cubicBezTo>
                  <a:cubicBezTo>
                    <a:pt x="2002727" y="861060"/>
                    <a:pt x="1945958" y="807625"/>
                    <a:pt x="1885664" y="760571"/>
                  </a:cubicBezTo>
                  <a:cubicBezTo>
                    <a:pt x="1809179" y="700945"/>
                    <a:pt x="1725549" y="651415"/>
                    <a:pt x="1636871" y="612172"/>
                  </a:cubicBezTo>
                  <a:cubicBezTo>
                    <a:pt x="1532763" y="566071"/>
                    <a:pt x="1421606" y="532543"/>
                    <a:pt x="1335405" y="459010"/>
                  </a:cubicBezTo>
                  <a:cubicBezTo>
                    <a:pt x="1277969" y="409956"/>
                    <a:pt x="1232059" y="344615"/>
                    <a:pt x="1234916" y="269939"/>
                  </a:cubicBezTo>
                  <a:cubicBezTo>
                    <a:pt x="1237012" y="211741"/>
                    <a:pt x="1386935" y="0"/>
                    <a:pt x="1386935" y="0"/>
                  </a:cubicBezTo>
                </a:path>
              </a:pathLst>
            </a:custGeom>
            <a:noFill/>
            <a:ln w="9525" cap="rnd">
              <a:solidFill>
                <a:schemeClr val="accent2">
                  <a:alpha val="75000"/>
                </a:schemeClr>
              </a:solidFill>
              <a:prstDash val="lgDash"/>
              <a:round/>
            </a:ln>
          </p:spPr>
          <p:txBody>
            <a:bodyPr rtlCol="0" anchor="ctr"/>
            <a:lstStyle/>
            <a:p>
              <a:endParaRPr lang="en-US"/>
            </a:p>
          </p:txBody>
        </p:sp>
        <p:sp>
          <p:nvSpPr>
            <p:cNvPr id="490" name="Freeform: Shape 489">
              <a:extLst>
                <a:ext uri="{FF2B5EF4-FFF2-40B4-BE49-F238E27FC236}">
                  <a16:creationId xmlns:a16="http://schemas.microsoft.com/office/drawing/2014/main" id="{B4F5BD77-58D7-4B61-A666-1B4139A63A28}"/>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4485131" y="1719357"/>
              <a:ext cx="743796" cy="2867501"/>
            </a:xfrm>
            <a:custGeom>
              <a:avLst/>
              <a:gdLst>
                <a:gd name="connsiteX0" fmla="*/ 11144 w 743796"/>
                <a:gd name="connsiteY0" fmla="*/ 0 h 2867501"/>
                <a:gd name="connsiteX1" fmla="*/ 353663 w 743796"/>
                <a:gd name="connsiteY1" fmla="*/ 55245 h 2867501"/>
                <a:gd name="connsiteX2" fmla="*/ 571405 w 743796"/>
                <a:gd name="connsiteY2" fmla="*/ 179737 h 2867501"/>
                <a:gd name="connsiteX3" fmla="*/ 688658 w 743796"/>
                <a:gd name="connsiteY3" fmla="*/ 368808 h 2867501"/>
                <a:gd name="connsiteX4" fmla="*/ 731711 w 743796"/>
                <a:gd name="connsiteY4" fmla="*/ 612934 h 2867501"/>
                <a:gd name="connsiteX5" fmla="*/ 725233 w 743796"/>
                <a:gd name="connsiteY5" fmla="*/ 995648 h 2867501"/>
                <a:gd name="connsiteX6" fmla="*/ 742855 w 743796"/>
                <a:gd name="connsiteY6" fmla="*/ 1499330 h 2867501"/>
                <a:gd name="connsiteX7" fmla="*/ 707898 w 743796"/>
                <a:gd name="connsiteY7" fmla="*/ 1793081 h 2867501"/>
                <a:gd name="connsiteX8" fmla="*/ 633222 w 743796"/>
                <a:gd name="connsiteY8" fmla="*/ 2073592 h 2867501"/>
                <a:gd name="connsiteX9" fmla="*/ 404527 w 743796"/>
                <a:gd name="connsiteY9" fmla="*/ 2472404 h 2867501"/>
                <a:gd name="connsiteX10" fmla="*/ 0 w 743796"/>
                <a:gd name="connsiteY10" fmla="*/ 2867501 h 286750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743796" h="2867501">
                  <a:moveTo>
                    <a:pt x="11144" y="0"/>
                  </a:moveTo>
                  <a:cubicBezTo>
                    <a:pt x="101060" y="2953"/>
                    <a:pt x="268796" y="25146"/>
                    <a:pt x="353663" y="55245"/>
                  </a:cubicBezTo>
                  <a:cubicBezTo>
                    <a:pt x="433483" y="83534"/>
                    <a:pt x="510635" y="120967"/>
                    <a:pt x="571405" y="179737"/>
                  </a:cubicBezTo>
                  <a:cubicBezTo>
                    <a:pt x="625412" y="231934"/>
                    <a:pt x="663607" y="297942"/>
                    <a:pt x="688658" y="368808"/>
                  </a:cubicBezTo>
                  <a:cubicBezTo>
                    <a:pt x="716375" y="447103"/>
                    <a:pt x="727996" y="529876"/>
                    <a:pt x="731711" y="612934"/>
                  </a:cubicBezTo>
                  <a:cubicBezTo>
                    <a:pt x="737426" y="740474"/>
                    <a:pt x="724948" y="867918"/>
                    <a:pt x="725233" y="995648"/>
                  </a:cubicBezTo>
                  <a:cubicBezTo>
                    <a:pt x="725710" y="1163765"/>
                    <a:pt x="748665" y="1331309"/>
                    <a:pt x="742855" y="1499330"/>
                  </a:cubicBezTo>
                  <a:cubicBezTo>
                    <a:pt x="739426" y="1598009"/>
                    <a:pt x="725996" y="1696022"/>
                    <a:pt x="707898" y="1793081"/>
                  </a:cubicBezTo>
                  <a:cubicBezTo>
                    <a:pt x="690086" y="1888426"/>
                    <a:pt x="666845" y="1982724"/>
                    <a:pt x="633222" y="2073592"/>
                  </a:cubicBezTo>
                  <a:cubicBezTo>
                    <a:pt x="579692" y="2218182"/>
                    <a:pt x="499682" y="2351056"/>
                    <a:pt x="404527" y="2472404"/>
                  </a:cubicBezTo>
                  <a:cubicBezTo>
                    <a:pt x="266033" y="2648902"/>
                    <a:pt x="179642" y="2732818"/>
                    <a:pt x="0" y="2867501"/>
                  </a:cubicBezTo>
                </a:path>
              </a:pathLst>
            </a:custGeom>
            <a:noFill/>
            <a:ln w="9525" cap="rnd">
              <a:solidFill>
                <a:schemeClr val="accent2">
                  <a:alpha val="75000"/>
                </a:schemeClr>
              </a:solidFill>
              <a:prstDash val="lgDash"/>
              <a:round/>
            </a:ln>
          </p:spPr>
          <p:txBody>
            <a:bodyPr rtlCol="0" anchor="ctr"/>
            <a:lstStyle/>
            <a:p>
              <a:endParaRPr lang="en-US"/>
            </a:p>
          </p:txBody>
        </p:sp>
        <p:sp>
          <p:nvSpPr>
            <p:cNvPr id="491" name="Freeform: Shape 490">
              <a:extLst>
                <a:ext uri="{FF2B5EF4-FFF2-40B4-BE49-F238E27FC236}">
                  <a16:creationId xmlns:a16="http://schemas.microsoft.com/office/drawing/2014/main" id="{F5CBEC6B-EDB6-40B8-8771-E5AF41B8D698}"/>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4473129" y="1912731"/>
              <a:ext cx="597294" cy="2543540"/>
            </a:xfrm>
            <a:custGeom>
              <a:avLst/>
              <a:gdLst>
                <a:gd name="connsiteX0" fmla="*/ 16478 w 597294"/>
                <a:gd name="connsiteY0" fmla="*/ 2079 h 2543540"/>
                <a:gd name="connsiteX1" fmla="*/ 299847 w 597294"/>
                <a:gd name="connsiteY1" fmla="*/ 53991 h 2543540"/>
                <a:gd name="connsiteX2" fmla="*/ 503206 w 597294"/>
                <a:gd name="connsiteY2" fmla="*/ 291354 h 2543540"/>
                <a:gd name="connsiteX3" fmla="*/ 525113 w 597294"/>
                <a:gd name="connsiteY3" fmla="*/ 724265 h 2543540"/>
                <a:gd name="connsiteX4" fmla="*/ 578930 w 597294"/>
                <a:gd name="connsiteY4" fmla="*/ 1117267 h 2543540"/>
                <a:gd name="connsiteX5" fmla="*/ 592931 w 597294"/>
                <a:gd name="connsiteY5" fmla="*/ 1476359 h 2543540"/>
                <a:gd name="connsiteX6" fmla="*/ 503206 w 597294"/>
                <a:gd name="connsiteY6" fmla="*/ 1859359 h 2543540"/>
                <a:gd name="connsiteX7" fmla="*/ 291846 w 597294"/>
                <a:gd name="connsiteY7" fmla="*/ 2250361 h 2543540"/>
                <a:gd name="connsiteX8" fmla="*/ 0 w 597294"/>
                <a:gd name="connsiteY8" fmla="*/ 2543540 h 254354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597294" h="2543540">
                  <a:moveTo>
                    <a:pt x="16478" y="2079"/>
                  </a:moveTo>
                  <a:cubicBezTo>
                    <a:pt x="101441" y="-6684"/>
                    <a:pt x="224885" y="12557"/>
                    <a:pt x="299847" y="53991"/>
                  </a:cubicBezTo>
                  <a:cubicBezTo>
                    <a:pt x="394240" y="106092"/>
                    <a:pt x="468440" y="189341"/>
                    <a:pt x="503206" y="291354"/>
                  </a:cubicBezTo>
                  <a:cubicBezTo>
                    <a:pt x="550069" y="429085"/>
                    <a:pt x="520827" y="577770"/>
                    <a:pt x="525113" y="724265"/>
                  </a:cubicBezTo>
                  <a:cubicBezTo>
                    <a:pt x="529019" y="856472"/>
                    <a:pt x="561118" y="986012"/>
                    <a:pt x="578930" y="1117267"/>
                  </a:cubicBezTo>
                  <a:cubicBezTo>
                    <a:pt x="595122" y="1236234"/>
                    <a:pt x="602742" y="1356630"/>
                    <a:pt x="592931" y="1476359"/>
                  </a:cubicBezTo>
                  <a:cubicBezTo>
                    <a:pt x="582073" y="1607709"/>
                    <a:pt x="549783" y="1736011"/>
                    <a:pt x="503206" y="1859359"/>
                  </a:cubicBezTo>
                  <a:cubicBezTo>
                    <a:pt x="450628" y="1998710"/>
                    <a:pt x="383857" y="2133298"/>
                    <a:pt x="291846" y="2250361"/>
                  </a:cubicBezTo>
                  <a:cubicBezTo>
                    <a:pt x="231553" y="2327132"/>
                    <a:pt x="73819" y="2479532"/>
                    <a:pt x="0" y="2543540"/>
                  </a:cubicBezTo>
                </a:path>
              </a:pathLst>
            </a:custGeom>
            <a:noFill/>
            <a:ln w="9525" cap="rnd">
              <a:solidFill>
                <a:schemeClr val="accent2">
                  <a:alpha val="75000"/>
                </a:schemeClr>
              </a:solidFill>
              <a:prstDash val="lgDash"/>
              <a:round/>
            </a:ln>
          </p:spPr>
          <p:txBody>
            <a:bodyPr rtlCol="0" anchor="ctr"/>
            <a:lstStyle/>
            <a:p>
              <a:endParaRPr lang="en-US"/>
            </a:p>
          </p:txBody>
        </p:sp>
        <p:sp>
          <p:nvSpPr>
            <p:cNvPr id="492" name="Freeform: Shape 491">
              <a:extLst>
                <a:ext uri="{FF2B5EF4-FFF2-40B4-BE49-F238E27FC236}">
                  <a16:creationId xmlns:a16="http://schemas.microsoft.com/office/drawing/2014/main" id="{91BD0EE8-AA47-4044-9251-9F5A4B820120}"/>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4491417" y="2227197"/>
              <a:ext cx="389425" cy="2011236"/>
            </a:xfrm>
            <a:custGeom>
              <a:avLst/>
              <a:gdLst>
                <a:gd name="connsiteX0" fmla="*/ 0 w 389425"/>
                <a:gd name="connsiteY0" fmla="*/ 33 h 2011236"/>
                <a:gd name="connsiteX1" fmla="*/ 171260 w 389425"/>
                <a:gd name="connsiteY1" fmla="*/ 60326 h 2011236"/>
                <a:gd name="connsiteX2" fmla="*/ 211455 w 389425"/>
                <a:gd name="connsiteY2" fmla="*/ 221204 h 2011236"/>
                <a:gd name="connsiteX3" fmla="*/ 243078 w 389425"/>
                <a:gd name="connsiteY3" fmla="*/ 448089 h 2011236"/>
                <a:gd name="connsiteX4" fmla="*/ 346424 w 389425"/>
                <a:gd name="connsiteY4" fmla="*/ 789941 h 2011236"/>
                <a:gd name="connsiteX5" fmla="*/ 372237 w 389425"/>
                <a:gd name="connsiteY5" fmla="*/ 942151 h 2011236"/>
                <a:gd name="connsiteX6" fmla="*/ 386620 w 389425"/>
                <a:gd name="connsiteY6" fmla="*/ 1272478 h 2011236"/>
                <a:gd name="connsiteX7" fmla="*/ 280416 w 389425"/>
                <a:gd name="connsiteY7" fmla="*/ 1660241 h 2011236"/>
                <a:gd name="connsiteX8" fmla="*/ 151257 w 389425"/>
                <a:gd name="connsiteY8" fmla="*/ 1844073 h 2011236"/>
                <a:gd name="connsiteX9" fmla="*/ 1905 w 389425"/>
                <a:gd name="connsiteY9" fmla="*/ 2011237 h 201123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389425" h="2011236">
                  <a:moveTo>
                    <a:pt x="0" y="33"/>
                  </a:moveTo>
                  <a:cubicBezTo>
                    <a:pt x="57912" y="-824"/>
                    <a:pt x="136112" y="14892"/>
                    <a:pt x="171260" y="60326"/>
                  </a:cubicBezTo>
                  <a:cubicBezTo>
                    <a:pt x="205645" y="104903"/>
                    <a:pt x="207740" y="164244"/>
                    <a:pt x="211455" y="221204"/>
                  </a:cubicBezTo>
                  <a:cubicBezTo>
                    <a:pt x="216408" y="297594"/>
                    <a:pt x="225838" y="373604"/>
                    <a:pt x="243078" y="448089"/>
                  </a:cubicBezTo>
                  <a:cubicBezTo>
                    <a:pt x="269939" y="564199"/>
                    <a:pt x="319183" y="673927"/>
                    <a:pt x="346424" y="789941"/>
                  </a:cubicBezTo>
                  <a:cubicBezTo>
                    <a:pt x="358235" y="840043"/>
                    <a:pt x="365951" y="891097"/>
                    <a:pt x="372237" y="942151"/>
                  </a:cubicBezTo>
                  <a:cubicBezTo>
                    <a:pt x="385858" y="1051784"/>
                    <a:pt x="394049" y="1162274"/>
                    <a:pt x="386620" y="1272478"/>
                  </a:cubicBezTo>
                  <a:cubicBezTo>
                    <a:pt x="377476" y="1407828"/>
                    <a:pt x="344996" y="1541178"/>
                    <a:pt x="280416" y="1660241"/>
                  </a:cubicBezTo>
                  <a:cubicBezTo>
                    <a:pt x="244602" y="1726249"/>
                    <a:pt x="199358" y="1786352"/>
                    <a:pt x="151257" y="1844073"/>
                  </a:cubicBezTo>
                  <a:cubicBezTo>
                    <a:pt x="79534" y="1930084"/>
                    <a:pt x="89345" y="1941419"/>
                    <a:pt x="1905" y="2011237"/>
                  </a:cubicBezTo>
                </a:path>
              </a:pathLst>
            </a:custGeom>
            <a:noFill/>
            <a:ln w="9525" cap="rnd">
              <a:solidFill>
                <a:schemeClr val="accent2">
                  <a:alpha val="75000"/>
                </a:schemeClr>
              </a:solidFill>
              <a:prstDash val="lgDash"/>
              <a:round/>
            </a:ln>
          </p:spPr>
          <p:txBody>
            <a:bodyPr rtlCol="0" anchor="ctr"/>
            <a:lstStyle/>
            <a:p>
              <a:endParaRPr lang="en-US" dirty="0"/>
            </a:p>
          </p:txBody>
        </p:sp>
      </p:grpSp>
      <p:grpSp>
        <p:nvGrpSpPr>
          <p:cNvPr id="494" name="Graphic 157">
            <a:extLst>
              <a:ext uri="{FF2B5EF4-FFF2-40B4-BE49-F238E27FC236}">
                <a16:creationId xmlns:a16="http://schemas.microsoft.com/office/drawing/2014/main" id="{C3279E8D-2BAA-4CB1-834B-09FADD54DE56}"/>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8610600" y="3276600"/>
            <a:ext cx="3529260" cy="3581398"/>
            <a:chOff x="4114800" y="1423987"/>
            <a:chExt cx="3961542" cy="4007547"/>
          </a:xfrm>
          <a:noFill/>
        </p:grpSpPr>
        <p:sp>
          <p:nvSpPr>
            <p:cNvPr id="495" name="Freeform: Shape 494">
              <a:extLst>
                <a:ext uri="{FF2B5EF4-FFF2-40B4-BE49-F238E27FC236}">
                  <a16:creationId xmlns:a16="http://schemas.microsoft.com/office/drawing/2014/main" id="{3456F18E-4F61-486D-9CD6-65B30372C534}"/>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4114800" y="1423987"/>
              <a:ext cx="3946874" cy="3989641"/>
            </a:xfrm>
            <a:custGeom>
              <a:avLst/>
              <a:gdLst>
                <a:gd name="connsiteX0" fmla="*/ 0 w 3946874"/>
                <a:gd name="connsiteY0" fmla="*/ 3989641 h 3989641"/>
                <a:gd name="connsiteX1" fmla="*/ 79439 w 3946874"/>
                <a:gd name="connsiteY1" fmla="*/ 3891153 h 3989641"/>
                <a:gd name="connsiteX2" fmla="*/ 297371 w 3946874"/>
                <a:gd name="connsiteY2" fmla="*/ 3626930 h 3989641"/>
                <a:gd name="connsiteX3" fmla="*/ 454343 w 3946874"/>
                <a:gd name="connsiteY3" fmla="*/ 3440335 h 3989641"/>
                <a:gd name="connsiteX4" fmla="*/ 622363 w 3946874"/>
                <a:gd name="connsiteY4" fmla="*/ 3290697 h 3989641"/>
                <a:gd name="connsiteX5" fmla="*/ 927068 w 3946874"/>
                <a:gd name="connsiteY5" fmla="*/ 3087434 h 3989641"/>
                <a:gd name="connsiteX6" fmla="*/ 1176338 w 3946874"/>
                <a:gd name="connsiteY6" fmla="*/ 2915603 h 3989641"/>
                <a:gd name="connsiteX7" fmla="*/ 1394270 w 3946874"/>
                <a:gd name="connsiteY7" fmla="*/ 2780729 h 3989641"/>
                <a:gd name="connsiteX8" fmla="*/ 1601057 w 3946874"/>
                <a:gd name="connsiteY8" fmla="*/ 2723483 h 3989641"/>
                <a:gd name="connsiteX9" fmla="*/ 1756220 w 3946874"/>
                <a:gd name="connsiteY9" fmla="*/ 2743772 h 3989641"/>
                <a:gd name="connsiteX10" fmla="*/ 1889189 w 3946874"/>
                <a:gd name="connsiteY10" fmla="*/ 2765965 h 3989641"/>
                <a:gd name="connsiteX11" fmla="*/ 2007394 w 3946874"/>
                <a:gd name="connsiteY11" fmla="*/ 2765965 h 3989641"/>
                <a:gd name="connsiteX12" fmla="*/ 2184654 w 3946874"/>
                <a:gd name="connsiteY12" fmla="*/ 2671763 h 3989641"/>
                <a:gd name="connsiteX13" fmla="*/ 2372773 w 3946874"/>
                <a:gd name="connsiteY13" fmla="*/ 2538984 h 3989641"/>
                <a:gd name="connsiteX14" fmla="*/ 2439543 w 3946874"/>
                <a:gd name="connsiteY14" fmla="*/ 2510504 h 3989641"/>
                <a:gd name="connsiteX15" fmla="*/ 2650617 w 3946874"/>
                <a:gd name="connsiteY15" fmla="*/ 2434781 h 3989641"/>
                <a:gd name="connsiteX16" fmla="*/ 2785110 w 3946874"/>
                <a:gd name="connsiteY16" fmla="*/ 2383060 h 3989641"/>
                <a:gd name="connsiteX17" fmla="*/ 2897315 w 3946874"/>
                <a:gd name="connsiteY17" fmla="*/ 2318861 h 3989641"/>
                <a:gd name="connsiteX18" fmla="*/ 2997994 w 3946874"/>
                <a:gd name="connsiteY18" fmla="*/ 2226183 h 3989641"/>
                <a:gd name="connsiteX19" fmla="*/ 3061240 w 3946874"/>
                <a:gd name="connsiteY19" fmla="*/ 2141506 h 3989641"/>
                <a:gd name="connsiteX20" fmla="*/ 3152108 w 3946874"/>
                <a:gd name="connsiteY20" fmla="*/ 2005203 h 3989641"/>
                <a:gd name="connsiteX21" fmla="*/ 3274124 w 3946874"/>
                <a:gd name="connsiteY21" fmla="*/ 1871567 h 3989641"/>
                <a:gd name="connsiteX22" fmla="*/ 3388138 w 3946874"/>
                <a:gd name="connsiteY22" fmla="*/ 1770888 h 3989641"/>
                <a:gd name="connsiteX23" fmla="*/ 3466529 w 3946874"/>
                <a:gd name="connsiteY23" fmla="*/ 1679162 h 3989641"/>
                <a:gd name="connsiteX24" fmla="*/ 3538633 w 3946874"/>
                <a:gd name="connsiteY24" fmla="*/ 1551718 h 3989641"/>
                <a:gd name="connsiteX25" fmla="*/ 3588544 w 3946874"/>
                <a:gd name="connsiteY25" fmla="*/ 1376172 h 3989641"/>
                <a:gd name="connsiteX26" fmla="*/ 3597402 w 3946874"/>
                <a:gd name="connsiteY26" fmla="*/ 1293305 h 3989641"/>
                <a:gd name="connsiteX27" fmla="*/ 3721227 w 3946874"/>
                <a:gd name="connsiteY27" fmla="*/ 880491 h 3989641"/>
                <a:gd name="connsiteX28" fmla="*/ 3761137 w 3946874"/>
                <a:gd name="connsiteY28" fmla="*/ 463677 h 3989641"/>
                <a:gd name="connsiteX29" fmla="*/ 3946874 w 3946874"/>
                <a:gd name="connsiteY29" fmla="*/ 0 h 398964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Lst>
              <a:rect l="l" t="t" r="r" b="b"/>
              <a:pathLst>
                <a:path w="3946874" h="3989641">
                  <a:moveTo>
                    <a:pt x="0" y="3989641"/>
                  </a:moveTo>
                  <a:cubicBezTo>
                    <a:pt x="19050" y="3957257"/>
                    <a:pt x="50959" y="3916013"/>
                    <a:pt x="79439" y="3891153"/>
                  </a:cubicBezTo>
                  <a:cubicBezTo>
                    <a:pt x="165544" y="3815906"/>
                    <a:pt x="227933" y="3717989"/>
                    <a:pt x="297371" y="3626930"/>
                  </a:cubicBezTo>
                  <a:cubicBezTo>
                    <a:pt x="346615" y="3562255"/>
                    <a:pt x="398050" y="3499009"/>
                    <a:pt x="454343" y="3440335"/>
                  </a:cubicBezTo>
                  <a:cubicBezTo>
                    <a:pt x="506349" y="3386042"/>
                    <a:pt x="562642" y="3336227"/>
                    <a:pt x="622363" y="3290697"/>
                  </a:cubicBezTo>
                  <a:cubicBezTo>
                    <a:pt x="719519" y="3216688"/>
                    <a:pt x="824960" y="3154585"/>
                    <a:pt x="927068" y="3087434"/>
                  </a:cubicBezTo>
                  <a:cubicBezTo>
                    <a:pt x="1011365" y="3031998"/>
                    <a:pt x="1093565" y="2973324"/>
                    <a:pt x="1176338" y="2915603"/>
                  </a:cubicBezTo>
                  <a:cubicBezTo>
                    <a:pt x="1246537" y="2866644"/>
                    <a:pt x="1317308" y="2818066"/>
                    <a:pt x="1394270" y="2780729"/>
                  </a:cubicBezTo>
                  <a:cubicBezTo>
                    <a:pt x="1459421" y="2749106"/>
                    <a:pt x="1528763" y="2724436"/>
                    <a:pt x="1601057" y="2723483"/>
                  </a:cubicBezTo>
                  <a:cubicBezTo>
                    <a:pt x="1653350" y="2722721"/>
                    <a:pt x="1704785" y="2733485"/>
                    <a:pt x="1756220" y="2743772"/>
                  </a:cubicBezTo>
                  <a:cubicBezTo>
                    <a:pt x="1800320" y="2752630"/>
                    <a:pt x="1844612" y="2760250"/>
                    <a:pt x="1889189" y="2765965"/>
                  </a:cubicBezTo>
                  <a:cubicBezTo>
                    <a:pt x="1928622" y="2771013"/>
                    <a:pt x="1968437" y="2773299"/>
                    <a:pt x="2007394" y="2765965"/>
                  </a:cubicBezTo>
                  <a:cubicBezTo>
                    <a:pt x="2073878" y="2753487"/>
                    <a:pt x="2130647" y="2712911"/>
                    <a:pt x="2184654" y="2671763"/>
                  </a:cubicBezTo>
                  <a:cubicBezTo>
                    <a:pt x="2245900" y="2625090"/>
                    <a:pt x="2304002" y="2573465"/>
                    <a:pt x="2372773" y="2538984"/>
                  </a:cubicBezTo>
                  <a:cubicBezTo>
                    <a:pt x="2394395" y="2528126"/>
                    <a:pt x="2416874" y="2518982"/>
                    <a:pt x="2439543" y="2510504"/>
                  </a:cubicBezTo>
                  <a:cubicBezTo>
                    <a:pt x="2509552" y="2484215"/>
                    <a:pt x="2580037" y="2459450"/>
                    <a:pt x="2650617" y="2434781"/>
                  </a:cubicBezTo>
                  <a:cubicBezTo>
                    <a:pt x="2695956" y="2418874"/>
                    <a:pt x="2741295" y="2402872"/>
                    <a:pt x="2785110" y="2383060"/>
                  </a:cubicBezTo>
                  <a:cubicBezTo>
                    <a:pt x="2824448" y="2365248"/>
                    <a:pt x="2862358" y="2344198"/>
                    <a:pt x="2897315" y="2318861"/>
                  </a:cubicBezTo>
                  <a:cubicBezTo>
                    <a:pt x="2934367" y="2292096"/>
                    <a:pt x="2968085" y="2260854"/>
                    <a:pt x="2997994" y="2226183"/>
                  </a:cubicBezTo>
                  <a:cubicBezTo>
                    <a:pt x="3020949" y="2199513"/>
                    <a:pt x="3041714" y="2170938"/>
                    <a:pt x="3061240" y="2141506"/>
                  </a:cubicBezTo>
                  <a:cubicBezTo>
                    <a:pt x="3091529" y="2095976"/>
                    <a:pt x="3119533" y="2049018"/>
                    <a:pt x="3152108" y="2005203"/>
                  </a:cubicBezTo>
                  <a:cubicBezTo>
                    <a:pt x="3188113" y="1956626"/>
                    <a:pt x="3229261" y="1912144"/>
                    <a:pt x="3274124" y="1871567"/>
                  </a:cubicBezTo>
                  <a:cubicBezTo>
                    <a:pt x="3311747" y="1837563"/>
                    <a:pt x="3351848" y="1806321"/>
                    <a:pt x="3388138" y="1770888"/>
                  </a:cubicBezTo>
                  <a:cubicBezTo>
                    <a:pt x="3416999" y="1742694"/>
                    <a:pt x="3443002" y="1711833"/>
                    <a:pt x="3466529" y="1679162"/>
                  </a:cubicBezTo>
                  <a:cubicBezTo>
                    <a:pt x="3495008" y="1639348"/>
                    <a:pt x="3519392" y="1596771"/>
                    <a:pt x="3538633" y="1551718"/>
                  </a:cubicBezTo>
                  <a:cubicBezTo>
                    <a:pt x="3562731" y="1495616"/>
                    <a:pt x="3578924" y="1436465"/>
                    <a:pt x="3588544" y="1376172"/>
                  </a:cubicBezTo>
                  <a:cubicBezTo>
                    <a:pt x="3592925" y="1348740"/>
                    <a:pt x="3595688" y="1321022"/>
                    <a:pt x="3597402" y="1293305"/>
                  </a:cubicBezTo>
                  <a:cubicBezTo>
                    <a:pt x="3605974" y="1155859"/>
                    <a:pt x="3717703" y="1018127"/>
                    <a:pt x="3721227" y="880491"/>
                  </a:cubicBezTo>
                  <a:cubicBezTo>
                    <a:pt x="3724751" y="740855"/>
                    <a:pt x="3743135" y="602171"/>
                    <a:pt x="3761137" y="463677"/>
                  </a:cubicBezTo>
                  <a:cubicBezTo>
                    <a:pt x="3776186" y="347758"/>
                    <a:pt x="3934968" y="116205"/>
                    <a:pt x="3946874" y="0"/>
                  </a:cubicBezTo>
                </a:path>
              </a:pathLst>
            </a:custGeom>
            <a:noFill/>
            <a:ln w="9525" cap="rnd">
              <a:solidFill>
                <a:schemeClr val="accent2">
                  <a:alpha val="75000"/>
                </a:schemeClr>
              </a:solidFill>
              <a:prstDash val="lgDash"/>
              <a:round/>
            </a:ln>
          </p:spPr>
          <p:txBody>
            <a:bodyPr rtlCol="0" anchor="ctr"/>
            <a:lstStyle/>
            <a:p>
              <a:endParaRPr lang="en-US"/>
            </a:p>
          </p:txBody>
        </p:sp>
        <p:sp>
          <p:nvSpPr>
            <p:cNvPr id="496" name="Freeform: Shape 495">
              <a:extLst>
                <a:ext uri="{FF2B5EF4-FFF2-40B4-BE49-F238E27FC236}">
                  <a16:creationId xmlns:a16="http://schemas.microsoft.com/office/drawing/2014/main" id="{318DDF45-08F0-46B6-A0B7-133735C94F47}"/>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4395978" y="2441733"/>
              <a:ext cx="3665410" cy="2985611"/>
            </a:xfrm>
            <a:custGeom>
              <a:avLst/>
              <a:gdLst>
                <a:gd name="connsiteX0" fmla="*/ 0 w 3665410"/>
                <a:gd name="connsiteY0" fmla="*/ 2985611 h 2985611"/>
                <a:gd name="connsiteX1" fmla="*/ 166211 w 3665410"/>
                <a:gd name="connsiteY1" fmla="*/ 2699766 h 2985611"/>
                <a:gd name="connsiteX2" fmla="*/ 397002 w 3665410"/>
                <a:gd name="connsiteY2" fmla="*/ 2414969 h 2985611"/>
                <a:gd name="connsiteX3" fmla="*/ 620173 w 3665410"/>
                <a:gd name="connsiteY3" fmla="*/ 2237899 h 2985611"/>
                <a:gd name="connsiteX4" fmla="*/ 823341 w 3665410"/>
                <a:gd name="connsiteY4" fmla="*/ 2085499 h 2985611"/>
                <a:gd name="connsiteX5" fmla="*/ 1089565 w 3665410"/>
                <a:gd name="connsiteY5" fmla="*/ 1911477 h 2985611"/>
                <a:gd name="connsiteX6" fmla="*/ 1145000 w 3665410"/>
                <a:gd name="connsiteY6" fmla="*/ 1886807 h 2985611"/>
                <a:gd name="connsiteX7" fmla="*/ 1375791 w 3665410"/>
                <a:gd name="connsiteY7" fmla="*/ 1842135 h 2985611"/>
                <a:gd name="connsiteX8" fmla="*/ 1486567 w 3665410"/>
                <a:gd name="connsiteY8" fmla="*/ 1857566 h 2985611"/>
                <a:gd name="connsiteX9" fmla="*/ 1568101 w 3665410"/>
                <a:gd name="connsiteY9" fmla="*/ 1871377 h 2985611"/>
                <a:gd name="connsiteX10" fmla="*/ 1810607 w 3665410"/>
                <a:gd name="connsiteY10" fmla="*/ 1871377 h 2985611"/>
                <a:gd name="connsiteX11" fmla="*/ 1997964 w 3665410"/>
                <a:gd name="connsiteY11" fmla="*/ 1790605 h 2985611"/>
                <a:gd name="connsiteX12" fmla="*/ 2109883 w 3665410"/>
                <a:gd name="connsiteY12" fmla="*/ 1702784 h 2985611"/>
                <a:gd name="connsiteX13" fmla="*/ 2321433 w 3665410"/>
                <a:gd name="connsiteY13" fmla="*/ 1552384 h 2985611"/>
                <a:gd name="connsiteX14" fmla="*/ 2558891 w 3665410"/>
                <a:gd name="connsiteY14" fmla="*/ 1453420 h 2985611"/>
                <a:gd name="connsiteX15" fmla="*/ 2709767 w 3665410"/>
                <a:gd name="connsiteY15" fmla="*/ 1377887 h 2985611"/>
                <a:gd name="connsiteX16" fmla="*/ 2885408 w 3665410"/>
                <a:gd name="connsiteY16" fmla="*/ 1237393 h 2985611"/>
                <a:gd name="connsiteX17" fmla="*/ 3017711 w 3665410"/>
                <a:gd name="connsiteY17" fmla="*/ 1072229 h 2985611"/>
                <a:gd name="connsiteX18" fmla="*/ 3150680 w 3665410"/>
                <a:gd name="connsiteY18" fmla="*/ 921830 h 2985611"/>
                <a:gd name="connsiteX19" fmla="*/ 3255169 w 3665410"/>
                <a:gd name="connsiteY19" fmla="*/ 801815 h 2985611"/>
                <a:gd name="connsiteX20" fmla="*/ 3339275 w 3665410"/>
                <a:gd name="connsiteY20" fmla="*/ 694182 h 2985611"/>
                <a:gd name="connsiteX21" fmla="*/ 3409188 w 3665410"/>
                <a:gd name="connsiteY21" fmla="*/ 546926 h 2985611"/>
                <a:gd name="connsiteX22" fmla="*/ 3464243 w 3665410"/>
                <a:gd name="connsiteY22" fmla="*/ 347663 h 2985611"/>
                <a:gd name="connsiteX23" fmla="*/ 3665411 w 3665410"/>
                <a:gd name="connsiteY23" fmla="*/ 0 h 298561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Lst>
              <a:rect l="l" t="t" r="r" b="b"/>
              <a:pathLst>
                <a:path w="3665410" h="2985611">
                  <a:moveTo>
                    <a:pt x="0" y="2985611"/>
                  </a:moveTo>
                  <a:cubicBezTo>
                    <a:pt x="0" y="2985611"/>
                    <a:pt x="86773" y="2802827"/>
                    <a:pt x="166211" y="2699766"/>
                  </a:cubicBezTo>
                  <a:cubicBezTo>
                    <a:pt x="240983" y="2602706"/>
                    <a:pt x="309182" y="2500122"/>
                    <a:pt x="397002" y="2414969"/>
                  </a:cubicBezTo>
                  <a:cubicBezTo>
                    <a:pt x="465296" y="2348865"/>
                    <a:pt x="543592" y="2294477"/>
                    <a:pt x="620173" y="2237899"/>
                  </a:cubicBezTo>
                  <a:cubicBezTo>
                    <a:pt x="688277" y="2187607"/>
                    <a:pt x="755333" y="2135886"/>
                    <a:pt x="823341" y="2085499"/>
                  </a:cubicBezTo>
                  <a:cubicBezTo>
                    <a:pt x="908685" y="2022253"/>
                    <a:pt x="994791" y="1959197"/>
                    <a:pt x="1089565" y="1911477"/>
                  </a:cubicBezTo>
                  <a:cubicBezTo>
                    <a:pt x="1107662" y="1902428"/>
                    <a:pt x="1126141" y="1894141"/>
                    <a:pt x="1145000" y="1886807"/>
                  </a:cubicBezTo>
                  <a:cubicBezTo>
                    <a:pt x="1218819" y="1858232"/>
                    <a:pt x="1296924" y="1838611"/>
                    <a:pt x="1375791" y="1842135"/>
                  </a:cubicBezTo>
                  <a:cubicBezTo>
                    <a:pt x="1413129" y="1843754"/>
                    <a:pt x="1449896" y="1850422"/>
                    <a:pt x="1486567" y="1857566"/>
                  </a:cubicBezTo>
                  <a:cubicBezTo>
                    <a:pt x="1513618" y="1862804"/>
                    <a:pt x="1540859" y="1867376"/>
                    <a:pt x="1568101" y="1871377"/>
                  </a:cubicBezTo>
                  <a:cubicBezTo>
                    <a:pt x="1648778" y="1883188"/>
                    <a:pt x="1730978" y="1887665"/>
                    <a:pt x="1810607" y="1871377"/>
                  </a:cubicBezTo>
                  <a:cubicBezTo>
                    <a:pt x="1877854" y="1857661"/>
                    <a:pt x="1941100" y="1829086"/>
                    <a:pt x="1997964" y="1790605"/>
                  </a:cubicBezTo>
                  <a:cubicBezTo>
                    <a:pt x="2037302" y="1764030"/>
                    <a:pt x="2073497" y="1733264"/>
                    <a:pt x="2109883" y="1702784"/>
                  </a:cubicBezTo>
                  <a:cubicBezTo>
                    <a:pt x="2176367" y="1647063"/>
                    <a:pt x="2244852" y="1593151"/>
                    <a:pt x="2321433" y="1552384"/>
                  </a:cubicBezTo>
                  <a:cubicBezTo>
                    <a:pt x="2397157" y="1512094"/>
                    <a:pt x="2479548" y="1486281"/>
                    <a:pt x="2558891" y="1453420"/>
                  </a:cubicBezTo>
                  <a:cubicBezTo>
                    <a:pt x="2610898" y="1431798"/>
                    <a:pt x="2661571" y="1407033"/>
                    <a:pt x="2709767" y="1377887"/>
                  </a:cubicBezTo>
                  <a:cubicBezTo>
                    <a:pt x="2774252" y="1338929"/>
                    <a:pt x="2834069" y="1292447"/>
                    <a:pt x="2885408" y="1237393"/>
                  </a:cubicBezTo>
                  <a:cubicBezTo>
                    <a:pt x="2933605" y="1185767"/>
                    <a:pt x="2973324" y="1127093"/>
                    <a:pt x="3017711" y="1072229"/>
                  </a:cubicBezTo>
                  <a:cubicBezTo>
                    <a:pt x="3059811" y="1020223"/>
                    <a:pt x="3105912" y="971645"/>
                    <a:pt x="3150680" y="921830"/>
                  </a:cubicBezTo>
                  <a:cubicBezTo>
                    <a:pt x="3186113" y="882396"/>
                    <a:pt x="3220593" y="842010"/>
                    <a:pt x="3255169" y="801815"/>
                  </a:cubicBezTo>
                  <a:cubicBezTo>
                    <a:pt x="3284887" y="767239"/>
                    <a:pt x="3314605" y="732473"/>
                    <a:pt x="3339275" y="694182"/>
                  </a:cubicBezTo>
                  <a:cubicBezTo>
                    <a:pt x="3368707" y="648367"/>
                    <a:pt x="3390138" y="597980"/>
                    <a:pt x="3409188" y="546926"/>
                  </a:cubicBezTo>
                  <a:cubicBezTo>
                    <a:pt x="3433382" y="482156"/>
                    <a:pt x="3453384" y="415861"/>
                    <a:pt x="3464243" y="347663"/>
                  </a:cubicBezTo>
                  <a:cubicBezTo>
                    <a:pt x="3476244" y="272224"/>
                    <a:pt x="3661696" y="76295"/>
                    <a:pt x="3665411" y="0"/>
                  </a:cubicBezTo>
                </a:path>
              </a:pathLst>
            </a:custGeom>
            <a:noFill/>
            <a:ln w="9525" cap="rnd">
              <a:solidFill>
                <a:schemeClr val="accent2">
                  <a:alpha val="75000"/>
                </a:schemeClr>
              </a:solidFill>
              <a:prstDash val="lgDash"/>
              <a:round/>
            </a:ln>
          </p:spPr>
          <p:txBody>
            <a:bodyPr rtlCol="0" anchor="ctr"/>
            <a:lstStyle/>
            <a:p>
              <a:endParaRPr lang="en-US"/>
            </a:p>
          </p:txBody>
        </p:sp>
        <p:sp>
          <p:nvSpPr>
            <p:cNvPr id="497" name="Freeform: Shape 496">
              <a:extLst>
                <a:ext uri="{FF2B5EF4-FFF2-40B4-BE49-F238E27FC236}">
                  <a16:creationId xmlns:a16="http://schemas.microsoft.com/office/drawing/2014/main" id="{B9D0CC0F-710D-43F4-BC86-763767420133}"/>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7790402" y="5229700"/>
              <a:ext cx="285940" cy="199072"/>
            </a:xfrm>
            <a:custGeom>
              <a:avLst/>
              <a:gdLst>
                <a:gd name="connsiteX0" fmla="*/ 0 w 285940"/>
                <a:gd name="connsiteY0" fmla="*/ 199073 h 199072"/>
                <a:gd name="connsiteX1" fmla="*/ 285940 w 285940"/>
                <a:gd name="connsiteY1" fmla="*/ 0 h 199072"/>
              </a:gdLst>
              <a:ahLst/>
              <a:cxnLst>
                <a:cxn ang="0">
                  <a:pos x="connsiteX0" y="connsiteY0"/>
                </a:cxn>
                <a:cxn ang="0">
                  <a:pos x="connsiteX1" y="connsiteY1"/>
                </a:cxn>
              </a:cxnLst>
              <a:rect l="l" t="t" r="r" b="b"/>
              <a:pathLst>
                <a:path w="285940" h="199072">
                  <a:moveTo>
                    <a:pt x="0" y="199073"/>
                  </a:moveTo>
                  <a:cubicBezTo>
                    <a:pt x="0" y="199073"/>
                    <a:pt x="242125" y="39243"/>
                    <a:pt x="285940" y="0"/>
                  </a:cubicBezTo>
                </a:path>
              </a:pathLst>
            </a:custGeom>
            <a:noFill/>
            <a:ln w="9525" cap="rnd">
              <a:solidFill>
                <a:schemeClr val="accent2">
                  <a:alpha val="75000"/>
                </a:schemeClr>
              </a:solidFill>
              <a:prstDash val="lgDash"/>
              <a:round/>
            </a:ln>
          </p:spPr>
          <p:txBody>
            <a:bodyPr rtlCol="0" anchor="ctr"/>
            <a:lstStyle/>
            <a:p>
              <a:endParaRPr lang="en-US"/>
            </a:p>
          </p:txBody>
        </p:sp>
        <p:sp>
          <p:nvSpPr>
            <p:cNvPr id="498" name="Freeform: Shape 497">
              <a:extLst>
                <a:ext uri="{FF2B5EF4-FFF2-40B4-BE49-F238E27FC236}">
                  <a16:creationId xmlns:a16="http://schemas.microsoft.com/office/drawing/2014/main" id="{6FB36AB6-CB81-495A-8A33-C0BCE67D6F23}"/>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7393114" y="5049773"/>
              <a:ext cx="655796" cy="381190"/>
            </a:xfrm>
            <a:custGeom>
              <a:avLst/>
              <a:gdLst>
                <a:gd name="connsiteX0" fmla="*/ 0 w 655796"/>
                <a:gd name="connsiteY0" fmla="*/ 381190 h 381190"/>
                <a:gd name="connsiteX1" fmla="*/ 655796 w 655796"/>
                <a:gd name="connsiteY1" fmla="*/ 0 h 381190"/>
              </a:gdLst>
              <a:ahLst/>
              <a:cxnLst>
                <a:cxn ang="0">
                  <a:pos x="connsiteX0" y="connsiteY0"/>
                </a:cxn>
                <a:cxn ang="0">
                  <a:pos x="connsiteX1" y="connsiteY1"/>
                </a:cxn>
              </a:cxnLst>
              <a:rect l="l" t="t" r="r" b="b"/>
              <a:pathLst>
                <a:path w="655796" h="381190">
                  <a:moveTo>
                    <a:pt x="0" y="381190"/>
                  </a:moveTo>
                  <a:cubicBezTo>
                    <a:pt x="0" y="381190"/>
                    <a:pt x="461105" y="172117"/>
                    <a:pt x="655796" y="0"/>
                  </a:cubicBezTo>
                </a:path>
              </a:pathLst>
            </a:custGeom>
            <a:noFill/>
            <a:ln w="9525" cap="rnd">
              <a:solidFill>
                <a:schemeClr val="accent2">
                  <a:alpha val="75000"/>
                </a:schemeClr>
              </a:solidFill>
              <a:prstDash val="lgDash"/>
              <a:round/>
            </a:ln>
          </p:spPr>
          <p:txBody>
            <a:bodyPr rtlCol="0" anchor="ctr"/>
            <a:lstStyle/>
            <a:p>
              <a:endParaRPr lang="en-US"/>
            </a:p>
          </p:txBody>
        </p:sp>
        <p:sp>
          <p:nvSpPr>
            <p:cNvPr id="499" name="Freeform: Shape 498">
              <a:extLst>
                <a:ext uri="{FF2B5EF4-FFF2-40B4-BE49-F238E27FC236}">
                  <a16:creationId xmlns:a16="http://schemas.microsoft.com/office/drawing/2014/main" id="{1993F7E6-ABF6-482D-BEA5-B4E607DDB433}"/>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154072" y="3867816"/>
              <a:ext cx="2907315" cy="1544764"/>
            </a:xfrm>
            <a:custGeom>
              <a:avLst/>
              <a:gdLst>
                <a:gd name="connsiteX0" fmla="*/ 0 w 2907315"/>
                <a:gd name="connsiteY0" fmla="*/ 1544764 h 1544764"/>
                <a:gd name="connsiteX1" fmla="*/ 201644 w 2907315"/>
                <a:gd name="connsiteY1" fmla="*/ 1352550 h 1544764"/>
                <a:gd name="connsiteX2" fmla="*/ 423196 w 2907315"/>
                <a:gd name="connsiteY2" fmla="*/ 1196054 h 1544764"/>
                <a:gd name="connsiteX3" fmla="*/ 782193 w 2907315"/>
                <a:gd name="connsiteY3" fmla="*/ 1099947 h 1544764"/>
                <a:gd name="connsiteX4" fmla="*/ 1052513 w 2907315"/>
                <a:gd name="connsiteY4" fmla="*/ 1042321 h 1544764"/>
                <a:gd name="connsiteX5" fmla="*/ 1311783 w 2907315"/>
                <a:gd name="connsiteY5" fmla="*/ 1056037 h 1544764"/>
                <a:gd name="connsiteX6" fmla="*/ 1484662 w 2907315"/>
                <a:gd name="connsiteY6" fmla="*/ 1083469 h 1544764"/>
                <a:gd name="connsiteX7" fmla="*/ 1788224 w 2907315"/>
                <a:gd name="connsiteY7" fmla="*/ 1023080 h 1544764"/>
                <a:gd name="connsiteX8" fmla="*/ 2269045 w 2907315"/>
                <a:gd name="connsiteY8" fmla="*/ 734758 h 1544764"/>
                <a:gd name="connsiteX9" fmla="*/ 2534984 w 2907315"/>
                <a:gd name="connsiteY9" fmla="*/ 572738 h 1544764"/>
                <a:gd name="connsiteX10" fmla="*/ 2907316 w 2907315"/>
                <a:gd name="connsiteY10" fmla="*/ 0 h 154476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2907315" h="1544764">
                  <a:moveTo>
                    <a:pt x="0" y="1544764"/>
                  </a:moveTo>
                  <a:cubicBezTo>
                    <a:pt x="0" y="1544764"/>
                    <a:pt x="98012" y="1443990"/>
                    <a:pt x="201644" y="1352550"/>
                  </a:cubicBezTo>
                  <a:cubicBezTo>
                    <a:pt x="271272" y="1291209"/>
                    <a:pt x="343662" y="1234249"/>
                    <a:pt x="423196" y="1196054"/>
                  </a:cubicBezTo>
                  <a:cubicBezTo>
                    <a:pt x="537591" y="1141095"/>
                    <a:pt x="661226" y="1127189"/>
                    <a:pt x="782193" y="1099947"/>
                  </a:cubicBezTo>
                  <a:cubicBezTo>
                    <a:pt x="872300" y="1079659"/>
                    <a:pt x="961358" y="1051370"/>
                    <a:pt x="1052513" y="1042321"/>
                  </a:cubicBezTo>
                  <a:cubicBezTo>
                    <a:pt x="1139000" y="1033653"/>
                    <a:pt x="1225868" y="1040321"/>
                    <a:pt x="1311783" y="1056037"/>
                  </a:cubicBezTo>
                  <a:cubicBezTo>
                    <a:pt x="1369314" y="1066609"/>
                    <a:pt x="1426559" y="1079373"/>
                    <a:pt x="1484662" y="1083469"/>
                  </a:cubicBezTo>
                  <a:cubicBezTo>
                    <a:pt x="1587913" y="1090803"/>
                    <a:pt x="1690402" y="1064800"/>
                    <a:pt x="1788224" y="1023080"/>
                  </a:cubicBezTo>
                  <a:cubicBezTo>
                    <a:pt x="1956721" y="951262"/>
                    <a:pt x="2106549" y="825722"/>
                    <a:pt x="2269045" y="734758"/>
                  </a:cubicBezTo>
                  <a:cubicBezTo>
                    <a:pt x="2359438" y="684181"/>
                    <a:pt x="2452497" y="640556"/>
                    <a:pt x="2534984" y="572738"/>
                  </a:cubicBezTo>
                  <a:cubicBezTo>
                    <a:pt x="2673001" y="459391"/>
                    <a:pt x="2847023" y="191453"/>
                    <a:pt x="2907316" y="0"/>
                  </a:cubicBezTo>
                </a:path>
              </a:pathLst>
            </a:custGeom>
            <a:noFill/>
            <a:ln w="9525" cap="rnd">
              <a:solidFill>
                <a:schemeClr val="accent2">
                  <a:alpha val="75000"/>
                </a:schemeClr>
              </a:solidFill>
              <a:prstDash val="lgDash"/>
              <a:round/>
            </a:ln>
          </p:spPr>
          <p:txBody>
            <a:bodyPr rtlCol="0" anchor="ctr"/>
            <a:lstStyle/>
            <a:p>
              <a:endParaRPr lang="en-US"/>
            </a:p>
          </p:txBody>
        </p:sp>
        <p:sp>
          <p:nvSpPr>
            <p:cNvPr id="500" name="Freeform: Shape 499">
              <a:extLst>
                <a:ext uri="{FF2B5EF4-FFF2-40B4-BE49-F238E27FC236}">
                  <a16:creationId xmlns:a16="http://schemas.microsoft.com/office/drawing/2014/main" id="{DCA0B097-C21A-40B4-95E4-2FFA9697F824}"/>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4907946" y="3479100"/>
              <a:ext cx="3168300" cy="1952434"/>
            </a:xfrm>
            <a:custGeom>
              <a:avLst/>
              <a:gdLst>
                <a:gd name="connsiteX0" fmla="*/ 0 w 3168300"/>
                <a:gd name="connsiteY0" fmla="*/ 1952435 h 1952434"/>
                <a:gd name="connsiteX1" fmla="*/ 202121 w 3168300"/>
                <a:gd name="connsiteY1" fmla="*/ 1687068 h 1952434"/>
                <a:gd name="connsiteX2" fmla="*/ 545116 w 3168300"/>
                <a:gd name="connsiteY2" fmla="*/ 1450277 h 1952434"/>
                <a:gd name="connsiteX3" fmla="*/ 906780 w 3168300"/>
                <a:gd name="connsiteY3" fmla="*/ 1354455 h 1952434"/>
                <a:gd name="connsiteX4" fmla="*/ 1332262 w 3168300"/>
                <a:gd name="connsiteY4" fmla="*/ 1285304 h 1952434"/>
                <a:gd name="connsiteX5" fmla="*/ 1691259 w 3168300"/>
                <a:gd name="connsiteY5" fmla="*/ 1240060 h 1952434"/>
                <a:gd name="connsiteX6" fmla="*/ 2010346 w 3168300"/>
                <a:gd name="connsiteY6" fmla="*/ 1141667 h 1952434"/>
                <a:gd name="connsiteX7" fmla="*/ 2393252 w 3168300"/>
                <a:gd name="connsiteY7" fmla="*/ 1027271 h 1952434"/>
                <a:gd name="connsiteX8" fmla="*/ 2582037 w 3168300"/>
                <a:gd name="connsiteY8" fmla="*/ 958120 h 1952434"/>
                <a:gd name="connsiteX9" fmla="*/ 2760155 w 3168300"/>
                <a:gd name="connsiteY9" fmla="*/ 827723 h 1952434"/>
                <a:gd name="connsiteX10" fmla="*/ 2914364 w 3168300"/>
                <a:gd name="connsiteY10" fmla="*/ 567023 h 1952434"/>
                <a:gd name="connsiteX11" fmla="*/ 3168301 w 3168300"/>
                <a:gd name="connsiteY11" fmla="*/ 0 h 195243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3168300" h="1952434">
                  <a:moveTo>
                    <a:pt x="0" y="1952435"/>
                  </a:moveTo>
                  <a:cubicBezTo>
                    <a:pt x="0" y="1952435"/>
                    <a:pt x="91059" y="1796415"/>
                    <a:pt x="202121" y="1687068"/>
                  </a:cubicBezTo>
                  <a:cubicBezTo>
                    <a:pt x="301943" y="1588675"/>
                    <a:pt x="416528" y="1505617"/>
                    <a:pt x="545116" y="1450277"/>
                  </a:cubicBezTo>
                  <a:cubicBezTo>
                    <a:pt x="659987" y="1400747"/>
                    <a:pt x="783622" y="1377601"/>
                    <a:pt x="906780" y="1354455"/>
                  </a:cubicBezTo>
                  <a:cubicBezTo>
                    <a:pt x="1048036" y="1327976"/>
                    <a:pt x="1189482" y="1301972"/>
                    <a:pt x="1332262" y="1285304"/>
                  </a:cubicBezTo>
                  <a:cubicBezTo>
                    <a:pt x="1452182" y="1271302"/>
                    <a:pt x="1573340" y="1265873"/>
                    <a:pt x="1691259" y="1240060"/>
                  </a:cubicBezTo>
                  <a:cubicBezTo>
                    <a:pt x="1800035" y="1216247"/>
                    <a:pt x="1904619" y="1176718"/>
                    <a:pt x="2010346" y="1141667"/>
                  </a:cubicBezTo>
                  <a:cubicBezTo>
                    <a:pt x="2136743" y="1099661"/>
                    <a:pt x="2265902" y="1066229"/>
                    <a:pt x="2393252" y="1027271"/>
                  </a:cubicBezTo>
                  <a:cubicBezTo>
                    <a:pt x="2457450" y="1007650"/>
                    <a:pt x="2521744" y="987552"/>
                    <a:pt x="2582037" y="958120"/>
                  </a:cubicBezTo>
                  <a:cubicBezTo>
                    <a:pt x="2648807" y="925449"/>
                    <a:pt x="2710815" y="883349"/>
                    <a:pt x="2760155" y="827723"/>
                  </a:cubicBezTo>
                  <a:cubicBezTo>
                    <a:pt x="2827496" y="751904"/>
                    <a:pt x="2867978" y="657511"/>
                    <a:pt x="2914364" y="567023"/>
                  </a:cubicBezTo>
                  <a:cubicBezTo>
                    <a:pt x="2972753" y="453200"/>
                    <a:pt x="3119152" y="118015"/>
                    <a:pt x="3168301" y="0"/>
                  </a:cubicBezTo>
                </a:path>
              </a:pathLst>
            </a:custGeom>
            <a:noFill/>
            <a:ln w="9525" cap="rnd">
              <a:solidFill>
                <a:schemeClr val="accent2">
                  <a:alpha val="75000"/>
                </a:schemeClr>
              </a:solidFill>
              <a:prstDash val="lgDash"/>
              <a:round/>
            </a:ln>
          </p:spPr>
          <p:txBody>
            <a:bodyPr rtlCol="0" anchor="ctr"/>
            <a:lstStyle/>
            <a:p>
              <a:endParaRPr lang="en-US"/>
            </a:p>
          </p:txBody>
        </p:sp>
        <p:sp>
          <p:nvSpPr>
            <p:cNvPr id="501" name="Freeform: Shape 500">
              <a:extLst>
                <a:ext uri="{FF2B5EF4-FFF2-40B4-BE49-F238E27FC236}">
                  <a16:creationId xmlns:a16="http://schemas.microsoft.com/office/drawing/2014/main" id="{AB2AF0F5-7EAA-4BAB-8DE2-D84E124170FA}"/>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4704778" y="2976752"/>
              <a:ext cx="3356800" cy="2452020"/>
            </a:xfrm>
            <a:custGeom>
              <a:avLst/>
              <a:gdLst>
                <a:gd name="connsiteX0" fmla="*/ 0 w 3356800"/>
                <a:gd name="connsiteY0" fmla="*/ 2452021 h 2452020"/>
                <a:gd name="connsiteX1" fmla="*/ 130874 w 3356800"/>
                <a:gd name="connsiteY1" fmla="*/ 2247710 h 2452020"/>
                <a:gd name="connsiteX2" fmla="*/ 437197 w 3356800"/>
                <a:gd name="connsiteY2" fmla="*/ 1941195 h 2452020"/>
                <a:gd name="connsiteX3" fmla="*/ 737140 w 3356800"/>
                <a:gd name="connsiteY3" fmla="*/ 1736884 h 2452020"/>
                <a:gd name="connsiteX4" fmla="*/ 1031843 w 3356800"/>
                <a:gd name="connsiteY4" fmla="*/ 1685068 h 2452020"/>
                <a:gd name="connsiteX5" fmla="*/ 1287304 w 3356800"/>
                <a:gd name="connsiteY5" fmla="*/ 1655826 h 2452020"/>
                <a:gd name="connsiteX6" fmla="*/ 1471994 w 3356800"/>
                <a:gd name="connsiteY6" fmla="*/ 1634300 h 2452020"/>
                <a:gd name="connsiteX7" fmla="*/ 1898237 w 3356800"/>
                <a:gd name="connsiteY7" fmla="*/ 1512665 h 2452020"/>
                <a:gd name="connsiteX8" fmla="*/ 2229136 w 3356800"/>
                <a:gd name="connsiteY8" fmla="*/ 1355598 h 2452020"/>
                <a:gd name="connsiteX9" fmla="*/ 2512314 w 3356800"/>
                <a:gd name="connsiteY9" fmla="*/ 1238631 h 2452020"/>
                <a:gd name="connsiteX10" fmla="*/ 2758535 w 3356800"/>
                <a:gd name="connsiteY10" fmla="*/ 1096994 h 2452020"/>
                <a:gd name="connsiteX11" fmla="*/ 2935510 w 3356800"/>
                <a:gd name="connsiteY11" fmla="*/ 919925 h 2452020"/>
                <a:gd name="connsiteX12" fmla="*/ 3081719 w 3356800"/>
                <a:gd name="connsiteY12" fmla="*/ 687419 h 2452020"/>
                <a:gd name="connsiteX13" fmla="*/ 3356800 w 3356800"/>
                <a:gd name="connsiteY13" fmla="*/ 0 h 245202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Lst>
              <a:rect l="l" t="t" r="r" b="b"/>
              <a:pathLst>
                <a:path w="3356800" h="2452020">
                  <a:moveTo>
                    <a:pt x="0" y="2452021"/>
                  </a:moveTo>
                  <a:cubicBezTo>
                    <a:pt x="0" y="2452021"/>
                    <a:pt x="57150" y="2344198"/>
                    <a:pt x="130874" y="2247710"/>
                  </a:cubicBezTo>
                  <a:cubicBezTo>
                    <a:pt x="218694" y="2132648"/>
                    <a:pt x="328136" y="2036635"/>
                    <a:pt x="437197" y="1941195"/>
                  </a:cubicBezTo>
                  <a:cubicBezTo>
                    <a:pt x="529304" y="1860709"/>
                    <a:pt x="623030" y="1779556"/>
                    <a:pt x="737140" y="1736884"/>
                  </a:cubicBezTo>
                  <a:cubicBezTo>
                    <a:pt x="830866" y="1701736"/>
                    <a:pt x="932021" y="1695450"/>
                    <a:pt x="1031843" y="1685068"/>
                  </a:cubicBezTo>
                  <a:cubicBezTo>
                    <a:pt x="1117092" y="1676210"/>
                    <a:pt x="1202055" y="1665160"/>
                    <a:pt x="1287304" y="1655826"/>
                  </a:cubicBezTo>
                  <a:cubicBezTo>
                    <a:pt x="1348931" y="1649063"/>
                    <a:pt x="1410653" y="1643539"/>
                    <a:pt x="1471994" y="1634300"/>
                  </a:cubicBezTo>
                  <a:cubicBezTo>
                    <a:pt x="1618679" y="1612011"/>
                    <a:pt x="1761935" y="1571149"/>
                    <a:pt x="1898237" y="1512665"/>
                  </a:cubicBezTo>
                  <a:cubicBezTo>
                    <a:pt x="2010442" y="1464564"/>
                    <a:pt x="2117503" y="1405128"/>
                    <a:pt x="2229136" y="1355598"/>
                  </a:cubicBezTo>
                  <a:cubicBezTo>
                    <a:pt x="2322481" y="1314164"/>
                    <a:pt x="2418969" y="1280160"/>
                    <a:pt x="2512314" y="1238631"/>
                  </a:cubicBezTo>
                  <a:cubicBezTo>
                    <a:pt x="2599087" y="1199960"/>
                    <a:pt x="2683193" y="1154811"/>
                    <a:pt x="2758535" y="1096994"/>
                  </a:cubicBezTo>
                  <a:cubicBezTo>
                    <a:pt x="2825020" y="1046035"/>
                    <a:pt x="2883789" y="985837"/>
                    <a:pt x="2935510" y="919925"/>
                  </a:cubicBezTo>
                  <a:cubicBezTo>
                    <a:pt x="2992184" y="847725"/>
                    <a:pt x="3039904" y="769144"/>
                    <a:pt x="3081719" y="687419"/>
                  </a:cubicBezTo>
                  <a:cubicBezTo>
                    <a:pt x="3138297" y="576739"/>
                    <a:pt x="3314129" y="116776"/>
                    <a:pt x="3356800" y="0"/>
                  </a:cubicBezTo>
                </a:path>
              </a:pathLst>
            </a:custGeom>
            <a:noFill/>
            <a:ln w="9525" cap="rnd">
              <a:solidFill>
                <a:schemeClr val="accent2">
                  <a:alpha val="75000"/>
                </a:schemeClr>
              </a:solidFill>
              <a:prstDash val="lgDash"/>
              <a:round/>
            </a:ln>
          </p:spPr>
          <p:txBody>
            <a:bodyPr rtlCol="0" anchor="ctr"/>
            <a:lstStyle/>
            <a:p>
              <a:endParaRPr lang="en-US"/>
            </a:p>
          </p:txBody>
        </p:sp>
      </p:grpSp>
      <p:sp useBgFill="1">
        <p:nvSpPr>
          <p:cNvPr id="503" name="Rectangle 502">
            <a:extLst>
              <a:ext uri="{FF2B5EF4-FFF2-40B4-BE49-F238E27FC236}">
                <a16:creationId xmlns:a16="http://schemas.microsoft.com/office/drawing/2014/main" id="{F1174801-1395-44C5-9B00-CCAC45C056E7}"/>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88952" cy="6858000"/>
          </a:xfrm>
          <a:prstGeom prst="rect">
            <a:avLst/>
          </a:prstGeom>
          <a:ln>
            <a:solidFill>
              <a:schemeClr val="bg1">
                <a:lumMod val="9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solidFill>
                <a:schemeClr val="tx1">
                  <a:lumMod val="65000"/>
                  <a:lumOff val="35000"/>
                </a:schemeClr>
              </a:solidFill>
              <a:latin typeface="AvenirNext LT Pro Medium" panose="020B0504020202020204" pitchFamily="34" charset="0"/>
            </a:endParaRPr>
          </a:p>
        </p:txBody>
      </p:sp>
      <p:sp>
        <p:nvSpPr>
          <p:cNvPr id="505" name="Rectangle 504">
            <a:extLst>
              <a:ext uri="{FF2B5EF4-FFF2-40B4-BE49-F238E27FC236}">
                <a16:creationId xmlns:a16="http://schemas.microsoft.com/office/drawing/2014/main" id="{996DFAFB-BCE1-4BEC-82FB-D574234DEF0A}"/>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88952" cy="6858000"/>
          </a:xfrm>
          <a:prstGeom prst="rect">
            <a:avLst/>
          </a:prstGeom>
          <a:solidFill>
            <a:schemeClr val="bg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solidFill>
                <a:schemeClr val="tx1">
                  <a:lumMod val="65000"/>
                  <a:lumOff val="35000"/>
                </a:schemeClr>
              </a:solidFill>
              <a:latin typeface="AvenirNext LT Pro Medium" panose="020B0504020202020204" pitchFamily="34" charset="0"/>
            </a:endParaRPr>
          </a:p>
        </p:txBody>
      </p:sp>
      <p:grpSp>
        <p:nvGrpSpPr>
          <p:cNvPr id="507" name="Top left">
            <a:extLst>
              <a:ext uri="{FF2B5EF4-FFF2-40B4-BE49-F238E27FC236}">
                <a16:creationId xmlns:a16="http://schemas.microsoft.com/office/drawing/2014/main" id="{E4A71F22-0E43-4930-8185-0D8C17363485}"/>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10849" y="-3086"/>
            <a:ext cx="2198951" cy="3349518"/>
            <a:chOff x="10849" y="-3086"/>
            <a:chExt cx="2198951" cy="3349518"/>
          </a:xfrm>
        </p:grpSpPr>
        <p:sp>
          <p:nvSpPr>
            <p:cNvPr id="508" name="Freeform: Shape 507">
              <a:extLst>
                <a:ext uri="{FF2B5EF4-FFF2-40B4-BE49-F238E27FC236}">
                  <a16:creationId xmlns:a16="http://schemas.microsoft.com/office/drawing/2014/main" id="{E337B2BE-9368-41E7-B9D3-4F1F971F94C8}"/>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rot="10800000">
              <a:off x="692844" y="-3086"/>
              <a:ext cx="1326111" cy="597603"/>
            </a:xfrm>
            <a:custGeom>
              <a:avLst/>
              <a:gdLst>
                <a:gd name="connsiteX0" fmla="*/ 741051 w 1482102"/>
                <a:gd name="connsiteY0" fmla="*/ 0 h 679363"/>
                <a:gd name="connsiteX1" fmla="*/ 1473822 w 1482102"/>
                <a:gd name="connsiteY1" fmla="*/ 597226 h 679363"/>
                <a:gd name="connsiteX2" fmla="*/ 1482102 w 1482102"/>
                <a:gd name="connsiteY2" fmla="*/ 679363 h 679363"/>
                <a:gd name="connsiteX3" fmla="*/ 0 w 1482102"/>
                <a:gd name="connsiteY3" fmla="*/ 679363 h 679363"/>
                <a:gd name="connsiteX4" fmla="*/ 8280 w 1482102"/>
                <a:gd name="connsiteY4" fmla="*/ 597226 h 679363"/>
                <a:gd name="connsiteX5" fmla="*/ 741051 w 1482102"/>
                <a:gd name="connsiteY5" fmla="*/ 0 h 67936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1482102" h="679363">
                  <a:moveTo>
                    <a:pt x="741051" y="0"/>
                  </a:moveTo>
                  <a:cubicBezTo>
                    <a:pt x="1102506" y="0"/>
                    <a:pt x="1404077" y="256390"/>
                    <a:pt x="1473822" y="597226"/>
                  </a:cubicBezTo>
                  <a:lnTo>
                    <a:pt x="1482102" y="679363"/>
                  </a:lnTo>
                  <a:lnTo>
                    <a:pt x="0" y="679363"/>
                  </a:lnTo>
                  <a:lnTo>
                    <a:pt x="8280" y="597226"/>
                  </a:lnTo>
                  <a:cubicBezTo>
                    <a:pt x="78025" y="256390"/>
                    <a:pt x="379596" y="0"/>
                    <a:pt x="741051" y="0"/>
                  </a:cubicBezTo>
                  <a:close/>
                </a:path>
              </a:pathLst>
            </a:cu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dirty="0">
                <a:solidFill>
                  <a:schemeClr val="tx1">
                    <a:lumMod val="65000"/>
                    <a:lumOff val="35000"/>
                  </a:schemeClr>
                </a:solidFill>
                <a:latin typeface="AvenirNext LT Pro Medium" panose="020B0504020202020204" pitchFamily="34" charset="0"/>
              </a:endParaRPr>
            </a:p>
          </p:txBody>
        </p:sp>
        <p:sp>
          <p:nvSpPr>
            <p:cNvPr id="509" name="Freeform: Shape 508">
              <a:extLst>
                <a:ext uri="{FF2B5EF4-FFF2-40B4-BE49-F238E27FC236}">
                  <a16:creationId xmlns:a16="http://schemas.microsoft.com/office/drawing/2014/main" id="{C7EDF3EA-3138-4266-8511-D57CECF0A12F}"/>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19394" y="15241"/>
              <a:ext cx="2190406" cy="3331191"/>
            </a:xfrm>
            <a:custGeom>
              <a:avLst/>
              <a:gdLst>
                <a:gd name="connsiteX0" fmla="*/ 0 w 3296088"/>
                <a:gd name="connsiteY0" fmla="*/ 5012722 h 5012722"/>
                <a:gd name="connsiteX1" fmla="*/ 244031 w 3296088"/>
                <a:gd name="connsiteY1" fmla="*/ 4820222 h 5012722"/>
                <a:gd name="connsiteX2" fmla="*/ 729234 w 3296088"/>
                <a:gd name="connsiteY2" fmla="*/ 4360641 h 5012722"/>
                <a:gd name="connsiteX3" fmla="*/ 881444 w 3296088"/>
                <a:gd name="connsiteY3" fmla="*/ 4173950 h 5012722"/>
                <a:gd name="connsiteX4" fmla="*/ 1151287 w 3296088"/>
                <a:gd name="connsiteY4" fmla="*/ 3972877 h 5012722"/>
                <a:gd name="connsiteX5" fmla="*/ 1498664 w 3296088"/>
                <a:gd name="connsiteY5" fmla="*/ 3786188 h 5012722"/>
                <a:gd name="connsiteX6" fmla="*/ 1716881 w 3296088"/>
                <a:gd name="connsiteY6" fmla="*/ 3674174 h 5012722"/>
                <a:gd name="connsiteX7" fmla="*/ 1913573 w 3296088"/>
                <a:gd name="connsiteY7" fmla="*/ 3477387 h 5012722"/>
                <a:gd name="connsiteX8" fmla="*/ 2167700 w 3296088"/>
                <a:gd name="connsiteY8" fmla="*/ 3042190 h 5012722"/>
                <a:gd name="connsiteX9" fmla="*/ 2273903 w 3296088"/>
                <a:gd name="connsiteY9" fmla="*/ 2775014 h 5012722"/>
                <a:gd name="connsiteX10" fmla="*/ 2463356 w 3296088"/>
                <a:gd name="connsiteY10" fmla="*/ 2335530 h 5012722"/>
                <a:gd name="connsiteX11" fmla="*/ 2741866 w 3296088"/>
                <a:gd name="connsiteY11" fmla="*/ 1982248 h 5012722"/>
                <a:gd name="connsiteX12" fmla="*/ 2985897 w 3296088"/>
                <a:gd name="connsiteY12" fmla="*/ 1634681 h 5012722"/>
                <a:gd name="connsiteX13" fmla="*/ 3212687 w 3296088"/>
                <a:gd name="connsiteY13" fmla="*/ 1226820 h 5012722"/>
                <a:gd name="connsiteX14" fmla="*/ 3281553 w 3296088"/>
                <a:gd name="connsiteY14" fmla="*/ 959644 h 5012722"/>
                <a:gd name="connsiteX15" fmla="*/ 3295936 w 3296088"/>
                <a:gd name="connsiteY15" fmla="*/ 701135 h 5012722"/>
                <a:gd name="connsiteX16" fmla="*/ 3267266 w 3296088"/>
                <a:gd name="connsiteY16" fmla="*/ 436817 h 5012722"/>
                <a:gd name="connsiteX17" fmla="*/ 3105341 w 3296088"/>
                <a:gd name="connsiteY17" fmla="*/ 0 h 501272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Lst>
              <a:rect l="l" t="t" r="r" b="b"/>
              <a:pathLst>
                <a:path w="3296088" h="5012722">
                  <a:moveTo>
                    <a:pt x="0" y="5012722"/>
                  </a:moveTo>
                  <a:cubicBezTo>
                    <a:pt x="81820" y="4949095"/>
                    <a:pt x="163544" y="4885468"/>
                    <a:pt x="244031" y="4820222"/>
                  </a:cubicBezTo>
                  <a:cubicBezTo>
                    <a:pt x="417671" y="4679633"/>
                    <a:pt x="589883" y="4535139"/>
                    <a:pt x="729234" y="4360641"/>
                  </a:cubicBezTo>
                  <a:cubicBezTo>
                    <a:pt x="779431" y="4297776"/>
                    <a:pt x="825818" y="4231958"/>
                    <a:pt x="881444" y="4173950"/>
                  </a:cubicBezTo>
                  <a:cubicBezTo>
                    <a:pt x="959358" y="4092607"/>
                    <a:pt x="1054799" y="4031075"/>
                    <a:pt x="1151287" y="3972877"/>
                  </a:cubicBezTo>
                  <a:cubicBezTo>
                    <a:pt x="1263968" y="3904964"/>
                    <a:pt x="1379315" y="3841337"/>
                    <a:pt x="1498664" y="3786188"/>
                  </a:cubicBezTo>
                  <a:cubicBezTo>
                    <a:pt x="1573149" y="3751802"/>
                    <a:pt x="1649159" y="3720179"/>
                    <a:pt x="1716881" y="3674174"/>
                  </a:cubicBezTo>
                  <a:cubicBezTo>
                    <a:pt x="1794034" y="3621691"/>
                    <a:pt x="1856708" y="3551492"/>
                    <a:pt x="1913573" y="3477387"/>
                  </a:cubicBezTo>
                  <a:cubicBezTo>
                    <a:pt x="2016157" y="3343751"/>
                    <a:pt x="2099024" y="3196114"/>
                    <a:pt x="2167700" y="3042190"/>
                  </a:cubicBezTo>
                  <a:cubicBezTo>
                    <a:pt x="2206752" y="2954655"/>
                    <a:pt x="2241233" y="2865215"/>
                    <a:pt x="2273903" y="2775014"/>
                  </a:cubicBezTo>
                  <a:cubicBezTo>
                    <a:pt x="2328482" y="2624423"/>
                    <a:pt x="2379440" y="2471642"/>
                    <a:pt x="2463356" y="2335530"/>
                  </a:cubicBezTo>
                  <a:cubicBezTo>
                    <a:pt x="2542127" y="2207705"/>
                    <a:pt x="2647855" y="2099501"/>
                    <a:pt x="2741866" y="1982248"/>
                  </a:cubicBezTo>
                  <a:cubicBezTo>
                    <a:pt x="2830449" y="1871758"/>
                    <a:pt x="2908554" y="1753362"/>
                    <a:pt x="2985897" y="1634681"/>
                  </a:cubicBezTo>
                  <a:cubicBezTo>
                    <a:pt x="3071146" y="1503902"/>
                    <a:pt x="3156395" y="1372172"/>
                    <a:pt x="3212687" y="1226820"/>
                  </a:cubicBezTo>
                  <a:cubicBezTo>
                    <a:pt x="3246025" y="1140809"/>
                    <a:pt x="3268790" y="1051084"/>
                    <a:pt x="3281553" y="959644"/>
                  </a:cubicBezTo>
                  <a:cubicBezTo>
                    <a:pt x="3293555" y="874014"/>
                    <a:pt x="3296888" y="787527"/>
                    <a:pt x="3295936" y="701135"/>
                  </a:cubicBezTo>
                  <a:cubicBezTo>
                    <a:pt x="3294888" y="612172"/>
                    <a:pt x="3289268" y="523018"/>
                    <a:pt x="3267266" y="436817"/>
                  </a:cubicBezTo>
                  <a:cubicBezTo>
                    <a:pt x="3227832" y="282416"/>
                    <a:pt x="3105341" y="0"/>
                    <a:pt x="3105341" y="0"/>
                  </a:cubicBezTo>
                </a:path>
              </a:pathLst>
            </a:custGeom>
            <a:noFill/>
            <a:ln w="9525" cap="rnd">
              <a:solidFill>
                <a:schemeClr val="accent2">
                  <a:alpha val="50000"/>
                </a:schemeClr>
              </a:solidFill>
              <a:prstDash val="lgDash"/>
              <a:round/>
            </a:ln>
          </p:spPr>
          <p:txBody>
            <a:bodyPr rtlCol="0" anchor="ctr"/>
            <a:lstStyle/>
            <a:p>
              <a:endParaRPr lang="en-US"/>
            </a:p>
          </p:txBody>
        </p:sp>
        <p:sp>
          <p:nvSpPr>
            <p:cNvPr id="510" name="Freeform: Shape 509">
              <a:extLst>
                <a:ext uri="{FF2B5EF4-FFF2-40B4-BE49-F238E27FC236}">
                  <a16:creationId xmlns:a16="http://schemas.microsoft.com/office/drawing/2014/main" id="{EA12DCF8-5403-4AA2-818F-2DF853DC1F99}"/>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10849" y="15178"/>
              <a:ext cx="1978674" cy="3074959"/>
            </a:xfrm>
            <a:custGeom>
              <a:avLst/>
              <a:gdLst>
                <a:gd name="connsiteX0" fmla="*/ 0 w 2977477"/>
                <a:gd name="connsiteY0" fmla="*/ 4627150 h 4627149"/>
                <a:gd name="connsiteX1" fmla="*/ 275082 w 2977477"/>
                <a:gd name="connsiteY1" fmla="*/ 4341590 h 4627149"/>
                <a:gd name="connsiteX2" fmla="*/ 502825 w 2977477"/>
                <a:gd name="connsiteY2" fmla="*/ 4054126 h 4627149"/>
                <a:gd name="connsiteX3" fmla="*/ 666179 w 2977477"/>
                <a:gd name="connsiteY3" fmla="*/ 3890677 h 4627149"/>
                <a:gd name="connsiteX4" fmla="*/ 864203 w 2977477"/>
                <a:gd name="connsiteY4" fmla="*/ 3675983 h 4627149"/>
                <a:gd name="connsiteX5" fmla="*/ 982599 w 2977477"/>
                <a:gd name="connsiteY5" fmla="*/ 3557492 h 4627149"/>
                <a:gd name="connsiteX6" fmla="*/ 1188244 w 2977477"/>
                <a:gd name="connsiteY6" fmla="*/ 3329654 h 4627149"/>
                <a:gd name="connsiteX7" fmla="*/ 1344740 w 2977477"/>
                <a:gd name="connsiteY7" fmla="*/ 3146774 h 4627149"/>
                <a:gd name="connsiteX8" fmla="*/ 1470755 w 2977477"/>
                <a:gd name="connsiteY8" fmla="*/ 2984659 h 4627149"/>
                <a:gd name="connsiteX9" fmla="*/ 1657636 w 2977477"/>
                <a:gd name="connsiteY9" fmla="*/ 2670239 h 4627149"/>
                <a:gd name="connsiteX10" fmla="*/ 1762887 w 2977477"/>
                <a:gd name="connsiteY10" fmla="*/ 2473547 h 4627149"/>
                <a:gd name="connsiteX11" fmla="*/ 1866710 w 2977477"/>
                <a:gd name="connsiteY11" fmla="*/ 2290667 h 4627149"/>
                <a:gd name="connsiteX12" fmla="*/ 2106263 w 2977477"/>
                <a:gd name="connsiteY12" fmla="*/ 2030254 h 4627149"/>
                <a:gd name="connsiteX13" fmla="*/ 2277237 w 2977477"/>
                <a:gd name="connsiteY13" fmla="*/ 1859185 h 4627149"/>
                <a:gd name="connsiteX14" fmla="*/ 2499455 w 2977477"/>
                <a:gd name="connsiteY14" fmla="*/ 1656207 h 4627149"/>
                <a:gd name="connsiteX15" fmla="*/ 2707100 w 2977477"/>
                <a:gd name="connsiteY15" fmla="*/ 1390269 h 4627149"/>
                <a:gd name="connsiteX16" fmla="*/ 2812352 w 2977477"/>
                <a:gd name="connsiteY16" fmla="*/ 1230916 h 4627149"/>
                <a:gd name="connsiteX17" fmla="*/ 2898172 w 2977477"/>
                <a:gd name="connsiteY17" fmla="*/ 1036987 h 4627149"/>
                <a:gd name="connsiteX18" fmla="*/ 2963228 w 2977477"/>
                <a:gd name="connsiteY18" fmla="*/ 850011 h 4627149"/>
                <a:gd name="connsiteX19" fmla="*/ 2977325 w 2977477"/>
                <a:gd name="connsiteY19" fmla="*/ 745427 h 4627149"/>
                <a:gd name="connsiteX20" fmla="*/ 2929509 w 2977477"/>
                <a:gd name="connsiteY20" fmla="*/ 480155 h 4627149"/>
                <a:gd name="connsiteX21" fmla="*/ 2563082 w 2977477"/>
                <a:gd name="connsiteY21" fmla="*/ 0 h 462714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Lst>
              <a:rect l="l" t="t" r="r" b="b"/>
              <a:pathLst>
                <a:path w="2977477" h="4627149">
                  <a:moveTo>
                    <a:pt x="0" y="4627150"/>
                  </a:moveTo>
                  <a:cubicBezTo>
                    <a:pt x="79820" y="4552283"/>
                    <a:pt x="203835" y="4424648"/>
                    <a:pt x="275082" y="4341590"/>
                  </a:cubicBezTo>
                  <a:cubicBezTo>
                    <a:pt x="354711" y="4248722"/>
                    <a:pt x="421005" y="4145090"/>
                    <a:pt x="502825" y="4054126"/>
                  </a:cubicBezTo>
                  <a:cubicBezTo>
                    <a:pt x="554355" y="3996881"/>
                    <a:pt x="612362" y="3945827"/>
                    <a:pt x="666179" y="3890677"/>
                  </a:cubicBezTo>
                  <a:cubicBezTo>
                    <a:pt x="734187" y="3821049"/>
                    <a:pt x="796671" y="3746183"/>
                    <a:pt x="864203" y="3675983"/>
                  </a:cubicBezTo>
                  <a:cubicBezTo>
                    <a:pt x="902875" y="3635788"/>
                    <a:pt x="943642" y="3597593"/>
                    <a:pt x="982599" y="3557492"/>
                  </a:cubicBezTo>
                  <a:cubicBezTo>
                    <a:pt x="1053941" y="3484150"/>
                    <a:pt x="1121378" y="3407093"/>
                    <a:pt x="1188244" y="3329654"/>
                  </a:cubicBezTo>
                  <a:cubicBezTo>
                    <a:pt x="1240631" y="3268885"/>
                    <a:pt x="1293495" y="3208496"/>
                    <a:pt x="1344740" y="3146774"/>
                  </a:cubicBezTo>
                  <a:cubicBezTo>
                    <a:pt x="1388459" y="3094101"/>
                    <a:pt x="1431512" y="3040761"/>
                    <a:pt x="1470755" y="2984659"/>
                  </a:cubicBezTo>
                  <a:cubicBezTo>
                    <a:pt x="1540764" y="2884646"/>
                    <a:pt x="1598771" y="2777109"/>
                    <a:pt x="1657636" y="2670239"/>
                  </a:cubicBezTo>
                  <a:cubicBezTo>
                    <a:pt x="1693545" y="2605088"/>
                    <a:pt x="1728502" y="2539460"/>
                    <a:pt x="1762887" y="2473547"/>
                  </a:cubicBezTo>
                  <a:cubicBezTo>
                    <a:pt x="1795367" y="2411349"/>
                    <a:pt x="1826419" y="2348103"/>
                    <a:pt x="1866710" y="2290667"/>
                  </a:cubicBezTo>
                  <a:cubicBezTo>
                    <a:pt x="1934623" y="2193893"/>
                    <a:pt x="2022729" y="2114169"/>
                    <a:pt x="2106263" y="2030254"/>
                  </a:cubicBezTo>
                  <a:cubicBezTo>
                    <a:pt x="2163128" y="1973104"/>
                    <a:pt x="2218182" y="1914049"/>
                    <a:pt x="2277237" y="1859185"/>
                  </a:cubicBezTo>
                  <a:cubicBezTo>
                    <a:pt x="2350770" y="1790891"/>
                    <a:pt x="2430304" y="1728978"/>
                    <a:pt x="2499455" y="1656207"/>
                  </a:cubicBezTo>
                  <a:cubicBezTo>
                    <a:pt x="2576989" y="1574578"/>
                    <a:pt x="2641568" y="1481900"/>
                    <a:pt x="2707100" y="1390269"/>
                  </a:cubicBezTo>
                  <a:cubicBezTo>
                    <a:pt x="2744153" y="1338453"/>
                    <a:pt x="2781586" y="1286732"/>
                    <a:pt x="2812352" y="1230916"/>
                  </a:cubicBezTo>
                  <a:cubicBezTo>
                    <a:pt x="2846546" y="1168908"/>
                    <a:pt x="2872550" y="1102900"/>
                    <a:pt x="2898172" y="1036987"/>
                  </a:cubicBezTo>
                  <a:cubicBezTo>
                    <a:pt x="2922175" y="975455"/>
                    <a:pt x="2948273" y="914305"/>
                    <a:pt x="2963228" y="850011"/>
                  </a:cubicBezTo>
                  <a:cubicBezTo>
                    <a:pt x="2971229" y="815626"/>
                    <a:pt x="2976563" y="780764"/>
                    <a:pt x="2977325" y="745427"/>
                  </a:cubicBezTo>
                  <a:cubicBezTo>
                    <a:pt x="2979230" y="654844"/>
                    <a:pt x="2963323" y="564261"/>
                    <a:pt x="2929509" y="480155"/>
                  </a:cubicBezTo>
                  <a:cubicBezTo>
                    <a:pt x="2851309" y="285655"/>
                    <a:pt x="2563082" y="0"/>
                    <a:pt x="2563082" y="0"/>
                  </a:cubicBezTo>
                </a:path>
              </a:pathLst>
            </a:custGeom>
            <a:noFill/>
            <a:ln w="9525" cap="rnd">
              <a:solidFill>
                <a:schemeClr val="accent2">
                  <a:alpha val="50000"/>
                </a:schemeClr>
              </a:solidFill>
              <a:prstDash val="lgDash"/>
              <a:round/>
            </a:ln>
          </p:spPr>
          <p:txBody>
            <a:bodyPr rtlCol="0" anchor="ctr"/>
            <a:lstStyle/>
            <a:p>
              <a:endParaRPr lang="en-US"/>
            </a:p>
          </p:txBody>
        </p:sp>
        <p:sp>
          <p:nvSpPr>
            <p:cNvPr id="511" name="Freeform: Shape 510">
              <a:extLst>
                <a:ext uri="{FF2B5EF4-FFF2-40B4-BE49-F238E27FC236}">
                  <a16:creationId xmlns:a16="http://schemas.microsoft.com/office/drawing/2014/main" id="{AD89B414-72F6-4409-A12B-4F23F1CE0F3C}"/>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25092" y="15178"/>
              <a:ext cx="1566146" cy="2737264"/>
            </a:xfrm>
            <a:custGeom>
              <a:avLst/>
              <a:gdLst>
                <a:gd name="connsiteX0" fmla="*/ 1707071 w 2356712"/>
                <a:gd name="connsiteY0" fmla="*/ 0 h 4118991"/>
                <a:gd name="connsiteX1" fmla="*/ 1824514 w 2356712"/>
                <a:gd name="connsiteY1" fmla="*/ 244697 h 4118991"/>
                <a:gd name="connsiteX2" fmla="*/ 1908715 w 2356712"/>
                <a:gd name="connsiteY2" fmla="*/ 328994 h 4118991"/>
                <a:gd name="connsiteX3" fmla="*/ 2226469 w 2356712"/>
                <a:gd name="connsiteY3" fmla="*/ 603695 h 4118991"/>
                <a:gd name="connsiteX4" fmla="*/ 2355628 w 2356712"/>
                <a:gd name="connsiteY4" fmla="*/ 900494 h 4118991"/>
                <a:gd name="connsiteX5" fmla="*/ 2281428 w 2356712"/>
                <a:gd name="connsiteY5" fmla="*/ 1206913 h 4118991"/>
                <a:gd name="connsiteX6" fmla="*/ 2092452 w 2356712"/>
                <a:gd name="connsiteY6" fmla="*/ 1460659 h 4118991"/>
                <a:gd name="connsiteX7" fmla="*/ 1834039 w 2356712"/>
                <a:gd name="connsiteY7" fmla="*/ 1625822 h 4118991"/>
                <a:gd name="connsiteX8" fmla="*/ 1558862 w 2356712"/>
                <a:gd name="connsiteY8" fmla="*/ 1743075 h 4118991"/>
                <a:gd name="connsiteX9" fmla="*/ 1386554 w 2356712"/>
                <a:gd name="connsiteY9" fmla="*/ 1869948 h 4118991"/>
                <a:gd name="connsiteX10" fmla="*/ 1271683 w 2356712"/>
                <a:gd name="connsiteY10" fmla="*/ 2073402 h 4118991"/>
                <a:gd name="connsiteX11" fmla="*/ 1178338 w 2356712"/>
                <a:gd name="connsiteY11" fmla="*/ 2355914 h 4118991"/>
                <a:gd name="connsiteX12" fmla="*/ 1113758 w 2356712"/>
                <a:gd name="connsiteY12" fmla="*/ 2578513 h 4118991"/>
                <a:gd name="connsiteX13" fmla="*/ 1034796 w 2356712"/>
                <a:gd name="connsiteY13" fmla="*/ 2834640 h 4118991"/>
                <a:gd name="connsiteX14" fmla="*/ 905637 w 2356712"/>
                <a:gd name="connsiteY14" fmla="*/ 3081242 h 4118991"/>
                <a:gd name="connsiteX15" fmla="*/ 793147 w 2356712"/>
                <a:gd name="connsiteY15" fmla="*/ 3258407 h 4118991"/>
                <a:gd name="connsiteX16" fmla="*/ 546735 w 2356712"/>
                <a:gd name="connsiteY16" fmla="*/ 3571970 h 4118991"/>
                <a:gd name="connsiteX17" fmla="*/ 346996 w 2356712"/>
                <a:gd name="connsiteY17" fmla="*/ 3771900 h 4118991"/>
                <a:gd name="connsiteX18" fmla="*/ 174689 w 2356712"/>
                <a:gd name="connsiteY18" fmla="*/ 3944207 h 4118991"/>
                <a:gd name="connsiteX19" fmla="*/ 0 w 2356712"/>
                <a:gd name="connsiteY19" fmla="*/ 4118991 h 411899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Lst>
              <a:rect l="l" t="t" r="r" b="b"/>
              <a:pathLst>
                <a:path w="2356712" h="4118991">
                  <a:moveTo>
                    <a:pt x="1707071" y="0"/>
                  </a:moveTo>
                  <a:cubicBezTo>
                    <a:pt x="1715357" y="22098"/>
                    <a:pt x="1812608" y="224409"/>
                    <a:pt x="1824514" y="244697"/>
                  </a:cubicBezTo>
                  <a:cubicBezTo>
                    <a:pt x="1844802" y="279273"/>
                    <a:pt x="1876996" y="304324"/>
                    <a:pt x="1908715" y="328994"/>
                  </a:cubicBezTo>
                  <a:cubicBezTo>
                    <a:pt x="2019967" y="415195"/>
                    <a:pt x="2137886" y="494633"/>
                    <a:pt x="2226469" y="603695"/>
                  </a:cubicBezTo>
                  <a:cubicBezTo>
                    <a:pt x="2296287" y="689610"/>
                    <a:pt x="2347817" y="790480"/>
                    <a:pt x="2355628" y="900494"/>
                  </a:cubicBezTo>
                  <a:cubicBezTo>
                    <a:pt x="2363248" y="1007078"/>
                    <a:pt x="2329910" y="1111187"/>
                    <a:pt x="2281428" y="1206913"/>
                  </a:cubicBezTo>
                  <a:cubicBezTo>
                    <a:pt x="2233422" y="1301877"/>
                    <a:pt x="2170938" y="1388936"/>
                    <a:pt x="2092452" y="1460659"/>
                  </a:cubicBezTo>
                  <a:cubicBezTo>
                    <a:pt x="2016538" y="1530001"/>
                    <a:pt x="1927765" y="1583436"/>
                    <a:pt x="1834039" y="1625822"/>
                  </a:cubicBezTo>
                  <a:cubicBezTo>
                    <a:pt x="1743075" y="1666970"/>
                    <a:pt x="1647730" y="1697736"/>
                    <a:pt x="1558862" y="1743075"/>
                  </a:cubicBezTo>
                  <a:cubicBezTo>
                    <a:pt x="1494758" y="1775841"/>
                    <a:pt x="1434275" y="1816132"/>
                    <a:pt x="1386554" y="1869948"/>
                  </a:cubicBezTo>
                  <a:cubicBezTo>
                    <a:pt x="1334548" y="1928622"/>
                    <a:pt x="1300544" y="2000345"/>
                    <a:pt x="1271683" y="2073402"/>
                  </a:cubicBezTo>
                  <a:cubicBezTo>
                    <a:pt x="1235202" y="2165699"/>
                    <a:pt x="1206722" y="2260759"/>
                    <a:pt x="1178338" y="2355914"/>
                  </a:cubicBezTo>
                  <a:cubicBezTo>
                    <a:pt x="1156240" y="2429923"/>
                    <a:pt x="1134237" y="2504028"/>
                    <a:pt x="1113758" y="2578513"/>
                  </a:cubicBezTo>
                  <a:cubicBezTo>
                    <a:pt x="1090041" y="2664714"/>
                    <a:pt x="1068134" y="2751678"/>
                    <a:pt x="1034796" y="2834640"/>
                  </a:cubicBezTo>
                  <a:cubicBezTo>
                    <a:pt x="1000125" y="2920841"/>
                    <a:pt x="953643" y="3001613"/>
                    <a:pt x="905637" y="3081242"/>
                  </a:cubicBezTo>
                  <a:cubicBezTo>
                    <a:pt x="869442" y="3141155"/>
                    <a:pt x="832295" y="3200400"/>
                    <a:pt x="793147" y="3258407"/>
                  </a:cubicBezTo>
                  <a:cubicBezTo>
                    <a:pt x="718661" y="3368802"/>
                    <a:pt x="637223" y="3474434"/>
                    <a:pt x="546735" y="3571970"/>
                  </a:cubicBezTo>
                  <a:cubicBezTo>
                    <a:pt x="482632" y="3641027"/>
                    <a:pt x="414147" y="3705797"/>
                    <a:pt x="346996" y="3771900"/>
                  </a:cubicBezTo>
                  <a:cubicBezTo>
                    <a:pt x="288989" y="3828764"/>
                    <a:pt x="232029" y="3886676"/>
                    <a:pt x="174689" y="3944207"/>
                  </a:cubicBezTo>
                  <a:cubicBezTo>
                    <a:pt x="116586" y="4002596"/>
                    <a:pt x="58293" y="4060698"/>
                    <a:pt x="0" y="4118991"/>
                  </a:cubicBezTo>
                </a:path>
              </a:pathLst>
            </a:custGeom>
            <a:noFill/>
            <a:ln w="9525" cap="rnd">
              <a:solidFill>
                <a:schemeClr val="accent2">
                  <a:alpha val="50000"/>
                </a:schemeClr>
              </a:solidFill>
              <a:prstDash val="lgDash"/>
              <a:round/>
            </a:ln>
          </p:spPr>
          <p:txBody>
            <a:bodyPr rtlCol="0" anchor="ctr"/>
            <a:lstStyle/>
            <a:p>
              <a:endParaRPr lang="en-US"/>
            </a:p>
          </p:txBody>
        </p:sp>
        <p:sp>
          <p:nvSpPr>
            <p:cNvPr id="384" name="Freeform: Shape 383">
              <a:extLst>
                <a:ext uri="{FF2B5EF4-FFF2-40B4-BE49-F238E27FC236}">
                  <a16:creationId xmlns:a16="http://schemas.microsoft.com/office/drawing/2014/main" id="{214BA161-43C1-4B9D-A341-694B88127DC4}"/>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10849" y="15178"/>
              <a:ext cx="1368431" cy="2644975"/>
            </a:xfrm>
            <a:custGeom>
              <a:avLst/>
              <a:gdLst>
                <a:gd name="connsiteX0" fmla="*/ 0 w 2059193"/>
                <a:gd name="connsiteY0" fmla="*/ 3980116 h 3980116"/>
                <a:gd name="connsiteX1" fmla="*/ 471583 w 2059193"/>
                <a:gd name="connsiteY1" fmla="*/ 3515678 h 3980116"/>
                <a:gd name="connsiteX2" fmla="*/ 758666 w 2059193"/>
                <a:gd name="connsiteY2" fmla="*/ 3163824 h 3980116"/>
                <a:gd name="connsiteX3" fmla="*/ 940499 w 2059193"/>
                <a:gd name="connsiteY3" fmla="*/ 2780824 h 3980116"/>
                <a:gd name="connsiteX4" fmla="*/ 1055370 w 2059193"/>
                <a:gd name="connsiteY4" fmla="*/ 2242185 h 3980116"/>
                <a:gd name="connsiteX5" fmla="*/ 1136714 w 2059193"/>
                <a:gd name="connsiteY5" fmla="*/ 1878330 h 3980116"/>
                <a:gd name="connsiteX6" fmla="*/ 1246727 w 2059193"/>
                <a:gd name="connsiteY6" fmla="*/ 1562386 h 3980116"/>
                <a:gd name="connsiteX7" fmla="*/ 1378363 w 2059193"/>
                <a:gd name="connsiteY7" fmla="*/ 1430750 h 3980116"/>
                <a:gd name="connsiteX8" fmla="*/ 1691831 w 2059193"/>
                <a:gd name="connsiteY8" fmla="*/ 1394841 h 3980116"/>
                <a:gd name="connsiteX9" fmla="*/ 1914335 w 2059193"/>
                <a:gd name="connsiteY9" fmla="*/ 1323023 h 3980116"/>
                <a:gd name="connsiteX10" fmla="*/ 2055495 w 2059193"/>
                <a:gd name="connsiteY10" fmla="*/ 1098042 h 3980116"/>
                <a:gd name="connsiteX11" fmla="*/ 2033969 w 2059193"/>
                <a:gd name="connsiteY11" fmla="*/ 930497 h 3980116"/>
                <a:gd name="connsiteX12" fmla="*/ 1885664 w 2059193"/>
                <a:gd name="connsiteY12" fmla="*/ 760571 h 3980116"/>
                <a:gd name="connsiteX13" fmla="*/ 1636871 w 2059193"/>
                <a:gd name="connsiteY13" fmla="*/ 612172 h 3980116"/>
                <a:gd name="connsiteX14" fmla="*/ 1335405 w 2059193"/>
                <a:gd name="connsiteY14" fmla="*/ 459010 h 3980116"/>
                <a:gd name="connsiteX15" fmla="*/ 1234916 w 2059193"/>
                <a:gd name="connsiteY15" fmla="*/ 269939 h 3980116"/>
                <a:gd name="connsiteX16" fmla="*/ 1386935 w 2059193"/>
                <a:gd name="connsiteY16" fmla="*/ 0 h 398011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Lst>
              <a:rect l="l" t="t" r="r" b="b"/>
              <a:pathLst>
                <a:path w="2059193" h="3980116">
                  <a:moveTo>
                    <a:pt x="0" y="3980116"/>
                  </a:moveTo>
                  <a:cubicBezTo>
                    <a:pt x="91345" y="3889534"/>
                    <a:pt x="382715" y="3608737"/>
                    <a:pt x="471583" y="3515678"/>
                  </a:cubicBezTo>
                  <a:cubicBezTo>
                    <a:pt x="576358" y="3405949"/>
                    <a:pt x="675989" y="3290983"/>
                    <a:pt x="758666" y="3163824"/>
                  </a:cubicBezTo>
                  <a:cubicBezTo>
                    <a:pt x="836105" y="3044857"/>
                    <a:pt x="897445" y="2916079"/>
                    <a:pt x="940499" y="2780824"/>
                  </a:cubicBezTo>
                  <a:cubicBezTo>
                    <a:pt x="996315" y="2605754"/>
                    <a:pt x="1020985" y="2422874"/>
                    <a:pt x="1055370" y="2242185"/>
                  </a:cubicBezTo>
                  <a:cubicBezTo>
                    <a:pt x="1078611" y="2120075"/>
                    <a:pt x="1107472" y="1999107"/>
                    <a:pt x="1136714" y="1878330"/>
                  </a:cubicBezTo>
                  <a:cubicBezTo>
                    <a:pt x="1163098" y="1769174"/>
                    <a:pt x="1189482" y="1658588"/>
                    <a:pt x="1246727" y="1562386"/>
                  </a:cubicBezTo>
                  <a:cubicBezTo>
                    <a:pt x="1279208" y="1507808"/>
                    <a:pt x="1321689" y="1459039"/>
                    <a:pt x="1378363" y="1430750"/>
                  </a:cubicBezTo>
                  <a:cubicBezTo>
                    <a:pt x="1473327" y="1383221"/>
                    <a:pt x="1584865" y="1402652"/>
                    <a:pt x="1691831" y="1394841"/>
                  </a:cubicBezTo>
                  <a:cubicBezTo>
                    <a:pt x="1771079" y="1389031"/>
                    <a:pt x="1849279" y="1368266"/>
                    <a:pt x="1914335" y="1323023"/>
                  </a:cubicBezTo>
                  <a:cubicBezTo>
                    <a:pt x="1989963" y="1270445"/>
                    <a:pt x="2041493" y="1189101"/>
                    <a:pt x="2055495" y="1098042"/>
                  </a:cubicBezTo>
                  <a:cubicBezTo>
                    <a:pt x="2064258" y="1041178"/>
                    <a:pt x="2057591" y="982980"/>
                    <a:pt x="2033969" y="930497"/>
                  </a:cubicBezTo>
                  <a:cubicBezTo>
                    <a:pt x="2002727" y="861060"/>
                    <a:pt x="1945958" y="807625"/>
                    <a:pt x="1885664" y="760571"/>
                  </a:cubicBezTo>
                  <a:cubicBezTo>
                    <a:pt x="1809179" y="700945"/>
                    <a:pt x="1725549" y="651415"/>
                    <a:pt x="1636871" y="612172"/>
                  </a:cubicBezTo>
                  <a:cubicBezTo>
                    <a:pt x="1532763" y="566071"/>
                    <a:pt x="1421606" y="532543"/>
                    <a:pt x="1335405" y="459010"/>
                  </a:cubicBezTo>
                  <a:cubicBezTo>
                    <a:pt x="1277969" y="409956"/>
                    <a:pt x="1232059" y="344615"/>
                    <a:pt x="1234916" y="269939"/>
                  </a:cubicBezTo>
                  <a:cubicBezTo>
                    <a:pt x="1237012" y="211741"/>
                    <a:pt x="1386935" y="0"/>
                    <a:pt x="1386935" y="0"/>
                  </a:cubicBezTo>
                </a:path>
              </a:pathLst>
            </a:custGeom>
            <a:noFill/>
            <a:ln w="9525" cap="rnd">
              <a:solidFill>
                <a:schemeClr val="accent2">
                  <a:alpha val="50000"/>
                </a:schemeClr>
              </a:solidFill>
              <a:prstDash val="lgDash"/>
              <a:round/>
            </a:ln>
          </p:spPr>
          <p:txBody>
            <a:bodyPr rtlCol="0" anchor="ctr"/>
            <a:lstStyle/>
            <a:p>
              <a:endParaRPr lang="en-US"/>
            </a:p>
          </p:txBody>
        </p:sp>
        <p:sp>
          <p:nvSpPr>
            <p:cNvPr id="385" name="Freeform: Shape 384">
              <a:extLst>
                <a:ext uri="{FF2B5EF4-FFF2-40B4-BE49-F238E27FC236}">
                  <a16:creationId xmlns:a16="http://schemas.microsoft.com/office/drawing/2014/main" id="{B211E8CC-9B3E-4E58-821A-069B7C1098DE}"/>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18825" y="543780"/>
              <a:ext cx="494287" cy="1905590"/>
            </a:xfrm>
            <a:custGeom>
              <a:avLst/>
              <a:gdLst>
                <a:gd name="connsiteX0" fmla="*/ 11144 w 743796"/>
                <a:gd name="connsiteY0" fmla="*/ 0 h 2867501"/>
                <a:gd name="connsiteX1" fmla="*/ 353663 w 743796"/>
                <a:gd name="connsiteY1" fmla="*/ 55245 h 2867501"/>
                <a:gd name="connsiteX2" fmla="*/ 571405 w 743796"/>
                <a:gd name="connsiteY2" fmla="*/ 179737 h 2867501"/>
                <a:gd name="connsiteX3" fmla="*/ 688658 w 743796"/>
                <a:gd name="connsiteY3" fmla="*/ 368808 h 2867501"/>
                <a:gd name="connsiteX4" fmla="*/ 731711 w 743796"/>
                <a:gd name="connsiteY4" fmla="*/ 612934 h 2867501"/>
                <a:gd name="connsiteX5" fmla="*/ 725233 w 743796"/>
                <a:gd name="connsiteY5" fmla="*/ 995648 h 2867501"/>
                <a:gd name="connsiteX6" fmla="*/ 742855 w 743796"/>
                <a:gd name="connsiteY6" fmla="*/ 1499330 h 2867501"/>
                <a:gd name="connsiteX7" fmla="*/ 707898 w 743796"/>
                <a:gd name="connsiteY7" fmla="*/ 1793081 h 2867501"/>
                <a:gd name="connsiteX8" fmla="*/ 633222 w 743796"/>
                <a:gd name="connsiteY8" fmla="*/ 2073592 h 2867501"/>
                <a:gd name="connsiteX9" fmla="*/ 404527 w 743796"/>
                <a:gd name="connsiteY9" fmla="*/ 2472404 h 2867501"/>
                <a:gd name="connsiteX10" fmla="*/ 0 w 743796"/>
                <a:gd name="connsiteY10" fmla="*/ 2867501 h 286750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743796" h="2867501">
                  <a:moveTo>
                    <a:pt x="11144" y="0"/>
                  </a:moveTo>
                  <a:cubicBezTo>
                    <a:pt x="101060" y="2953"/>
                    <a:pt x="268796" y="25146"/>
                    <a:pt x="353663" y="55245"/>
                  </a:cubicBezTo>
                  <a:cubicBezTo>
                    <a:pt x="433483" y="83534"/>
                    <a:pt x="510635" y="120967"/>
                    <a:pt x="571405" y="179737"/>
                  </a:cubicBezTo>
                  <a:cubicBezTo>
                    <a:pt x="625412" y="231934"/>
                    <a:pt x="663607" y="297942"/>
                    <a:pt x="688658" y="368808"/>
                  </a:cubicBezTo>
                  <a:cubicBezTo>
                    <a:pt x="716375" y="447103"/>
                    <a:pt x="727996" y="529876"/>
                    <a:pt x="731711" y="612934"/>
                  </a:cubicBezTo>
                  <a:cubicBezTo>
                    <a:pt x="737426" y="740474"/>
                    <a:pt x="724948" y="867918"/>
                    <a:pt x="725233" y="995648"/>
                  </a:cubicBezTo>
                  <a:cubicBezTo>
                    <a:pt x="725710" y="1163765"/>
                    <a:pt x="748665" y="1331309"/>
                    <a:pt x="742855" y="1499330"/>
                  </a:cubicBezTo>
                  <a:cubicBezTo>
                    <a:pt x="739426" y="1598009"/>
                    <a:pt x="725996" y="1696022"/>
                    <a:pt x="707898" y="1793081"/>
                  </a:cubicBezTo>
                  <a:cubicBezTo>
                    <a:pt x="690086" y="1888426"/>
                    <a:pt x="666845" y="1982724"/>
                    <a:pt x="633222" y="2073592"/>
                  </a:cubicBezTo>
                  <a:cubicBezTo>
                    <a:pt x="579692" y="2218182"/>
                    <a:pt x="499682" y="2351056"/>
                    <a:pt x="404527" y="2472404"/>
                  </a:cubicBezTo>
                  <a:cubicBezTo>
                    <a:pt x="266033" y="2648902"/>
                    <a:pt x="179642" y="2732818"/>
                    <a:pt x="0" y="2867501"/>
                  </a:cubicBezTo>
                </a:path>
              </a:pathLst>
            </a:custGeom>
            <a:noFill/>
            <a:ln w="9525" cap="rnd">
              <a:solidFill>
                <a:schemeClr val="accent2">
                  <a:alpha val="50000"/>
                </a:schemeClr>
              </a:solidFill>
              <a:prstDash val="lgDash"/>
              <a:round/>
            </a:ln>
          </p:spPr>
          <p:txBody>
            <a:bodyPr rtlCol="0" anchor="ctr"/>
            <a:lstStyle/>
            <a:p>
              <a:endParaRPr lang="en-US"/>
            </a:p>
          </p:txBody>
        </p:sp>
        <p:sp>
          <p:nvSpPr>
            <p:cNvPr id="386" name="Freeform: Shape 385">
              <a:extLst>
                <a:ext uri="{FF2B5EF4-FFF2-40B4-BE49-F238E27FC236}">
                  <a16:creationId xmlns:a16="http://schemas.microsoft.com/office/drawing/2014/main" id="{B29FA542-0294-4239-B976-E5D20656CA52}"/>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10849" y="672286"/>
              <a:ext cx="396930" cy="1690303"/>
            </a:xfrm>
            <a:custGeom>
              <a:avLst/>
              <a:gdLst>
                <a:gd name="connsiteX0" fmla="*/ 16478 w 597294"/>
                <a:gd name="connsiteY0" fmla="*/ 2079 h 2543540"/>
                <a:gd name="connsiteX1" fmla="*/ 299847 w 597294"/>
                <a:gd name="connsiteY1" fmla="*/ 53991 h 2543540"/>
                <a:gd name="connsiteX2" fmla="*/ 503206 w 597294"/>
                <a:gd name="connsiteY2" fmla="*/ 291354 h 2543540"/>
                <a:gd name="connsiteX3" fmla="*/ 525113 w 597294"/>
                <a:gd name="connsiteY3" fmla="*/ 724265 h 2543540"/>
                <a:gd name="connsiteX4" fmla="*/ 578930 w 597294"/>
                <a:gd name="connsiteY4" fmla="*/ 1117267 h 2543540"/>
                <a:gd name="connsiteX5" fmla="*/ 592931 w 597294"/>
                <a:gd name="connsiteY5" fmla="*/ 1476359 h 2543540"/>
                <a:gd name="connsiteX6" fmla="*/ 503206 w 597294"/>
                <a:gd name="connsiteY6" fmla="*/ 1859359 h 2543540"/>
                <a:gd name="connsiteX7" fmla="*/ 291846 w 597294"/>
                <a:gd name="connsiteY7" fmla="*/ 2250361 h 2543540"/>
                <a:gd name="connsiteX8" fmla="*/ 0 w 597294"/>
                <a:gd name="connsiteY8" fmla="*/ 2543540 h 254354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597294" h="2543540">
                  <a:moveTo>
                    <a:pt x="16478" y="2079"/>
                  </a:moveTo>
                  <a:cubicBezTo>
                    <a:pt x="101441" y="-6684"/>
                    <a:pt x="224885" y="12557"/>
                    <a:pt x="299847" y="53991"/>
                  </a:cubicBezTo>
                  <a:cubicBezTo>
                    <a:pt x="394240" y="106092"/>
                    <a:pt x="468440" y="189341"/>
                    <a:pt x="503206" y="291354"/>
                  </a:cubicBezTo>
                  <a:cubicBezTo>
                    <a:pt x="550069" y="429085"/>
                    <a:pt x="520827" y="577770"/>
                    <a:pt x="525113" y="724265"/>
                  </a:cubicBezTo>
                  <a:cubicBezTo>
                    <a:pt x="529019" y="856472"/>
                    <a:pt x="561118" y="986012"/>
                    <a:pt x="578930" y="1117267"/>
                  </a:cubicBezTo>
                  <a:cubicBezTo>
                    <a:pt x="595122" y="1236234"/>
                    <a:pt x="602742" y="1356630"/>
                    <a:pt x="592931" y="1476359"/>
                  </a:cubicBezTo>
                  <a:cubicBezTo>
                    <a:pt x="582073" y="1607709"/>
                    <a:pt x="549783" y="1736011"/>
                    <a:pt x="503206" y="1859359"/>
                  </a:cubicBezTo>
                  <a:cubicBezTo>
                    <a:pt x="450628" y="1998710"/>
                    <a:pt x="383857" y="2133298"/>
                    <a:pt x="291846" y="2250361"/>
                  </a:cubicBezTo>
                  <a:cubicBezTo>
                    <a:pt x="231553" y="2327132"/>
                    <a:pt x="73819" y="2479532"/>
                    <a:pt x="0" y="2543540"/>
                  </a:cubicBezTo>
                </a:path>
              </a:pathLst>
            </a:custGeom>
            <a:noFill/>
            <a:ln w="9525" cap="rnd">
              <a:solidFill>
                <a:schemeClr val="accent2">
                  <a:alpha val="50000"/>
                </a:schemeClr>
              </a:solidFill>
              <a:prstDash val="lgDash"/>
              <a:round/>
            </a:ln>
          </p:spPr>
          <p:txBody>
            <a:bodyPr rtlCol="0" anchor="ctr"/>
            <a:lstStyle/>
            <a:p>
              <a:endParaRPr lang="en-US"/>
            </a:p>
          </p:txBody>
        </p:sp>
        <p:sp>
          <p:nvSpPr>
            <p:cNvPr id="387" name="Freeform: Shape 386">
              <a:extLst>
                <a:ext uri="{FF2B5EF4-FFF2-40B4-BE49-F238E27FC236}">
                  <a16:creationId xmlns:a16="http://schemas.microsoft.com/office/drawing/2014/main" id="{EA9045A3-208C-4023-9F44-D62234135622}"/>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23002" y="881264"/>
              <a:ext cx="258791" cy="1336561"/>
            </a:xfrm>
            <a:custGeom>
              <a:avLst/>
              <a:gdLst>
                <a:gd name="connsiteX0" fmla="*/ 0 w 389425"/>
                <a:gd name="connsiteY0" fmla="*/ 33 h 2011236"/>
                <a:gd name="connsiteX1" fmla="*/ 171260 w 389425"/>
                <a:gd name="connsiteY1" fmla="*/ 60326 h 2011236"/>
                <a:gd name="connsiteX2" fmla="*/ 211455 w 389425"/>
                <a:gd name="connsiteY2" fmla="*/ 221204 h 2011236"/>
                <a:gd name="connsiteX3" fmla="*/ 243078 w 389425"/>
                <a:gd name="connsiteY3" fmla="*/ 448089 h 2011236"/>
                <a:gd name="connsiteX4" fmla="*/ 346424 w 389425"/>
                <a:gd name="connsiteY4" fmla="*/ 789941 h 2011236"/>
                <a:gd name="connsiteX5" fmla="*/ 372237 w 389425"/>
                <a:gd name="connsiteY5" fmla="*/ 942151 h 2011236"/>
                <a:gd name="connsiteX6" fmla="*/ 386620 w 389425"/>
                <a:gd name="connsiteY6" fmla="*/ 1272478 h 2011236"/>
                <a:gd name="connsiteX7" fmla="*/ 280416 w 389425"/>
                <a:gd name="connsiteY7" fmla="*/ 1660241 h 2011236"/>
                <a:gd name="connsiteX8" fmla="*/ 151257 w 389425"/>
                <a:gd name="connsiteY8" fmla="*/ 1844073 h 2011236"/>
                <a:gd name="connsiteX9" fmla="*/ 1905 w 389425"/>
                <a:gd name="connsiteY9" fmla="*/ 2011237 h 201123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389425" h="2011236">
                  <a:moveTo>
                    <a:pt x="0" y="33"/>
                  </a:moveTo>
                  <a:cubicBezTo>
                    <a:pt x="57912" y="-824"/>
                    <a:pt x="136112" y="14892"/>
                    <a:pt x="171260" y="60326"/>
                  </a:cubicBezTo>
                  <a:cubicBezTo>
                    <a:pt x="205645" y="104903"/>
                    <a:pt x="207740" y="164244"/>
                    <a:pt x="211455" y="221204"/>
                  </a:cubicBezTo>
                  <a:cubicBezTo>
                    <a:pt x="216408" y="297594"/>
                    <a:pt x="225838" y="373604"/>
                    <a:pt x="243078" y="448089"/>
                  </a:cubicBezTo>
                  <a:cubicBezTo>
                    <a:pt x="269939" y="564199"/>
                    <a:pt x="319183" y="673927"/>
                    <a:pt x="346424" y="789941"/>
                  </a:cubicBezTo>
                  <a:cubicBezTo>
                    <a:pt x="358235" y="840043"/>
                    <a:pt x="365951" y="891097"/>
                    <a:pt x="372237" y="942151"/>
                  </a:cubicBezTo>
                  <a:cubicBezTo>
                    <a:pt x="385858" y="1051784"/>
                    <a:pt x="394049" y="1162274"/>
                    <a:pt x="386620" y="1272478"/>
                  </a:cubicBezTo>
                  <a:cubicBezTo>
                    <a:pt x="377476" y="1407828"/>
                    <a:pt x="344996" y="1541178"/>
                    <a:pt x="280416" y="1660241"/>
                  </a:cubicBezTo>
                  <a:cubicBezTo>
                    <a:pt x="244602" y="1726249"/>
                    <a:pt x="199358" y="1786352"/>
                    <a:pt x="151257" y="1844073"/>
                  </a:cubicBezTo>
                  <a:cubicBezTo>
                    <a:pt x="79534" y="1930084"/>
                    <a:pt x="89345" y="1941419"/>
                    <a:pt x="1905" y="2011237"/>
                  </a:cubicBezTo>
                </a:path>
              </a:pathLst>
            </a:custGeom>
            <a:noFill/>
            <a:ln w="9525" cap="rnd">
              <a:solidFill>
                <a:schemeClr val="accent2">
                  <a:alpha val="50000"/>
                </a:schemeClr>
              </a:solidFill>
              <a:prstDash val="lgDash"/>
              <a:round/>
            </a:ln>
          </p:spPr>
          <p:txBody>
            <a:bodyPr rtlCol="0" anchor="ctr"/>
            <a:lstStyle/>
            <a:p>
              <a:endParaRPr lang="en-US" dirty="0"/>
            </a:p>
          </p:txBody>
        </p:sp>
      </p:grpSp>
      <p:sp>
        <p:nvSpPr>
          <p:cNvPr id="2" name="Title 1">
            <a:extLst>
              <a:ext uri="{FF2B5EF4-FFF2-40B4-BE49-F238E27FC236}">
                <a16:creationId xmlns:a16="http://schemas.microsoft.com/office/drawing/2014/main" id="{5E493DC4-5937-7F43-28A8-970E6AE9B2D5}"/>
              </a:ext>
            </a:extLst>
          </p:cNvPr>
          <p:cNvSpPr>
            <a:spLocks noGrp="1"/>
          </p:cNvSpPr>
          <p:nvPr>
            <p:ph type="title"/>
          </p:nvPr>
        </p:nvSpPr>
        <p:spPr>
          <a:xfrm>
            <a:off x="996275" y="163350"/>
            <a:ext cx="10587047" cy="2065889"/>
          </a:xfrm>
        </p:spPr>
        <p:txBody>
          <a:bodyPr vert="horz" lIns="91440" tIns="45720" rIns="91440" bIns="45720" rtlCol="0" anchor="ctr">
            <a:normAutofit/>
          </a:bodyPr>
          <a:lstStyle/>
          <a:p>
            <a:r>
              <a:rPr lang="en-US" sz="5400" kern="1200" dirty="0">
                <a:solidFill>
                  <a:schemeClr val="tx2"/>
                </a:solidFill>
                <a:latin typeface="+mj-lt"/>
                <a:ea typeface="+mj-ea"/>
                <a:cs typeface="+mj-cs"/>
              </a:rPr>
              <a:t>Our Approach - Design</a:t>
            </a:r>
          </a:p>
        </p:txBody>
      </p:sp>
      <p:grpSp>
        <p:nvGrpSpPr>
          <p:cNvPr id="513" name="Cross">
            <a:extLst>
              <a:ext uri="{FF2B5EF4-FFF2-40B4-BE49-F238E27FC236}">
                <a16:creationId xmlns:a16="http://schemas.microsoft.com/office/drawing/2014/main" id="{1EDF0462-C0C2-4E84-A7EA-8EE60CEFF6D8}"/>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11945264" y="149792"/>
            <a:ext cx="118872" cy="118872"/>
            <a:chOff x="1175347" y="3733800"/>
            <a:chExt cx="118872" cy="118872"/>
          </a:xfrm>
        </p:grpSpPr>
        <p:cxnSp>
          <p:nvCxnSpPr>
            <p:cNvPr id="514" name="Straight Connector 513">
              <a:extLst>
                <a:ext uri="{FF2B5EF4-FFF2-40B4-BE49-F238E27FC236}">
                  <a16:creationId xmlns:a16="http://schemas.microsoft.com/office/drawing/2014/main" id="{DD5894EA-1641-49CE-AE6E-B9522736A0AB}"/>
                </a:ext>
                <a:ext uri="{C183D7F6-B498-43B3-948B-1728B52AA6E4}">
                  <adec:decorative xmlns:adec="http://schemas.microsoft.com/office/drawing/2017/decorative" val="1"/>
                </a:ext>
              </a:extLst>
            </p:cNvPr>
            <p:cNvCxnSpPr>
              <a:cxnSpLocks/>
            </p:cNvCxnSpPr>
            <p:nvPr>
              <p:extLst>
                <p:ext uri="{386F3935-93C4-4BCD-93E2-E3B085C9AB24}">
                  <p16:designElem xmlns:p16="http://schemas.microsoft.com/office/powerpoint/2015/main" val="1"/>
                </p:ext>
              </p:extLst>
            </p:nvPr>
          </p:nvCxnSpPr>
          <p:spPr>
            <a:xfrm>
              <a:off x="1234783" y="3733800"/>
              <a:ext cx="0" cy="118872"/>
            </a:xfrm>
            <a:prstGeom prst="line">
              <a:avLst/>
            </a:prstGeom>
            <a:ln w="12700">
              <a:solidFill>
                <a:schemeClr val="accent5"/>
              </a:solidFill>
            </a:ln>
          </p:spPr>
          <p:style>
            <a:lnRef idx="1">
              <a:schemeClr val="accent2"/>
            </a:lnRef>
            <a:fillRef idx="0">
              <a:schemeClr val="accent2"/>
            </a:fillRef>
            <a:effectRef idx="0">
              <a:schemeClr val="accent2"/>
            </a:effectRef>
            <a:fontRef idx="minor">
              <a:schemeClr val="tx1"/>
            </a:fontRef>
          </p:style>
        </p:cxnSp>
        <p:cxnSp>
          <p:nvCxnSpPr>
            <p:cNvPr id="515" name="Straight Connector 514">
              <a:extLst>
                <a:ext uri="{FF2B5EF4-FFF2-40B4-BE49-F238E27FC236}">
                  <a16:creationId xmlns:a16="http://schemas.microsoft.com/office/drawing/2014/main" id="{8C6415EB-8C9A-4F1B-A459-64B94A865113}"/>
                </a:ext>
                <a:ext uri="{C183D7F6-B498-43B3-948B-1728B52AA6E4}">
                  <adec:decorative xmlns:adec="http://schemas.microsoft.com/office/drawing/2017/decorative" val="1"/>
                </a:ext>
              </a:extLst>
            </p:cNvPr>
            <p:cNvCxnSpPr>
              <a:cxnSpLocks/>
            </p:cNvCxnSpPr>
            <p:nvPr>
              <p:extLst>
                <p:ext uri="{386F3935-93C4-4BCD-93E2-E3B085C9AB24}">
                  <p16:designElem xmlns:p16="http://schemas.microsoft.com/office/powerpoint/2015/main" val="1"/>
                </p:ext>
              </p:extLst>
            </p:nvPr>
          </p:nvCxnSpPr>
          <p:spPr>
            <a:xfrm>
              <a:off x="1175347" y="3793236"/>
              <a:ext cx="118872" cy="0"/>
            </a:xfrm>
            <a:prstGeom prst="line">
              <a:avLst/>
            </a:prstGeom>
            <a:ln w="12700">
              <a:solidFill>
                <a:schemeClr val="accent5"/>
              </a:solidFill>
            </a:ln>
          </p:spPr>
          <p:style>
            <a:lnRef idx="1">
              <a:schemeClr val="accent2"/>
            </a:lnRef>
            <a:fillRef idx="0">
              <a:schemeClr val="accent2"/>
            </a:fillRef>
            <a:effectRef idx="0">
              <a:schemeClr val="accent2"/>
            </a:effectRef>
            <a:fontRef idx="minor">
              <a:schemeClr val="tx1"/>
            </a:fontRef>
          </p:style>
        </p:cxnSp>
      </p:grpSp>
      <p:pic>
        <p:nvPicPr>
          <p:cNvPr id="4" name="Picture 3" descr="A diagram of blockchain processing&#10;&#10;AI-generated content may be incorrect.">
            <a:extLst>
              <a:ext uri="{FF2B5EF4-FFF2-40B4-BE49-F238E27FC236}">
                <a16:creationId xmlns:a16="http://schemas.microsoft.com/office/drawing/2014/main" id="{D4F22D84-8C21-4324-99CD-14332FE3C790}"/>
              </a:ext>
            </a:extLst>
          </p:cNvPr>
          <p:cNvPicPr>
            <a:picLocks noChangeAspect="1"/>
          </p:cNvPicPr>
          <p:nvPr/>
        </p:nvPicPr>
        <p:blipFill>
          <a:blip r:embed="rId2"/>
          <a:stretch>
            <a:fillRect/>
          </a:stretch>
        </p:blipFill>
        <p:spPr>
          <a:xfrm>
            <a:off x="984426" y="1578932"/>
            <a:ext cx="10559827" cy="5147916"/>
          </a:xfrm>
          <a:prstGeom prst="rect">
            <a:avLst/>
          </a:prstGeom>
        </p:spPr>
      </p:pic>
      <p:grpSp>
        <p:nvGrpSpPr>
          <p:cNvPr id="517" name="Bottom Right">
            <a:extLst>
              <a:ext uri="{FF2B5EF4-FFF2-40B4-BE49-F238E27FC236}">
                <a16:creationId xmlns:a16="http://schemas.microsoft.com/office/drawing/2014/main" id="{B798A610-8506-4BC1-8108-8E1A31CAB879}"/>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7980400" y="3276601"/>
            <a:ext cx="4211600" cy="3581399"/>
            <a:chOff x="7980400" y="3276601"/>
            <a:chExt cx="4211600" cy="3581399"/>
          </a:xfrm>
        </p:grpSpPr>
        <p:sp>
          <p:nvSpPr>
            <p:cNvPr id="518" name="Freeform: Shape 517">
              <a:extLst>
                <a:ext uri="{FF2B5EF4-FFF2-40B4-BE49-F238E27FC236}">
                  <a16:creationId xmlns:a16="http://schemas.microsoft.com/office/drawing/2014/main" id="{5C72D714-A610-482A-B26E-C679E9535DF3}"/>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10439256" y="6178637"/>
              <a:ext cx="1482102" cy="679363"/>
            </a:xfrm>
            <a:custGeom>
              <a:avLst/>
              <a:gdLst>
                <a:gd name="connsiteX0" fmla="*/ 741051 w 1482102"/>
                <a:gd name="connsiteY0" fmla="*/ 0 h 679363"/>
                <a:gd name="connsiteX1" fmla="*/ 1473822 w 1482102"/>
                <a:gd name="connsiteY1" fmla="*/ 597226 h 679363"/>
                <a:gd name="connsiteX2" fmla="*/ 1482102 w 1482102"/>
                <a:gd name="connsiteY2" fmla="*/ 679363 h 679363"/>
                <a:gd name="connsiteX3" fmla="*/ 0 w 1482102"/>
                <a:gd name="connsiteY3" fmla="*/ 679363 h 679363"/>
                <a:gd name="connsiteX4" fmla="*/ 8280 w 1482102"/>
                <a:gd name="connsiteY4" fmla="*/ 597226 h 679363"/>
                <a:gd name="connsiteX5" fmla="*/ 741051 w 1482102"/>
                <a:gd name="connsiteY5" fmla="*/ 0 h 67936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1482102" h="679363">
                  <a:moveTo>
                    <a:pt x="741051" y="0"/>
                  </a:moveTo>
                  <a:cubicBezTo>
                    <a:pt x="1102506" y="0"/>
                    <a:pt x="1404077" y="256390"/>
                    <a:pt x="1473822" y="597226"/>
                  </a:cubicBezTo>
                  <a:lnTo>
                    <a:pt x="1482102" y="679363"/>
                  </a:lnTo>
                  <a:lnTo>
                    <a:pt x="0" y="679363"/>
                  </a:lnTo>
                  <a:lnTo>
                    <a:pt x="8280" y="597226"/>
                  </a:lnTo>
                  <a:cubicBezTo>
                    <a:pt x="78025" y="256390"/>
                    <a:pt x="379596" y="0"/>
                    <a:pt x="741051" y="0"/>
                  </a:cubicBezTo>
                  <a:close/>
                </a:path>
              </a:pathLst>
            </a:cu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dirty="0">
                <a:solidFill>
                  <a:schemeClr val="tx1">
                    <a:lumMod val="65000"/>
                    <a:lumOff val="35000"/>
                  </a:schemeClr>
                </a:solidFill>
                <a:latin typeface="AvenirNext LT Pro Medium" panose="020B0504020202020204" pitchFamily="34" charset="0"/>
              </a:endParaRPr>
            </a:p>
          </p:txBody>
        </p:sp>
        <p:grpSp>
          <p:nvGrpSpPr>
            <p:cNvPr id="519" name="Graphic 157">
              <a:extLst>
                <a:ext uri="{FF2B5EF4-FFF2-40B4-BE49-F238E27FC236}">
                  <a16:creationId xmlns:a16="http://schemas.microsoft.com/office/drawing/2014/main" id="{D7EF30A6-8E6C-417A-B645-4EC7F0B38248}"/>
                </a:ext>
                <a:ext uri="{C183D7F6-B498-43B3-948B-1728B52AA6E4}">
                  <adec:decorative xmlns:adec="http://schemas.microsoft.com/office/drawing/2017/decorative" val="1"/>
                </a:ext>
              </a:extLst>
            </p:cNvPr>
            <p:cNvGrpSpPr/>
            <p:nvPr>
              <p:extLst>
                <p:ext uri="{386F3935-93C4-4BCD-93E2-E3B085C9AB24}">
                  <p16:designElem xmlns:p16="http://schemas.microsoft.com/office/powerpoint/2015/main" val="1"/>
                </p:ext>
              </p:extLst>
            </p:nvPr>
          </p:nvGrpSpPr>
          <p:grpSpPr>
            <a:xfrm>
              <a:off x="8662740" y="3276601"/>
              <a:ext cx="3529260" cy="3581398"/>
              <a:chOff x="4114800" y="1423987"/>
              <a:chExt cx="3961542" cy="4007547"/>
            </a:xfrm>
            <a:noFill/>
          </p:grpSpPr>
          <p:sp>
            <p:nvSpPr>
              <p:cNvPr id="521" name="Freeform: Shape 520">
                <a:extLst>
                  <a:ext uri="{FF2B5EF4-FFF2-40B4-BE49-F238E27FC236}">
                    <a16:creationId xmlns:a16="http://schemas.microsoft.com/office/drawing/2014/main" id="{17D377E0-C3CC-48DC-B73B-09CEEDE395CF}"/>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4114800" y="1423987"/>
                <a:ext cx="3946874" cy="3989641"/>
              </a:xfrm>
              <a:custGeom>
                <a:avLst/>
                <a:gdLst>
                  <a:gd name="connsiteX0" fmla="*/ 0 w 3946874"/>
                  <a:gd name="connsiteY0" fmla="*/ 3989641 h 3989641"/>
                  <a:gd name="connsiteX1" fmla="*/ 79439 w 3946874"/>
                  <a:gd name="connsiteY1" fmla="*/ 3891153 h 3989641"/>
                  <a:gd name="connsiteX2" fmla="*/ 297371 w 3946874"/>
                  <a:gd name="connsiteY2" fmla="*/ 3626930 h 3989641"/>
                  <a:gd name="connsiteX3" fmla="*/ 454343 w 3946874"/>
                  <a:gd name="connsiteY3" fmla="*/ 3440335 h 3989641"/>
                  <a:gd name="connsiteX4" fmla="*/ 622363 w 3946874"/>
                  <a:gd name="connsiteY4" fmla="*/ 3290697 h 3989641"/>
                  <a:gd name="connsiteX5" fmla="*/ 927068 w 3946874"/>
                  <a:gd name="connsiteY5" fmla="*/ 3087434 h 3989641"/>
                  <a:gd name="connsiteX6" fmla="*/ 1176338 w 3946874"/>
                  <a:gd name="connsiteY6" fmla="*/ 2915603 h 3989641"/>
                  <a:gd name="connsiteX7" fmla="*/ 1394270 w 3946874"/>
                  <a:gd name="connsiteY7" fmla="*/ 2780729 h 3989641"/>
                  <a:gd name="connsiteX8" fmla="*/ 1601057 w 3946874"/>
                  <a:gd name="connsiteY8" fmla="*/ 2723483 h 3989641"/>
                  <a:gd name="connsiteX9" fmla="*/ 1756220 w 3946874"/>
                  <a:gd name="connsiteY9" fmla="*/ 2743772 h 3989641"/>
                  <a:gd name="connsiteX10" fmla="*/ 1889189 w 3946874"/>
                  <a:gd name="connsiteY10" fmla="*/ 2765965 h 3989641"/>
                  <a:gd name="connsiteX11" fmla="*/ 2007394 w 3946874"/>
                  <a:gd name="connsiteY11" fmla="*/ 2765965 h 3989641"/>
                  <a:gd name="connsiteX12" fmla="*/ 2184654 w 3946874"/>
                  <a:gd name="connsiteY12" fmla="*/ 2671763 h 3989641"/>
                  <a:gd name="connsiteX13" fmla="*/ 2372773 w 3946874"/>
                  <a:gd name="connsiteY13" fmla="*/ 2538984 h 3989641"/>
                  <a:gd name="connsiteX14" fmla="*/ 2439543 w 3946874"/>
                  <a:gd name="connsiteY14" fmla="*/ 2510504 h 3989641"/>
                  <a:gd name="connsiteX15" fmla="*/ 2650617 w 3946874"/>
                  <a:gd name="connsiteY15" fmla="*/ 2434781 h 3989641"/>
                  <a:gd name="connsiteX16" fmla="*/ 2785110 w 3946874"/>
                  <a:gd name="connsiteY16" fmla="*/ 2383060 h 3989641"/>
                  <a:gd name="connsiteX17" fmla="*/ 2897315 w 3946874"/>
                  <a:gd name="connsiteY17" fmla="*/ 2318861 h 3989641"/>
                  <a:gd name="connsiteX18" fmla="*/ 2997994 w 3946874"/>
                  <a:gd name="connsiteY18" fmla="*/ 2226183 h 3989641"/>
                  <a:gd name="connsiteX19" fmla="*/ 3061240 w 3946874"/>
                  <a:gd name="connsiteY19" fmla="*/ 2141506 h 3989641"/>
                  <a:gd name="connsiteX20" fmla="*/ 3152108 w 3946874"/>
                  <a:gd name="connsiteY20" fmla="*/ 2005203 h 3989641"/>
                  <a:gd name="connsiteX21" fmla="*/ 3274124 w 3946874"/>
                  <a:gd name="connsiteY21" fmla="*/ 1871567 h 3989641"/>
                  <a:gd name="connsiteX22" fmla="*/ 3388138 w 3946874"/>
                  <a:gd name="connsiteY22" fmla="*/ 1770888 h 3989641"/>
                  <a:gd name="connsiteX23" fmla="*/ 3466529 w 3946874"/>
                  <a:gd name="connsiteY23" fmla="*/ 1679162 h 3989641"/>
                  <a:gd name="connsiteX24" fmla="*/ 3538633 w 3946874"/>
                  <a:gd name="connsiteY24" fmla="*/ 1551718 h 3989641"/>
                  <a:gd name="connsiteX25" fmla="*/ 3588544 w 3946874"/>
                  <a:gd name="connsiteY25" fmla="*/ 1376172 h 3989641"/>
                  <a:gd name="connsiteX26" fmla="*/ 3597402 w 3946874"/>
                  <a:gd name="connsiteY26" fmla="*/ 1293305 h 3989641"/>
                  <a:gd name="connsiteX27" fmla="*/ 3721227 w 3946874"/>
                  <a:gd name="connsiteY27" fmla="*/ 880491 h 3989641"/>
                  <a:gd name="connsiteX28" fmla="*/ 3761137 w 3946874"/>
                  <a:gd name="connsiteY28" fmla="*/ 463677 h 3989641"/>
                  <a:gd name="connsiteX29" fmla="*/ 3946874 w 3946874"/>
                  <a:gd name="connsiteY29" fmla="*/ 0 h 398964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Lst>
                <a:rect l="l" t="t" r="r" b="b"/>
                <a:pathLst>
                  <a:path w="3946874" h="3989641">
                    <a:moveTo>
                      <a:pt x="0" y="3989641"/>
                    </a:moveTo>
                    <a:cubicBezTo>
                      <a:pt x="19050" y="3957257"/>
                      <a:pt x="50959" y="3916013"/>
                      <a:pt x="79439" y="3891153"/>
                    </a:cubicBezTo>
                    <a:cubicBezTo>
                      <a:pt x="165544" y="3815906"/>
                      <a:pt x="227933" y="3717989"/>
                      <a:pt x="297371" y="3626930"/>
                    </a:cubicBezTo>
                    <a:cubicBezTo>
                      <a:pt x="346615" y="3562255"/>
                      <a:pt x="398050" y="3499009"/>
                      <a:pt x="454343" y="3440335"/>
                    </a:cubicBezTo>
                    <a:cubicBezTo>
                      <a:pt x="506349" y="3386042"/>
                      <a:pt x="562642" y="3336227"/>
                      <a:pt x="622363" y="3290697"/>
                    </a:cubicBezTo>
                    <a:cubicBezTo>
                      <a:pt x="719519" y="3216688"/>
                      <a:pt x="824960" y="3154585"/>
                      <a:pt x="927068" y="3087434"/>
                    </a:cubicBezTo>
                    <a:cubicBezTo>
                      <a:pt x="1011365" y="3031998"/>
                      <a:pt x="1093565" y="2973324"/>
                      <a:pt x="1176338" y="2915603"/>
                    </a:cubicBezTo>
                    <a:cubicBezTo>
                      <a:pt x="1246537" y="2866644"/>
                      <a:pt x="1317308" y="2818066"/>
                      <a:pt x="1394270" y="2780729"/>
                    </a:cubicBezTo>
                    <a:cubicBezTo>
                      <a:pt x="1459421" y="2749106"/>
                      <a:pt x="1528763" y="2724436"/>
                      <a:pt x="1601057" y="2723483"/>
                    </a:cubicBezTo>
                    <a:cubicBezTo>
                      <a:pt x="1653350" y="2722721"/>
                      <a:pt x="1704785" y="2733485"/>
                      <a:pt x="1756220" y="2743772"/>
                    </a:cubicBezTo>
                    <a:cubicBezTo>
                      <a:pt x="1800320" y="2752630"/>
                      <a:pt x="1844612" y="2760250"/>
                      <a:pt x="1889189" y="2765965"/>
                    </a:cubicBezTo>
                    <a:cubicBezTo>
                      <a:pt x="1928622" y="2771013"/>
                      <a:pt x="1968437" y="2773299"/>
                      <a:pt x="2007394" y="2765965"/>
                    </a:cubicBezTo>
                    <a:cubicBezTo>
                      <a:pt x="2073878" y="2753487"/>
                      <a:pt x="2130647" y="2712911"/>
                      <a:pt x="2184654" y="2671763"/>
                    </a:cubicBezTo>
                    <a:cubicBezTo>
                      <a:pt x="2245900" y="2625090"/>
                      <a:pt x="2304002" y="2573465"/>
                      <a:pt x="2372773" y="2538984"/>
                    </a:cubicBezTo>
                    <a:cubicBezTo>
                      <a:pt x="2394395" y="2528126"/>
                      <a:pt x="2416874" y="2518982"/>
                      <a:pt x="2439543" y="2510504"/>
                    </a:cubicBezTo>
                    <a:cubicBezTo>
                      <a:pt x="2509552" y="2484215"/>
                      <a:pt x="2580037" y="2459450"/>
                      <a:pt x="2650617" y="2434781"/>
                    </a:cubicBezTo>
                    <a:cubicBezTo>
                      <a:pt x="2695956" y="2418874"/>
                      <a:pt x="2741295" y="2402872"/>
                      <a:pt x="2785110" y="2383060"/>
                    </a:cubicBezTo>
                    <a:cubicBezTo>
                      <a:pt x="2824448" y="2365248"/>
                      <a:pt x="2862358" y="2344198"/>
                      <a:pt x="2897315" y="2318861"/>
                    </a:cubicBezTo>
                    <a:cubicBezTo>
                      <a:pt x="2934367" y="2292096"/>
                      <a:pt x="2968085" y="2260854"/>
                      <a:pt x="2997994" y="2226183"/>
                    </a:cubicBezTo>
                    <a:cubicBezTo>
                      <a:pt x="3020949" y="2199513"/>
                      <a:pt x="3041714" y="2170938"/>
                      <a:pt x="3061240" y="2141506"/>
                    </a:cubicBezTo>
                    <a:cubicBezTo>
                      <a:pt x="3091529" y="2095976"/>
                      <a:pt x="3119533" y="2049018"/>
                      <a:pt x="3152108" y="2005203"/>
                    </a:cubicBezTo>
                    <a:cubicBezTo>
                      <a:pt x="3188113" y="1956626"/>
                      <a:pt x="3229261" y="1912144"/>
                      <a:pt x="3274124" y="1871567"/>
                    </a:cubicBezTo>
                    <a:cubicBezTo>
                      <a:pt x="3311747" y="1837563"/>
                      <a:pt x="3351848" y="1806321"/>
                      <a:pt x="3388138" y="1770888"/>
                    </a:cubicBezTo>
                    <a:cubicBezTo>
                      <a:pt x="3416999" y="1742694"/>
                      <a:pt x="3443002" y="1711833"/>
                      <a:pt x="3466529" y="1679162"/>
                    </a:cubicBezTo>
                    <a:cubicBezTo>
                      <a:pt x="3495008" y="1639348"/>
                      <a:pt x="3519392" y="1596771"/>
                      <a:pt x="3538633" y="1551718"/>
                    </a:cubicBezTo>
                    <a:cubicBezTo>
                      <a:pt x="3562731" y="1495616"/>
                      <a:pt x="3578924" y="1436465"/>
                      <a:pt x="3588544" y="1376172"/>
                    </a:cubicBezTo>
                    <a:cubicBezTo>
                      <a:pt x="3592925" y="1348740"/>
                      <a:pt x="3595688" y="1321022"/>
                      <a:pt x="3597402" y="1293305"/>
                    </a:cubicBezTo>
                    <a:cubicBezTo>
                      <a:pt x="3605974" y="1155859"/>
                      <a:pt x="3717703" y="1018127"/>
                      <a:pt x="3721227" y="880491"/>
                    </a:cubicBezTo>
                    <a:cubicBezTo>
                      <a:pt x="3724751" y="740855"/>
                      <a:pt x="3743135" y="602171"/>
                      <a:pt x="3761137" y="463677"/>
                    </a:cubicBezTo>
                    <a:cubicBezTo>
                      <a:pt x="3776186" y="347758"/>
                      <a:pt x="3934968" y="116205"/>
                      <a:pt x="3946874" y="0"/>
                    </a:cubicBezTo>
                  </a:path>
                </a:pathLst>
              </a:custGeom>
              <a:noFill/>
              <a:ln w="9525" cap="rnd">
                <a:solidFill>
                  <a:schemeClr val="accent2">
                    <a:alpha val="35000"/>
                  </a:schemeClr>
                </a:solidFill>
                <a:prstDash val="lgDash"/>
                <a:round/>
              </a:ln>
            </p:spPr>
            <p:txBody>
              <a:bodyPr rtlCol="0" anchor="ctr"/>
              <a:lstStyle/>
              <a:p>
                <a:endParaRPr lang="en-US"/>
              </a:p>
            </p:txBody>
          </p:sp>
          <p:sp>
            <p:nvSpPr>
              <p:cNvPr id="522" name="Freeform: Shape 521">
                <a:extLst>
                  <a:ext uri="{FF2B5EF4-FFF2-40B4-BE49-F238E27FC236}">
                    <a16:creationId xmlns:a16="http://schemas.microsoft.com/office/drawing/2014/main" id="{80E2DF20-A9FD-4B82-8673-1091B4C00862}"/>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4395978" y="2441733"/>
                <a:ext cx="3665410" cy="2985611"/>
              </a:xfrm>
              <a:custGeom>
                <a:avLst/>
                <a:gdLst>
                  <a:gd name="connsiteX0" fmla="*/ 0 w 3665410"/>
                  <a:gd name="connsiteY0" fmla="*/ 2985611 h 2985611"/>
                  <a:gd name="connsiteX1" fmla="*/ 166211 w 3665410"/>
                  <a:gd name="connsiteY1" fmla="*/ 2699766 h 2985611"/>
                  <a:gd name="connsiteX2" fmla="*/ 397002 w 3665410"/>
                  <a:gd name="connsiteY2" fmla="*/ 2414969 h 2985611"/>
                  <a:gd name="connsiteX3" fmla="*/ 620173 w 3665410"/>
                  <a:gd name="connsiteY3" fmla="*/ 2237899 h 2985611"/>
                  <a:gd name="connsiteX4" fmla="*/ 823341 w 3665410"/>
                  <a:gd name="connsiteY4" fmla="*/ 2085499 h 2985611"/>
                  <a:gd name="connsiteX5" fmla="*/ 1089565 w 3665410"/>
                  <a:gd name="connsiteY5" fmla="*/ 1911477 h 2985611"/>
                  <a:gd name="connsiteX6" fmla="*/ 1145000 w 3665410"/>
                  <a:gd name="connsiteY6" fmla="*/ 1886807 h 2985611"/>
                  <a:gd name="connsiteX7" fmla="*/ 1375791 w 3665410"/>
                  <a:gd name="connsiteY7" fmla="*/ 1842135 h 2985611"/>
                  <a:gd name="connsiteX8" fmla="*/ 1486567 w 3665410"/>
                  <a:gd name="connsiteY8" fmla="*/ 1857566 h 2985611"/>
                  <a:gd name="connsiteX9" fmla="*/ 1568101 w 3665410"/>
                  <a:gd name="connsiteY9" fmla="*/ 1871377 h 2985611"/>
                  <a:gd name="connsiteX10" fmla="*/ 1810607 w 3665410"/>
                  <a:gd name="connsiteY10" fmla="*/ 1871377 h 2985611"/>
                  <a:gd name="connsiteX11" fmla="*/ 1997964 w 3665410"/>
                  <a:gd name="connsiteY11" fmla="*/ 1790605 h 2985611"/>
                  <a:gd name="connsiteX12" fmla="*/ 2109883 w 3665410"/>
                  <a:gd name="connsiteY12" fmla="*/ 1702784 h 2985611"/>
                  <a:gd name="connsiteX13" fmla="*/ 2321433 w 3665410"/>
                  <a:gd name="connsiteY13" fmla="*/ 1552384 h 2985611"/>
                  <a:gd name="connsiteX14" fmla="*/ 2558891 w 3665410"/>
                  <a:gd name="connsiteY14" fmla="*/ 1453420 h 2985611"/>
                  <a:gd name="connsiteX15" fmla="*/ 2709767 w 3665410"/>
                  <a:gd name="connsiteY15" fmla="*/ 1377887 h 2985611"/>
                  <a:gd name="connsiteX16" fmla="*/ 2885408 w 3665410"/>
                  <a:gd name="connsiteY16" fmla="*/ 1237393 h 2985611"/>
                  <a:gd name="connsiteX17" fmla="*/ 3017711 w 3665410"/>
                  <a:gd name="connsiteY17" fmla="*/ 1072229 h 2985611"/>
                  <a:gd name="connsiteX18" fmla="*/ 3150680 w 3665410"/>
                  <a:gd name="connsiteY18" fmla="*/ 921830 h 2985611"/>
                  <a:gd name="connsiteX19" fmla="*/ 3255169 w 3665410"/>
                  <a:gd name="connsiteY19" fmla="*/ 801815 h 2985611"/>
                  <a:gd name="connsiteX20" fmla="*/ 3339275 w 3665410"/>
                  <a:gd name="connsiteY20" fmla="*/ 694182 h 2985611"/>
                  <a:gd name="connsiteX21" fmla="*/ 3409188 w 3665410"/>
                  <a:gd name="connsiteY21" fmla="*/ 546926 h 2985611"/>
                  <a:gd name="connsiteX22" fmla="*/ 3464243 w 3665410"/>
                  <a:gd name="connsiteY22" fmla="*/ 347663 h 2985611"/>
                  <a:gd name="connsiteX23" fmla="*/ 3665411 w 3665410"/>
                  <a:gd name="connsiteY23" fmla="*/ 0 h 298561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Lst>
                <a:rect l="l" t="t" r="r" b="b"/>
                <a:pathLst>
                  <a:path w="3665410" h="2985611">
                    <a:moveTo>
                      <a:pt x="0" y="2985611"/>
                    </a:moveTo>
                    <a:cubicBezTo>
                      <a:pt x="0" y="2985611"/>
                      <a:pt x="86773" y="2802827"/>
                      <a:pt x="166211" y="2699766"/>
                    </a:cubicBezTo>
                    <a:cubicBezTo>
                      <a:pt x="240983" y="2602706"/>
                      <a:pt x="309182" y="2500122"/>
                      <a:pt x="397002" y="2414969"/>
                    </a:cubicBezTo>
                    <a:cubicBezTo>
                      <a:pt x="465296" y="2348865"/>
                      <a:pt x="543592" y="2294477"/>
                      <a:pt x="620173" y="2237899"/>
                    </a:cubicBezTo>
                    <a:cubicBezTo>
                      <a:pt x="688277" y="2187607"/>
                      <a:pt x="755333" y="2135886"/>
                      <a:pt x="823341" y="2085499"/>
                    </a:cubicBezTo>
                    <a:cubicBezTo>
                      <a:pt x="908685" y="2022253"/>
                      <a:pt x="994791" y="1959197"/>
                      <a:pt x="1089565" y="1911477"/>
                    </a:cubicBezTo>
                    <a:cubicBezTo>
                      <a:pt x="1107662" y="1902428"/>
                      <a:pt x="1126141" y="1894141"/>
                      <a:pt x="1145000" y="1886807"/>
                    </a:cubicBezTo>
                    <a:cubicBezTo>
                      <a:pt x="1218819" y="1858232"/>
                      <a:pt x="1296924" y="1838611"/>
                      <a:pt x="1375791" y="1842135"/>
                    </a:cubicBezTo>
                    <a:cubicBezTo>
                      <a:pt x="1413129" y="1843754"/>
                      <a:pt x="1449896" y="1850422"/>
                      <a:pt x="1486567" y="1857566"/>
                    </a:cubicBezTo>
                    <a:cubicBezTo>
                      <a:pt x="1513618" y="1862804"/>
                      <a:pt x="1540859" y="1867376"/>
                      <a:pt x="1568101" y="1871377"/>
                    </a:cubicBezTo>
                    <a:cubicBezTo>
                      <a:pt x="1648778" y="1883188"/>
                      <a:pt x="1730978" y="1887665"/>
                      <a:pt x="1810607" y="1871377"/>
                    </a:cubicBezTo>
                    <a:cubicBezTo>
                      <a:pt x="1877854" y="1857661"/>
                      <a:pt x="1941100" y="1829086"/>
                      <a:pt x="1997964" y="1790605"/>
                    </a:cubicBezTo>
                    <a:cubicBezTo>
                      <a:pt x="2037302" y="1764030"/>
                      <a:pt x="2073497" y="1733264"/>
                      <a:pt x="2109883" y="1702784"/>
                    </a:cubicBezTo>
                    <a:cubicBezTo>
                      <a:pt x="2176367" y="1647063"/>
                      <a:pt x="2244852" y="1593151"/>
                      <a:pt x="2321433" y="1552384"/>
                    </a:cubicBezTo>
                    <a:cubicBezTo>
                      <a:pt x="2397157" y="1512094"/>
                      <a:pt x="2479548" y="1486281"/>
                      <a:pt x="2558891" y="1453420"/>
                    </a:cubicBezTo>
                    <a:cubicBezTo>
                      <a:pt x="2610898" y="1431798"/>
                      <a:pt x="2661571" y="1407033"/>
                      <a:pt x="2709767" y="1377887"/>
                    </a:cubicBezTo>
                    <a:cubicBezTo>
                      <a:pt x="2774252" y="1338929"/>
                      <a:pt x="2834069" y="1292447"/>
                      <a:pt x="2885408" y="1237393"/>
                    </a:cubicBezTo>
                    <a:cubicBezTo>
                      <a:pt x="2933605" y="1185767"/>
                      <a:pt x="2973324" y="1127093"/>
                      <a:pt x="3017711" y="1072229"/>
                    </a:cubicBezTo>
                    <a:cubicBezTo>
                      <a:pt x="3059811" y="1020223"/>
                      <a:pt x="3105912" y="971645"/>
                      <a:pt x="3150680" y="921830"/>
                    </a:cubicBezTo>
                    <a:cubicBezTo>
                      <a:pt x="3186113" y="882396"/>
                      <a:pt x="3220593" y="842010"/>
                      <a:pt x="3255169" y="801815"/>
                    </a:cubicBezTo>
                    <a:cubicBezTo>
                      <a:pt x="3284887" y="767239"/>
                      <a:pt x="3314605" y="732473"/>
                      <a:pt x="3339275" y="694182"/>
                    </a:cubicBezTo>
                    <a:cubicBezTo>
                      <a:pt x="3368707" y="648367"/>
                      <a:pt x="3390138" y="597980"/>
                      <a:pt x="3409188" y="546926"/>
                    </a:cubicBezTo>
                    <a:cubicBezTo>
                      <a:pt x="3433382" y="482156"/>
                      <a:pt x="3453384" y="415861"/>
                      <a:pt x="3464243" y="347663"/>
                    </a:cubicBezTo>
                    <a:cubicBezTo>
                      <a:pt x="3476244" y="272224"/>
                      <a:pt x="3661696" y="76295"/>
                      <a:pt x="3665411" y="0"/>
                    </a:cubicBezTo>
                  </a:path>
                </a:pathLst>
              </a:custGeom>
              <a:noFill/>
              <a:ln w="9525" cap="rnd">
                <a:solidFill>
                  <a:schemeClr val="accent2">
                    <a:alpha val="35000"/>
                  </a:schemeClr>
                </a:solidFill>
                <a:prstDash val="lgDash"/>
                <a:round/>
              </a:ln>
            </p:spPr>
            <p:txBody>
              <a:bodyPr rtlCol="0" anchor="ctr"/>
              <a:lstStyle/>
              <a:p>
                <a:endParaRPr lang="en-US"/>
              </a:p>
            </p:txBody>
          </p:sp>
          <p:sp>
            <p:nvSpPr>
              <p:cNvPr id="523" name="Freeform: Shape 522">
                <a:extLst>
                  <a:ext uri="{FF2B5EF4-FFF2-40B4-BE49-F238E27FC236}">
                    <a16:creationId xmlns:a16="http://schemas.microsoft.com/office/drawing/2014/main" id="{2425BAEB-7B00-4394-8302-CF2DEA74403F}"/>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7790402" y="5229700"/>
                <a:ext cx="285940" cy="199072"/>
              </a:xfrm>
              <a:custGeom>
                <a:avLst/>
                <a:gdLst>
                  <a:gd name="connsiteX0" fmla="*/ 0 w 285940"/>
                  <a:gd name="connsiteY0" fmla="*/ 199073 h 199072"/>
                  <a:gd name="connsiteX1" fmla="*/ 285940 w 285940"/>
                  <a:gd name="connsiteY1" fmla="*/ 0 h 199072"/>
                </a:gdLst>
                <a:ahLst/>
                <a:cxnLst>
                  <a:cxn ang="0">
                    <a:pos x="connsiteX0" y="connsiteY0"/>
                  </a:cxn>
                  <a:cxn ang="0">
                    <a:pos x="connsiteX1" y="connsiteY1"/>
                  </a:cxn>
                </a:cxnLst>
                <a:rect l="l" t="t" r="r" b="b"/>
                <a:pathLst>
                  <a:path w="285940" h="199072">
                    <a:moveTo>
                      <a:pt x="0" y="199073"/>
                    </a:moveTo>
                    <a:cubicBezTo>
                      <a:pt x="0" y="199073"/>
                      <a:pt x="242125" y="39243"/>
                      <a:pt x="285940" y="0"/>
                    </a:cubicBezTo>
                  </a:path>
                </a:pathLst>
              </a:custGeom>
              <a:noFill/>
              <a:ln w="9525" cap="rnd">
                <a:solidFill>
                  <a:schemeClr val="accent2">
                    <a:alpha val="35000"/>
                  </a:schemeClr>
                </a:solidFill>
                <a:prstDash val="lgDash"/>
                <a:round/>
              </a:ln>
            </p:spPr>
            <p:txBody>
              <a:bodyPr rtlCol="0" anchor="ctr"/>
              <a:lstStyle/>
              <a:p>
                <a:endParaRPr lang="en-US"/>
              </a:p>
            </p:txBody>
          </p:sp>
          <p:sp>
            <p:nvSpPr>
              <p:cNvPr id="524" name="Freeform: Shape 523">
                <a:extLst>
                  <a:ext uri="{FF2B5EF4-FFF2-40B4-BE49-F238E27FC236}">
                    <a16:creationId xmlns:a16="http://schemas.microsoft.com/office/drawing/2014/main" id="{4917EE8E-E8BC-42F3-BEE3-2F84E8F64D01}"/>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7393114" y="5049773"/>
                <a:ext cx="655796" cy="381190"/>
              </a:xfrm>
              <a:custGeom>
                <a:avLst/>
                <a:gdLst>
                  <a:gd name="connsiteX0" fmla="*/ 0 w 655796"/>
                  <a:gd name="connsiteY0" fmla="*/ 381190 h 381190"/>
                  <a:gd name="connsiteX1" fmla="*/ 655796 w 655796"/>
                  <a:gd name="connsiteY1" fmla="*/ 0 h 381190"/>
                </a:gdLst>
                <a:ahLst/>
                <a:cxnLst>
                  <a:cxn ang="0">
                    <a:pos x="connsiteX0" y="connsiteY0"/>
                  </a:cxn>
                  <a:cxn ang="0">
                    <a:pos x="connsiteX1" y="connsiteY1"/>
                  </a:cxn>
                </a:cxnLst>
                <a:rect l="l" t="t" r="r" b="b"/>
                <a:pathLst>
                  <a:path w="655796" h="381190">
                    <a:moveTo>
                      <a:pt x="0" y="381190"/>
                    </a:moveTo>
                    <a:cubicBezTo>
                      <a:pt x="0" y="381190"/>
                      <a:pt x="461105" y="172117"/>
                      <a:pt x="655796" y="0"/>
                    </a:cubicBezTo>
                  </a:path>
                </a:pathLst>
              </a:custGeom>
              <a:noFill/>
              <a:ln w="9525" cap="rnd">
                <a:solidFill>
                  <a:schemeClr val="accent2">
                    <a:alpha val="35000"/>
                  </a:schemeClr>
                </a:solidFill>
                <a:prstDash val="lgDash"/>
                <a:round/>
              </a:ln>
            </p:spPr>
            <p:txBody>
              <a:bodyPr rtlCol="0" anchor="ctr"/>
              <a:lstStyle/>
              <a:p>
                <a:endParaRPr lang="en-US"/>
              </a:p>
            </p:txBody>
          </p:sp>
          <p:sp>
            <p:nvSpPr>
              <p:cNvPr id="525" name="Freeform: Shape 524">
                <a:extLst>
                  <a:ext uri="{FF2B5EF4-FFF2-40B4-BE49-F238E27FC236}">
                    <a16:creationId xmlns:a16="http://schemas.microsoft.com/office/drawing/2014/main" id="{B8647303-59FF-4A2B-8D6D-FB229E6590A8}"/>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154072" y="3867816"/>
                <a:ext cx="2907315" cy="1544764"/>
              </a:xfrm>
              <a:custGeom>
                <a:avLst/>
                <a:gdLst>
                  <a:gd name="connsiteX0" fmla="*/ 0 w 2907315"/>
                  <a:gd name="connsiteY0" fmla="*/ 1544764 h 1544764"/>
                  <a:gd name="connsiteX1" fmla="*/ 201644 w 2907315"/>
                  <a:gd name="connsiteY1" fmla="*/ 1352550 h 1544764"/>
                  <a:gd name="connsiteX2" fmla="*/ 423196 w 2907315"/>
                  <a:gd name="connsiteY2" fmla="*/ 1196054 h 1544764"/>
                  <a:gd name="connsiteX3" fmla="*/ 782193 w 2907315"/>
                  <a:gd name="connsiteY3" fmla="*/ 1099947 h 1544764"/>
                  <a:gd name="connsiteX4" fmla="*/ 1052513 w 2907315"/>
                  <a:gd name="connsiteY4" fmla="*/ 1042321 h 1544764"/>
                  <a:gd name="connsiteX5" fmla="*/ 1311783 w 2907315"/>
                  <a:gd name="connsiteY5" fmla="*/ 1056037 h 1544764"/>
                  <a:gd name="connsiteX6" fmla="*/ 1484662 w 2907315"/>
                  <a:gd name="connsiteY6" fmla="*/ 1083469 h 1544764"/>
                  <a:gd name="connsiteX7" fmla="*/ 1788224 w 2907315"/>
                  <a:gd name="connsiteY7" fmla="*/ 1023080 h 1544764"/>
                  <a:gd name="connsiteX8" fmla="*/ 2269045 w 2907315"/>
                  <a:gd name="connsiteY8" fmla="*/ 734758 h 1544764"/>
                  <a:gd name="connsiteX9" fmla="*/ 2534984 w 2907315"/>
                  <a:gd name="connsiteY9" fmla="*/ 572738 h 1544764"/>
                  <a:gd name="connsiteX10" fmla="*/ 2907316 w 2907315"/>
                  <a:gd name="connsiteY10" fmla="*/ 0 h 154476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2907315" h="1544764">
                    <a:moveTo>
                      <a:pt x="0" y="1544764"/>
                    </a:moveTo>
                    <a:cubicBezTo>
                      <a:pt x="0" y="1544764"/>
                      <a:pt x="98012" y="1443990"/>
                      <a:pt x="201644" y="1352550"/>
                    </a:cubicBezTo>
                    <a:cubicBezTo>
                      <a:pt x="271272" y="1291209"/>
                      <a:pt x="343662" y="1234249"/>
                      <a:pt x="423196" y="1196054"/>
                    </a:cubicBezTo>
                    <a:cubicBezTo>
                      <a:pt x="537591" y="1141095"/>
                      <a:pt x="661226" y="1127189"/>
                      <a:pt x="782193" y="1099947"/>
                    </a:cubicBezTo>
                    <a:cubicBezTo>
                      <a:pt x="872300" y="1079659"/>
                      <a:pt x="961358" y="1051370"/>
                      <a:pt x="1052513" y="1042321"/>
                    </a:cubicBezTo>
                    <a:cubicBezTo>
                      <a:pt x="1139000" y="1033653"/>
                      <a:pt x="1225868" y="1040321"/>
                      <a:pt x="1311783" y="1056037"/>
                    </a:cubicBezTo>
                    <a:cubicBezTo>
                      <a:pt x="1369314" y="1066609"/>
                      <a:pt x="1426559" y="1079373"/>
                      <a:pt x="1484662" y="1083469"/>
                    </a:cubicBezTo>
                    <a:cubicBezTo>
                      <a:pt x="1587913" y="1090803"/>
                      <a:pt x="1690402" y="1064800"/>
                      <a:pt x="1788224" y="1023080"/>
                    </a:cubicBezTo>
                    <a:cubicBezTo>
                      <a:pt x="1956721" y="951262"/>
                      <a:pt x="2106549" y="825722"/>
                      <a:pt x="2269045" y="734758"/>
                    </a:cubicBezTo>
                    <a:cubicBezTo>
                      <a:pt x="2359438" y="684181"/>
                      <a:pt x="2452497" y="640556"/>
                      <a:pt x="2534984" y="572738"/>
                    </a:cubicBezTo>
                    <a:cubicBezTo>
                      <a:pt x="2673001" y="459391"/>
                      <a:pt x="2847023" y="191453"/>
                      <a:pt x="2907316" y="0"/>
                    </a:cubicBezTo>
                  </a:path>
                </a:pathLst>
              </a:custGeom>
              <a:noFill/>
              <a:ln w="9525" cap="rnd">
                <a:solidFill>
                  <a:schemeClr val="accent2">
                    <a:alpha val="35000"/>
                  </a:schemeClr>
                </a:solidFill>
                <a:prstDash val="lgDash"/>
                <a:round/>
              </a:ln>
            </p:spPr>
            <p:txBody>
              <a:bodyPr rtlCol="0" anchor="ctr"/>
              <a:lstStyle/>
              <a:p>
                <a:endParaRPr lang="en-US"/>
              </a:p>
            </p:txBody>
          </p:sp>
          <p:sp>
            <p:nvSpPr>
              <p:cNvPr id="526" name="Freeform: Shape 525">
                <a:extLst>
                  <a:ext uri="{FF2B5EF4-FFF2-40B4-BE49-F238E27FC236}">
                    <a16:creationId xmlns:a16="http://schemas.microsoft.com/office/drawing/2014/main" id="{7BD597AB-C6D9-437D-BBFE-8007D4ED0FEE}"/>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4907946" y="3479100"/>
                <a:ext cx="3168300" cy="1952434"/>
              </a:xfrm>
              <a:custGeom>
                <a:avLst/>
                <a:gdLst>
                  <a:gd name="connsiteX0" fmla="*/ 0 w 3168300"/>
                  <a:gd name="connsiteY0" fmla="*/ 1952435 h 1952434"/>
                  <a:gd name="connsiteX1" fmla="*/ 202121 w 3168300"/>
                  <a:gd name="connsiteY1" fmla="*/ 1687068 h 1952434"/>
                  <a:gd name="connsiteX2" fmla="*/ 545116 w 3168300"/>
                  <a:gd name="connsiteY2" fmla="*/ 1450277 h 1952434"/>
                  <a:gd name="connsiteX3" fmla="*/ 906780 w 3168300"/>
                  <a:gd name="connsiteY3" fmla="*/ 1354455 h 1952434"/>
                  <a:gd name="connsiteX4" fmla="*/ 1332262 w 3168300"/>
                  <a:gd name="connsiteY4" fmla="*/ 1285304 h 1952434"/>
                  <a:gd name="connsiteX5" fmla="*/ 1691259 w 3168300"/>
                  <a:gd name="connsiteY5" fmla="*/ 1240060 h 1952434"/>
                  <a:gd name="connsiteX6" fmla="*/ 2010346 w 3168300"/>
                  <a:gd name="connsiteY6" fmla="*/ 1141667 h 1952434"/>
                  <a:gd name="connsiteX7" fmla="*/ 2393252 w 3168300"/>
                  <a:gd name="connsiteY7" fmla="*/ 1027271 h 1952434"/>
                  <a:gd name="connsiteX8" fmla="*/ 2582037 w 3168300"/>
                  <a:gd name="connsiteY8" fmla="*/ 958120 h 1952434"/>
                  <a:gd name="connsiteX9" fmla="*/ 2760155 w 3168300"/>
                  <a:gd name="connsiteY9" fmla="*/ 827723 h 1952434"/>
                  <a:gd name="connsiteX10" fmla="*/ 2914364 w 3168300"/>
                  <a:gd name="connsiteY10" fmla="*/ 567023 h 1952434"/>
                  <a:gd name="connsiteX11" fmla="*/ 3168301 w 3168300"/>
                  <a:gd name="connsiteY11" fmla="*/ 0 h 195243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3168300" h="1952434">
                    <a:moveTo>
                      <a:pt x="0" y="1952435"/>
                    </a:moveTo>
                    <a:cubicBezTo>
                      <a:pt x="0" y="1952435"/>
                      <a:pt x="91059" y="1796415"/>
                      <a:pt x="202121" y="1687068"/>
                    </a:cubicBezTo>
                    <a:cubicBezTo>
                      <a:pt x="301943" y="1588675"/>
                      <a:pt x="416528" y="1505617"/>
                      <a:pt x="545116" y="1450277"/>
                    </a:cubicBezTo>
                    <a:cubicBezTo>
                      <a:pt x="659987" y="1400747"/>
                      <a:pt x="783622" y="1377601"/>
                      <a:pt x="906780" y="1354455"/>
                    </a:cubicBezTo>
                    <a:cubicBezTo>
                      <a:pt x="1048036" y="1327976"/>
                      <a:pt x="1189482" y="1301972"/>
                      <a:pt x="1332262" y="1285304"/>
                    </a:cubicBezTo>
                    <a:cubicBezTo>
                      <a:pt x="1452182" y="1271302"/>
                      <a:pt x="1573340" y="1265873"/>
                      <a:pt x="1691259" y="1240060"/>
                    </a:cubicBezTo>
                    <a:cubicBezTo>
                      <a:pt x="1800035" y="1216247"/>
                      <a:pt x="1904619" y="1176718"/>
                      <a:pt x="2010346" y="1141667"/>
                    </a:cubicBezTo>
                    <a:cubicBezTo>
                      <a:pt x="2136743" y="1099661"/>
                      <a:pt x="2265902" y="1066229"/>
                      <a:pt x="2393252" y="1027271"/>
                    </a:cubicBezTo>
                    <a:cubicBezTo>
                      <a:pt x="2457450" y="1007650"/>
                      <a:pt x="2521744" y="987552"/>
                      <a:pt x="2582037" y="958120"/>
                    </a:cubicBezTo>
                    <a:cubicBezTo>
                      <a:pt x="2648807" y="925449"/>
                      <a:pt x="2710815" y="883349"/>
                      <a:pt x="2760155" y="827723"/>
                    </a:cubicBezTo>
                    <a:cubicBezTo>
                      <a:pt x="2827496" y="751904"/>
                      <a:pt x="2867978" y="657511"/>
                      <a:pt x="2914364" y="567023"/>
                    </a:cubicBezTo>
                    <a:cubicBezTo>
                      <a:pt x="2972753" y="453200"/>
                      <a:pt x="3119152" y="118015"/>
                      <a:pt x="3168301" y="0"/>
                    </a:cubicBezTo>
                  </a:path>
                </a:pathLst>
              </a:custGeom>
              <a:noFill/>
              <a:ln w="9525" cap="rnd">
                <a:solidFill>
                  <a:schemeClr val="accent2">
                    <a:alpha val="35000"/>
                  </a:schemeClr>
                </a:solidFill>
                <a:prstDash val="lgDash"/>
                <a:round/>
              </a:ln>
            </p:spPr>
            <p:txBody>
              <a:bodyPr rtlCol="0" anchor="ctr"/>
              <a:lstStyle/>
              <a:p>
                <a:endParaRPr lang="en-US"/>
              </a:p>
            </p:txBody>
          </p:sp>
          <p:sp>
            <p:nvSpPr>
              <p:cNvPr id="527" name="Freeform: Shape 526">
                <a:extLst>
                  <a:ext uri="{FF2B5EF4-FFF2-40B4-BE49-F238E27FC236}">
                    <a16:creationId xmlns:a16="http://schemas.microsoft.com/office/drawing/2014/main" id="{4FA09AC9-DA2A-4216-BBFD-96E701FB85D9}"/>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4704778" y="2976752"/>
                <a:ext cx="3356800" cy="2452020"/>
              </a:xfrm>
              <a:custGeom>
                <a:avLst/>
                <a:gdLst>
                  <a:gd name="connsiteX0" fmla="*/ 0 w 3356800"/>
                  <a:gd name="connsiteY0" fmla="*/ 2452021 h 2452020"/>
                  <a:gd name="connsiteX1" fmla="*/ 130874 w 3356800"/>
                  <a:gd name="connsiteY1" fmla="*/ 2247710 h 2452020"/>
                  <a:gd name="connsiteX2" fmla="*/ 437197 w 3356800"/>
                  <a:gd name="connsiteY2" fmla="*/ 1941195 h 2452020"/>
                  <a:gd name="connsiteX3" fmla="*/ 737140 w 3356800"/>
                  <a:gd name="connsiteY3" fmla="*/ 1736884 h 2452020"/>
                  <a:gd name="connsiteX4" fmla="*/ 1031843 w 3356800"/>
                  <a:gd name="connsiteY4" fmla="*/ 1685068 h 2452020"/>
                  <a:gd name="connsiteX5" fmla="*/ 1287304 w 3356800"/>
                  <a:gd name="connsiteY5" fmla="*/ 1655826 h 2452020"/>
                  <a:gd name="connsiteX6" fmla="*/ 1471994 w 3356800"/>
                  <a:gd name="connsiteY6" fmla="*/ 1634300 h 2452020"/>
                  <a:gd name="connsiteX7" fmla="*/ 1898237 w 3356800"/>
                  <a:gd name="connsiteY7" fmla="*/ 1512665 h 2452020"/>
                  <a:gd name="connsiteX8" fmla="*/ 2229136 w 3356800"/>
                  <a:gd name="connsiteY8" fmla="*/ 1355598 h 2452020"/>
                  <a:gd name="connsiteX9" fmla="*/ 2512314 w 3356800"/>
                  <a:gd name="connsiteY9" fmla="*/ 1238631 h 2452020"/>
                  <a:gd name="connsiteX10" fmla="*/ 2758535 w 3356800"/>
                  <a:gd name="connsiteY10" fmla="*/ 1096994 h 2452020"/>
                  <a:gd name="connsiteX11" fmla="*/ 2935510 w 3356800"/>
                  <a:gd name="connsiteY11" fmla="*/ 919925 h 2452020"/>
                  <a:gd name="connsiteX12" fmla="*/ 3081719 w 3356800"/>
                  <a:gd name="connsiteY12" fmla="*/ 687419 h 2452020"/>
                  <a:gd name="connsiteX13" fmla="*/ 3356800 w 3356800"/>
                  <a:gd name="connsiteY13" fmla="*/ 0 h 245202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Lst>
                <a:rect l="l" t="t" r="r" b="b"/>
                <a:pathLst>
                  <a:path w="3356800" h="2452020">
                    <a:moveTo>
                      <a:pt x="0" y="2452021"/>
                    </a:moveTo>
                    <a:cubicBezTo>
                      <a:pt x="0" y="2452021"/>
                      <a:pt x="57150" y="2344198"/>
                      <a:pt x="130874" y="2247710"/>
                    </a:cubicBezTo>
                    <a:cubicBezTo>
                      <a:pt x="218694" y="2132648"/>
                      <a:pt x="328136" y="2036635"/>
                      <a:pt x="437197" y="1941195"/>
                    </a:cubicBezTo>
                    <a:cubicBezTo>
                      <a:pt x="529304" y="1860709"/>
                      <a:pt x="623030" y="1779556"/>
                      <a:pt x="737140" y="1736884"/>
                    </a:cubicBezTo>
                    <a:cubicBezTo>
                      <a:pt x="830866" y="1701736"/>
                      <a:pt x="932021" y="1695450"/>
                      <a:pt x="1031843" y="1685068"/>
                    </a:cubicBezTo>
                    <a:cubicBezTo>
                      <a:pt x="1117092" y="1676210"/>
                      <a:pt x="1202055" y="1665160"/>
                      <a:pt x="1287304" y="1655826"/>
                    </a:cubicBezTo>
                    <a:cubicBezTo>
                      <a:pt x="1348931" y="1649063"/>
                      <a:pt x="1410653" y="1643539"/>
                      <a:pt x="1471994" y="1634300"/>
                    </a:cubicBezTo>
                    <a:cubicBezTo>
                      <a:pt x="1618679" y="1612011"/>
                      <a:pt x="1761935" y="1571149"/>
                      <a:pt x="1898237" y="1512665"/>
                    </a:cubicBezTo>
                    <a:cubicBezTo>
                      <a:pt x="2010442" y="1464564"/>
                      <a:pt x="2117503" y="1405128"/>
                      <a:pt x="2229136" y="1355598"/>
                    </a:cubicBezTo>
                    <a:cubicBezTo>
                      <a:pt x="2322481" y="1314164"/>
                      <a:pt x="2418969" y="1280160"/>
                      <a:pt x="2512314" y="1238631"/>
                    </a:cubicBezTo>
                    <a:cubicBezTo>
                      <a:pt x="2599087" y="1199960"/>
                      <a:pt x="2683193" y="1154811"/>
                      <a:pt x="2758535" y="1096994"/>
                    </a:cubicBezTo>
                    <a:cubicBezTo>
                      <a:pt x="2825020" y="1046035"/>
                      <a:pt x="2883789" y="985837"/>
                      <a:pt x="2935510" y="919925"/>
                    </a:cubicBezTo>
                    <a:cubicBezTo>
                      <a:pt x="2992184" y="847725"/>
                      <a:pt x="3039904" y="769144"/>
                      <a:pt x="3081719" y="687419"/>
                    </a:cubicBezTo>
                    <a:cubicBezTo>
                      <a:pt x="3138297" y="576739"/>
                      <a:pt x="3314129" y="116776"/>
                      <a:pt x="3356800" y="0"/>
                    </a:cubicBezTo>
                  </a:path>
                </a:pathLst>
              </a:custGeom>
              <a:noFill/>
              <a:ln w="9525" cap="rnd">
                <a:solidFill>
                  <a:schemeClr val="accent2">
                    <a:alpha val="35000"/>
                  </a:schemeClr>
                </a:solidFill>
                <a:prstDash val="lgDash"/>
                <a:round/>
              </a:ln>
            </p:spPr>
            <p:txBody>
              <a:bodyPr rtlCol="0" anchor="ctr"/>
              <a:lstStyle/>
              <a:p>
                <a:endParaRPr lang="en-US"/>
              </a:p>
            </p:txBody>
          </p:sp>
        </p:grpSp>
        <p:sp>
          <p:nvSpPr>
            <p:cNvPr id="520" name="Freeform: Shape 519">
              <a:extLst>
                <a:ext uri="{FF2B5EF4-FFF2-40B4-BE49-F238E27FC236}">
                  <a16:creationId xmlns:a16="http://schemas.microsoft.com/office/drawing/2014/main" id="{A8AD4A98-C6D7-49C8-A31E-29C6DB7C067D}"/>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7980400" y="5197178"/>
              <a:ext cx="4211600" cy="1660822"/>
            </a:xfrm>
            <a:custGeom>
              <a:avLst/>
              <a:gdLst>
                <a:gd name="connsiteX0" fmla="*/ 4211600 w 4211600"/>
                <a:gd name="connsiteY0" fmla="*/ 0 h 1660822"/>
                <a:gd name="connsiteX1" fmla="*/ 4211600 w 4211600"/>
                <a:gd name="connsiteY1" fmla="*/ 58430 h 1660822"/>
                <a:gd name="connsiteX2" fmla="*/ 4136524 w 4211600"/>
                <a:gd name="connsiteY2" fmla="*/ 208808 h 1660822"/>
                <a:gd name="connsiteX3" fmla="*/ 3973354 w 4211600"/>
                <a:gd name="connsiteY3" fmla="*/ 437313 h 1660822"/>
                <a:gd name="connsiteX4" fmla="*/ 3884746 w 4211600"/>
                <a:gd name="connsiteY4" fmla="*/ 553613 h 1660822"/>
                <a:gd name="connsiteX5" fmla="*/ 3849435 w 4211600"/>
                <a:gd name="connsiteY5" fmla="*/ 603143 h 1660822"/>
                <a:gd name="connsiteX6" fmla="*/ 3661849 w 4211600"/>
                <a:gd name="connsiteY6" fmla="*/ 819075 h 1660822"/>
                <a:gd name="connsiteX7" fmla="*/ 3402589 w 4211600"/>
                <a:gd name="connsiteY7" fmla="*/ 952996 h 1660822"/>
                <a:gd name="connsiteX8" fmla="*/ 3130202 w 4211600"/>
                <a:gd name="connsiteY8" fmla="*/ 1023386 h 1660822"/>
                <a:gd name="connsiteX9" fmla="*/ 2914657 w 4211600"/>
                <a:gd name="connsiteY9" fmla="*/ 1068058 h 1660822"/>
                <a:gd name="connsiteX10" fmla="*/ 2582149 w 4211600"/>
                <a:gd name="connsiteY10" fmla="*/ 1138924 h 1660822"/>
                <a:gd name="connsiteX11" fmla="*/ 2483958 w 4211600"/>
                <a:gd name="connsiteY11" fmla="*/ 1162356 h 1660822"/>
                <a:gd name="connsiteX12" fmla="*/ 2123750 w 4211600"/>
                <a:gd name="connsiteY12" fmla="*/ 1238651 h 1660822"/>
                <a:gd name="connsiteX13" fmla="*/ 1761444 w 4211600"/>
                <a:gd name="connsiteY13" fmla="*/ 1273417 h 1660822"/>
                <a:gd name="connsiteX14" fmla="*/ 1608382 w 4211600"/>
                <a:gd name="connsiteY14" fmla="*/ 1284466 h 1660822"/>
                <a:gd name="connsiteX15" fmla="*/ 999942 w 4211600"/>
                <a:gd name="connsiteY15" fmla="*/ 1354284 h 1660822"/>
                <a:gd name="connsiteX16" fmla="*/ 484705 w 4211600"/>
                <a:gd name="connsiteY16" fmla="*/ 1450487 h 1660822"/>
                <a:gd name="connsiteX17" fmla="*/ 113310 w 4211600"/>
                <a:gd name="connsiteY17" fmla="*/ 1613700 h 1660822"/>
                <a:gd name="connsiteX18" fmla="*/ 39668 w 4211600"/>
                <a:gd name="connsiteY18" fmla="*/ 1660822 h 1660822"/>
                <a:gd name="connsiteX19" fmla="*/ 0 w 4211600"/>
                <a:gd name="connsiteY19" fmla="*/ 1660822 h 1660822"/>
                <a:gd name="connsiteX20" fmla="*/ 96701 w 4211600"/>
                <a:gd name="connsiteY20" fmla="*/ 1598934 h 1660822"/>
                <a:gd name="connsiteX21" fmla="*/ 474335 w 4211600"/>
                <a:gd name="connsiteY21" fmla="*/ 1433056 h 1660822"/>
                <a:gd name="connsiteX22" fmla="*/ 994299 w 4211600"/>
                <a:gd name="connsiteY22" fmla="*/ 1335806 h 1660822"/>
                <a:gd name="connsiteX23" fmla="*/ 1605231 w 4211600"/>
                <a:gd name="connsiteY23" fmla="*/ 1265702 h 1660822"/>
                <a:gd name="connsiteX24" fmla="*/ 1758819 w 4211600"/>
                <a:gd name="connsiteY24" fmla="*/ 1254558 h 1660822"/>
                <a:gd name="connsiteX25" fmla="*/ 2118106 w 4211600"/>
                <a:gd name="connsiteY25" fmla="*/ 1220077 h 1660822"/>
                <a:gd name="connsiteX26" fmla="*/ 2475557 w 4211600"/>
                <a:gd name="connsiteY26" fmla="*/ 1144353 h 1660822"/>
                <a:gd name="connsiteX27" fmla="*/ 2573878 w 4211600"/>
                <a:gd name="connsiteY27" fmla="*/ 1120827 h 1660822"/>
                <a:gd name="connsiteX28" fmla="*/ 2907437 w 4211600"/>
                <a:gd name="connsiteY28" fmla="*/ 1049675 h 1660822"/>
                <a:gd name="connsiteX29" fmla="*/ 3122589 w 4211600"/>
                <a:gd name="connsiteY29" fmla="*/ 1005098 h 1660822"/>
                <a:gd name="connsiteX30" fmla="*/ 3391169 w 4211600"/>
                <a:gd name="connsiteY30" fmla="*/ 935756 h 1660822"/>
                <a:gd name="connsiteX31" fmla="*/ 3642290 w 4211600"/>
                <a:gd name="connsiteY31" fmla="*/ 806216 h 1660822"/>
                <a:gd name="connsiteX32" fmla="*/ 3825937 w 4211600"/>
                <a:gd name="connsiteY32" fmla="*/ 594475 h 1660822"/>
                <a:gd name="connsiteX33" fmla="*/ 3861381 w 4211600"/>
                <a:gd name="connsiteY33" fmla="*/ 544755 h 1660822"/>
                <a:gd name="connsiteX34" fmla="*/ 3950381 w 4211600"/>
                <a:gd name="connsiteY34" fmla="*/ 427978 h 1660822"/>
                <a:gd name="connsiteX35" fmla="*/ 4112370 w 4211600"/>
                <a:gd name="connsiteY35" fmla="*/ 201378 h 1660822"/>
                <a:gd name="connsiteX36" fmla="*/ 4195989 w 4211600"/>
                <a:gd name="connsiteY36" fmla="*/ 33834 h 166082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Lst>
              <a:rect l="l" t="t" r="r" b="b"/>
              <a:pathLst>
                <a:path w="4211600" h="1660822">
                  <a:moveTo>
                    <a:pt x="4211600" y="0"/>
                  </a:moveTo>
                  <a:lnTo>
                    <a:pt x="4211600" y="58430"/>
                  </a:lnTo>
                  <a:lnTo>
                    <a:pt x="4136524" y="208808"/>
                  </a:lnTo>
                  <a:cubicBezTo>
                    <a:pt x="4089791" y="287770"/>
                    <a:pt x="4030588" y="363780"/>
                    <a:pt x="3973354" y="437313"/>
                  </a:cubicBezTo>
                  <a:cubicBezTo>
                    <a:pt x="3943819" y="475222"/>
                    <a:pt x="3913231" y="514465"/>
                    <a:pt x="3884746" y="553613"/>
                  </a:cubicBezTo>
                  <a:cubicBezTo>
                    <a:pt x="3872801" y="569996"/>
                    <a:pt x="3861119" y="586569"/>
                    <a:pt x="3849435" y="603143"/>
                  </a:cubicBezTo>
                  <a:cubicBezTo>
                    <a:pt x="3796665" y="678009"/>
                    <a:pt x="3742187" y="755352"/>
                    <a:pt x="3661849" y="819075"/>
                  </a:cubicBezTo>
                  <a:cubicBezTo>
                    <a:pt x="3596214" y="871176"/>
                    <a:pt x="3509050" y="916230"/>
                    <a:pt x="3402589" y="952996"/>
                  </a:cubicBezTo>
                  <a:cubicBezTo>
                    <a:pt x="3312406" y="984048"/>
                    <a:pt x="3215660" y="1005003"/>
                    <a:pt x="3130202" y="1023386"/>
                  </a:cubicBezTo>
                  <a:cubicBezTo>
                    <a:pt x="3058529" y="1038816"/>
                    <a:pt x="2985412" y="1053675"/>
                    <a:pt x="2914657" y="1068058"/>
                  </a:cubicBezTo>
                  <a:cubicBezTo>
                    <a:pt x="2805176" y="1090251"/>
                    <a:pt x="2692021" y="1113207"/>
                    <a:pt x="2582149" y="1138924"/>
                  </a:cubicBezTo>
                  <a:cubicBezTo>
                    <a:pt x="2549330" y="1146639"/>
                    <a:pt x="2516644" y="1154450"/>
                    <a:pt x="2483958" y="1162356"/>
                  </a:cubicBezTo>
                  <a:cubicBezTo>
                    <a:pt x="2367257" y="1190550"/>
                    <a:pt x="2246621" y="1219601"/>
                    <a:pt x="2123750" y="1238651"/>
                  </a:cubicBezTo>
                  <a:cubicBezTo>
                    <a:pt x="2004294" y="1257129"/>
                    <a:pt x="1880769" y="1265416"/>
                    <a:pt x="1761444" y="1273417"/>
                  </a:cubicBezTo>
                  <a:cubicBezTo>
                    <a:pt x="1711167" y="1276751"/>
                    <a:pt x="1659184" y="1280275"/>
                    <a:pt x="1608382" y="1284466"/>
                  </a:cubicBezTo>
                  <a:cubicBezTo>
                    <a:pt x="1408589" y="1300944"/>
                    <a:pt x="1214570" y="1325805"/>
                    <a:pt x="999942" y="1354284"/>
                  </a:cubicBezTo>
                  <a:cubicBezTo>
                    <a:pt x="826403" y="1377240"/>
                    <a:pt x="647744" y="1400957"/>
                    <a:pt x="484705" y="1450487"/>
                  </a:cubicBezTo>
                  <a:cubicBezTo>
                    <a:pt x="355831" y="1489635"/>
                    <a:pt x="231387" y="1544374"/>
                    <a:pt x="113310" y="1613700"/>
                  </a:cubicBezTo>
                  <a:lnTo>
                    <a:pt x="39668" y="1660822"/>
                  </a:lnTo>
                  <a:lnTo>
                    <a:pt x="0" y="1660822"/>
                  </a:lnTo>
                  <a:lnTo>
                    <a:pt x="96701" y="1598934"/>
                  </a:lnTo>
                  <a:cubicBezTo>
                    <a:pt x="216635" y="1528533"/>
                    <a:pt x="343196" y="1472919"/>
                    <a:pt x="474335" y="1433056"/>
                  </a:cubicBezTo>
                  <a:cubicBezTo>
                    <a:pt x="639999" y="1382669"/>
                    <a:pt x="820102" y="1358856"/>
                    <a:pt x="994299" y="1335806"/>
                  </a:cubicBezTo>
                  <a:cubicBezTo>
                    <a:pt x="1210239" y="1307231"/>
                    <a:pt x="1404650" y="1282275"/>
                    <a:pt x="1605231" y="1265702"/>
                  </a:cubicBezTo>
                  <a:cubicBezTo>
                    <a:pt x="1656428" y="1261511"/>
                    <a:pt x="1708411" y="1257987"/>
                    <a:pt x="1758819" y="1254558"/>
                  </a:cubicBezTo>
                  <a:cubicBezTo>
                    <a:pt x="1877487" y="1246557"/>
                    <a:pt x="2000094" y="1238365"/>
                    <a:pt x="2118106" y="1220077"/>
                  </a:cubicBezTo>
                  <a:cubicBezTo>
                    <a:pt x="2239531" y="1201313"/>
                    <a:pt x="2359513" y="1172357"/>
                    <a:pt x="2475557" y="1144353"/>
                  </a:cubicBezTo>
                  <a:cubicBezTo>
                    <a:pt x="2508243" y="1136448"/>
                    <a:pt x="2541060" y="1128542"/>
                    <a:pt x="2573878" y="1120827"/>
                  </a:cubicBezTo>
                  <a:cubicBezTo>
                    <a:pt x="2684276" y="1094919"/>
                    <a:pt x="2797694" y="1071963"/>
                    <a:pt x="2907437" y="1049675"/>
                  </a:cubicBezTo>
                  <a:cubicBezTo>
                    <a:pt x="2978061" y="1035387"/>
                    <a:pt x="3051178" y="1020528"/>
                    <a:pt x="3122589" y="1005098"/>
                  </a:cubicBezTo>
                  <a:cubicBezTo>
                    <a:pt x="3206997" y="986810"/>
                    <a:pt x="3302823" y="966141"/>
                    <a:pt x="3391169" y="935756"/>
                  </a:cubicBezTo>
                  <a:cubicBezTo>
                    <a:pt x="3494479" y="900132"/>
                    <a:pt x="3578886" y="856508"/>
                    <a:pt x="3642290" y="806216"/>
                  </a:cubicBezTo>
                  <a:cubicBezTo>
                    <a:pt x="3720133" y="744303"/>
                    <a:pt x="3773953" y="668103"/>
                    <a:pt x="3825937" y="594475"/>
                  </a:cubicBezTo>
                  <a:cubicBezTo>
                    <a:pt x="3837621" y="577902"/>
                    <a:pt x="3849435" y="561233"/>
                    <a:pt x="3861381" y="544755"/>
                  </a:cubicBezTo>
                  <a:cubicBezTo>
                    <a:pt x="3889997" y="505416"/>
                    <a:pt x="3920715" y="465983"/>
                    <a:pt x="3950381" y="427978"/>
                  </a:cubicBezTo>
                  <a:cubicBezTo>
                    <a:pt x="4007353" y="354921"/>
                    <a:pt x="4066163" y="279388"/>
                    <a:pt x="4112370" y="201378"/>
                  </a:cubicBezTo>
                  <a:cubicBezTo>
                    <a:pt x="4144662" y="146800"/>
                    <a:pt x="4170785" y="89364"/>
                    <a:pt x="4195989" y="33834"/>
                  </a:cubicBezTo>
                  <a:close/>
                </a:path>
              </a:pathLst>
            </a:cu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a:p>
          </p:txBody>
        </p:sp>
      </p:grpSp>
    </p:spTree>
    <p:extLst>
      <p:ext uri="{BB962C8B-B14F-4D97-AF65-F5344CB8AC3E}">
        <p14:creationId xmlns:p14="http://schemas.microsoft.com/office/powerpoint/2010/main" val="1437892494"/>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B772187-60A9-F8D7-2C8A-868510524CA3}"/>
              </a:ext>
            </a:extLst>
          </p:cNvPr>
          <p:cNvSpPr>
            <a:spLocks noGrp="1"/>
          </p:cNvSpPr>
          <p:nvPr>
            <p:ph type="title"/>
          </p:nvPr>
        </p:nvSpPr>
        <p:spPr/>
        <p:txBody>
          <a:bodyPr>
            <a:normAutofit fontScale="90000"/>
          </a:bodyPr>
          <a:lstStyle/>
          <a:p>
            <a:r>
              <a:rPr lang="en-US"/>
              <a:t>Our Approach – Network Communication</a:t>
            </a:r>
            <a:endParaRPr lang="en-US" dirty="0"/>
          </a:p>
        </p:txBody>
      </p:sp>
      <p:graphicFrame>
        <p:nvGraphicFramePr>
          <p:cNvPr id="34" name="Content Placeholder 2">
            <a:extLst>
              <a:ext uri="{FF2B5EF4-FFF2-40B4-BE49-F238E27FC236}">
                <a16:creationId xmlns:a16="http://schemas.microsoft.com/office/drawing/2014/main" id="{D2A118A6-1693-3D19-452F-D11C7D18973E}"/>
              </a:ext>
            </a:extLst>
          </p:cNvPr>
          <p:cNvGraphicFramePr>
            <a:graphicFrameLocks noGrp="1"/>
          </p:cNvGraphicFramePr>
          <p:nvPr>
            <p:ph idx="1"/>
            <p:extLst>
              <p:ext uri="{D42A27DB-BD31-4B8C-83A1-F6EECF244321}">
                <p14:modId xmlns:p14="http://schemas.microsoft.com/office/powerpoint/2010/main" val="2326260930"/>
              </p:ext>
            </p:extLst>
          </p:nvPr>
        </p:nvGraphicFramePr>
        <p:xfrm>
          <a:off x="838200" y="1825625"/>
          <a:ext cx="10515600" cy="4351338"/>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Tree>
    <p:extLst>
      <p:ext uri="{BB962C8B-B14F-4D97-AF65-F5344CB8AC3E}">
        <p14:creationId xmlns:p14="http://schemas.microsoft.com/office/powerpoint/2010/main" val="2413594695"/>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Rectangle 9">
            <a:extLst>
              <a:ext uri="{FF2B5EF4-FFF2-40B4-BE49-F238E27FC236}">
                <a16:creationId xmlns:a16="http://schemas.microsoft.com/office/drawing/2014/main" id="{247A131F-D5DE-41A5-B4CF-4F345319B40B}"/>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88952" cy="6858000"/>
          </a:xfrm>
          <a:prstGeom prst="rect">
            <a:avLst/>
          </a:prstGeom>
          <a:solidFill>
            <a:schemeClr val="bg2"/>
          </a:solidFill>
          <a:ln>
            <a:solidFill>
              <a:schemeClr val="bg1">
                <a:lumMod val="9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solidFill>
                <a:schemeClr val="tx1">
                  <a:lumMod val="65000"/>
                  <a:lumOff val="35000"/>
                </a:schemeClr>
              </a:solidFill>
              <a:latin typeface="AvenirNext LT Pro Medium" panose="020B0504020202020204" pitchFamily="34" charset="0"/>
            </a:endParaRPr>
          </a:p>
        </p:txBody>
      </p:sp>
      <p:sp>
        <p:nvSpPr>
          <p:cNvPr id="12" name="Freeform: Shape 11">
            <a:extLst>
              <a:ext uri="{FF2B5EF4-FFF2-40B4-BE49-F238E27FC236}">
                <a16:creationId xmlns:a16="http://schemas.microsoft.com/office/drawing/2014/main" id="{3AF4666D-BD98-40A5-A75F-478B982010B2}"/>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10800000">
            <a:off x="692844" y="-3086"/>
            <a:ext cx="1326111" cy="597603"/>
          </a:xfrm>
          <a:custGeom>
            <a:avLst/>
            <a:gdLst>
              <a:gd name="connsiteX0" fmla="*/ 741051 w 1482102"/>
              <a:gd name="connsiteY0" fmla="*/ 0 h 679363"/>
              <a:gd name="connsiteX1" fmla="*/ 1473822 w 1482102"/>
              <a:gd name="connsiteY1" fmla="*/ 597226 h 679363"/>
              <a:gd name="connsiteX2" fmla="*/ 1482102 w 1482102"/>
              <a:gd name="connsiteY2" fmla="*/ 679363 h 679363"/>
              <a:gd name="connsiteX3" fmla="*/ 0 w 1482102"/>
              <a:gd name="connsiteY3" fmla="*/ 679363 h 679363"/>
              <a:gd name="connsiteX4" fmla="*/ 8280 w 1482102"/>
              <a:gd name="connsiteY4" fmla="*/ 597226 h 679363"/>
              <a:gd name="connsiteX5" fmla="*/ 741051 w 1482102"/>
              <a:gd name="connsiteY5" fmla="*/ 0 h 67936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1482102" h="679363">
                <a:moveTo>
                  <a:pt x="741051" y="0"/>
                </a:moveTo>
                <a:cubicBezTo>
                  <a:pt x="1102506" y="0"/>
                  <a:pt x="1404077" y="256390"/>
                  <a:pt x="1473822" y="597226"/>
                </a:cubicBezTo>
                <a:lnTo>
                  <a:pt x="1482102" y="679363"/>
                </a:lnTo>
                <a:lnTo>
                  <a:pt x="0" y="679363"/>
                </a:lnTo>
                <a:lnTo>
                  <a:pt x="8280" y="597226"/>
                </a:lnTo>
                <a:cubicBezTo>
                  <a:pt x="78025" y="256390"/>
                  <a:pt x="379596" y="0"/>
                  <a:pt x="741051" y="0"/>
                </a:cubicBezTo>
                <a:close/>
              </a:path>
            </a:pathLst>
          </a:cu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spcAft>
                <a:spcPts val="600"/>
              </a:spcAft>
            </a:pPr>
            <a:r>
              <a:rPr lang="en-US" dirty="0">
                <a:solidFill>
                  <a:schemeClr val="tx1">
                    <a:lumMod val="65000"/>
                    <a:lumOff val="35000"/>
                  </a:schemeClr>
                </a:solidFill>
                <a:latin typeface="AvenirNext LT Pro Medium" panose="020B0504020202020204" pitchFamily="34" charset="0"/>
              </a:rPr>
              <a:t> </a:t>
            </a:r>
          </a:p>
        </p:txBody>
      </p:sp>
      <p:sp>
        <p:nvSpPr>
          <p:cNvPr id="14" name="Freeform: Shape 13">
            <a:extLst>
              <a:ext uri="{FF2B5EF4-FFF2-40B4-BE49-F238E27FC236}">
                <a16:creationId xmlns:a16="http://schemas.microsoft.com/office/drawing/2014/main" id="{68680585-71F9-4721-A998-4974171D2EB4}"/>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10439256" y="6172200"/>
            <a:ext cx="1482102" cy="679363"/>
          </a:xfrm>
          <a:custGeom>
            <a:avLst/>
            <a:gdLst>
              <a:gd name="connsiteX0" fmla="*/ 741051 w 1482102"/>
              <a:gd name="connsiteY0" fmla="*/ 0 h 679363"/>
              <a:gd name="connsiteX1" fmla="*/ 1473822 w 1482102"/>
              <a:gd name="connsiteY1" fmla="*/ 597226 h 679363"/>
              <a:gd name="connsiteX2" fmla="*/ 1482102 w 1482102"/>
              <a:gd name="connsiteY2" fmla="*/ 679363 h 679363"/>
              <a:gd name="connsiteX3" fmla="*/ 0 w 1482102"/>
              <a:gd name="connsiteY3" fmla="*/ 679363 h 679363"/>
              <a:gd name="connsiteX4" fmla="*/ 8280 w 1482102"/>
              <a:gd name="connsiteY4" fmla="*/ 597226 h 679363"/>
              <a:gd name="connsiteX5" fmla="*/ 741051 w 1482102"/>
              <a:gd name="connsiteY5" fmla="*/ 0 h 67936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1482102" h="679363">
                <a:moveTo>
                  <a:pt x="741051" y="0"/>
                </a:moveTo>
                <a:cubicBezTo>
                  <a:pt x="1102506" y="0"/>
                  <a:pt x="1404077" y="256390"/>
                  <a:pt x="1473822" y="597226"/>
                </a:cubicBezTo>
                <a:lnTo>
                  <a:pt x="1482102" y="679363"/>
                </a:lnTo>
                <a:lnTo>
                  <a:pt x="0" y="679363"/>
                </a:lnTo>
                <a:lnTo>
                  <a:pt x="8280" y="597226"/>
                </a:lnTo>
                <a:cubicBezTo>
                  <a:pt x="78025" y="256390"/>
                  <a:pt x="379596" y="0"/>
                  <a:pt x="741051" y="0"/>
                </a:cubicBezTo>
                <a:close/>
              </a:path>
            </a:pathLst>
          </a:cu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spcAft>
                <a:spcPts val="600"/>
              </a:spcAft>
            </a:pPr>
            <a:r>
              <a:rPr lang="en-US" dirty="0">
                <a:solidFill>
                  <a:schemeClr val="tx1">
                    <a:lumMod val="65000"/>
                    <a:lumOff val="35000"/>
                  </a:schemeClr>
                </a:solidFill>
                <a:latin typeface="AvenirNext LT Pro Medium" panose="020B0504020202020204" pitchFamily="34" charset="0"/>
              </a:rPr>
              <a:t> </a:t>
            </a:r>
          </a:p>
        </p:txBody>
      </p:sp>
      <p:sp>
        <p:nvSpPr>
          <p:cNvPr id="16" name="Freeform: Shape 15">
            <a:extLst>
              <a:ext uri="{FF2B5EF4-FFF2-40B4-BE49-F238E27FC236}">
                <a16:creationId xmlns:a16="http://schemas.microsoft.com/office/drawing/2014/main" id="{12BC95C2-2EEC-4F59-ABA8-660B0D059CCF}"/>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7977352" y="5197178"/>
            <a:ext cx="4211600" cy="1660822"/>
          </a:xfrm>
          <a:custGeom>
            <a:avLst/>
            <a:gdLst>
              <a:gd name="connsiteX0" fmla="*/ 4211600 w 4211600"/>
              <a:gd name="connsiteY0" fmla="*/ 0 h 1660822"/>
              <a:gd name="connsiteX1" fmla="*/ 4211600 w 4211600"/>
              <a:gd name="connsiteY1" fmla="*/ 58430 h 1660822"/>
              <a:gd name="connsiteX2" fmla="*/ 4136524 w 4211600"/>
              <a:gd name="connsiteY2" fmla="*/ 208808 h 1660822"/>
              <a:gd name="connsiteX3" fmla="*/ 3973354 w 4211600"/>
              <a:gd name="connsiteY3" fmla="*/ 437313 h 1660822"/>
              <a:gd name="connsiteX4" fmla="*/ 3884746 w 4211600"/>
              <a:gd name="connsiteY4" fmla="*/ 553613 h 1660822"/>
              <a:gd name="connsiteX5" fmla="*/ 3849435 w 4211600"/>
              <a:gd name="connsiteY5" fmla="*/ 603143 h 1660822"/>
              <a:gd name="connsiteX6" fmla="*/ 3661849 w 4211600"/>
              <a:gd name="connsiteY6" fmla="*/ 819075 h 1660822"/>
              <a:gd name="connsiteX7" fmla="*/ 3402589 w 4211600"/>
              <a:gd name="connsiteY7" fmla="*/ 952996 h 1660822"/>
              <a:gd name="connsiteX8" fmla="*/ 3130202 w 4211600"/>
              <a:gd name="connsiteY8" fmla="*/ 1023386 h 1660822"/>
              <a:gd name="connsiteX9" fmla="*/ 2914657 w 4211600"/>
              <a:gd name="connsiteY9" fmla="*/ 1068058 h 1660822"/>
              <a:gd name="connsiteX10" fmla="*/ 2582149 w 4211600"/>
              <a:gd name="connsiteY10" fmla="*/ 1138924 h 1660822"/>
              <a:gd name="connsiteX11" fmla="*/ 2483958 w 4211600"/>
              <a:gd name="connsiteY11" fmla="*/ 1162356 h 1660822"/>
              <a:gd name="connsiteX12" fmla="*/ 2123750 w 4211600"/>
              <a:gd name="connsiteY12" fmla="*/ 1238651 h 1660822"/>
              <a:gd name="connsiteX13" fmla="*/ 1761444 w 4211600"/>
              <a:gd name="connsiteY13" fmla="*/ 1273417 h 1660822"/>
              <a:gd name="connsiteX14" fmla="*/ 1608382 w 4211600"/>
              <a:gd name="connsiteY14" fmla="*/ 1284466 h 1660822"/>
              <a:gd name="connsiteX15" fmla="*/ 999942 w 4211600"/>
              <a:gd name="connsiteY15" fmla="*/ 1354284 h 1660822"/>
              <a:gd name="connsiteX16" fmla="*/ 484705 w 4211600"/>
              <a:gd name="connsiteY16" fmla="*/ 1450487 h 1660822"/>
              <a:gd name="connsiteX17" fmla="*/ 113310 w 4211600"/>
              <a:gd name="connsiteY17" fmla="*/ 1613700 h 1660822"/>
              <a:gd name="connsiteX18" fmla="*/ 39668 w 4211600"/>
              <a:gd name="connsiteY18" fmla="*/ 1660822 h 1660822"/>
              <a:gd name="connsiteX19" fmla="*/ 0 w 4211600"/>
              <a:gd name="connsiteY19" fmla="*/ 1660822 h 1660822"/>
              <a:gd name="connsiteX20" fmla="*/ 96701 w 4211600"/>
              <a:gd name="connsiteY20" fmla="*/ 1598934 h 1660822"/>
              <a:gd name="connsiteX21" fmla="*/ 474335 w 4211600"/>
              <a:gd name="connsiteY21" fmla="*/ 1433056 h 1660822"/>
              <a:gd name="connsiteX22" fmla="*/ 994299 w 4211600"/>
              <a:gd name="connsiteY22" fmla="*/ 1335806 h 1660822"/>
              <a:gd name="connsiteX23" fmla="*/ 1605231 w 4211600"/>
              <a:gd name="connsiteY23" fmla="*/ 1265702 h 1660822"/>
              <a:gd name="connsiteX24" fmla="*/ 1758819 w 4211600"/>
              <a:gd name="connsiteY24" fmla="*/ 1254558 h 1660822"/>
              <a:gd name="connsiteX25" fmla="*/ 2118106 w 4211600"/>
              <a:gd name="connsiteY25" fmla="*/ 1220077 h 1660822"/>
              <a:gd name="connsiteX26" fmla="*/ 2475557 w 4211600"/>
              <a:gd name="connsiteY26" fmla="*/ 1144353 h 1660822"/>
              <a:gd name="connsiteX27" fmla="*/ 2573878 w 4211600"/>
              <a:gd name="connsiteY27" fmla="*/ 1120827 h 1660822"/>
              <a:gd name="connsiteX28" fmla="*/ 2907437 w 4211600"/>
              <a:gd name="connsiteY28" fmla="*/ 1049675 h 1660822"/>
              <a:gd name="connsiteX29" fmla="*/ 3122589 w 4211600"/>
              <a:gd name="connsiteY29" fmla="*/ 1005098 h 1660822"/>
              <a:gd name="connsiteX30" fmla="*/ 3391169 w 4211600"/>
              <a:gd name="connsiteY30" fmla="*/ 935756 h 1660822"/>
              <a:gd name="connsiteX31" fmla="*/ 3642290 w 4211600"/>
              <a:gd name="connsiteY31" fmla="*/ 806216 h 1660822"/>
              <a:gd name="connsiteX32" fmla="*/ 3825937 w 4211600"/>
              <a:gd name="connsiteY32" fmla="*/ 594475 h 1660822"/>
              <a:gd name="connsiteX33" fmla="*/ 3861381 w 4211600"/>
              <a:gd name="connsiteY33" fmla="*/ 544755 h 1660822"/>
              <a:gd name="connsiteX34" fmla="*/ 3950381 w 4211600"/>
              <a:gd name="connsiteY34" fmla="*/ 427978 h 1660822"/>
              <a:gd name="connsiteX35" fmla="*/ 4112370 w 4211600"/>
              <a:gd name="connsiteY35" fmla="*/ 201378 h 1660822"/>
              <a:gd name="connsiteX36" fmla="*/ 4195989 w 4211600"/>
              <a:gd name="connsiteY36" fmla="*/ 33834 h 166082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Lst>
            <a:rect l="l" t="t" r="r" b="b"/>
            <a:pathLst>
              <a:path w="4211600" h="1660822">
                <a:moveTo>
                  <a:pt x="4211600" y="0"/>
                </a:moveTo>
                <a:lnTo>
                  <a:pt x="4211600" y="58430"/>
                </a:lnTo>
                <a:lnTo>
                  <a:pt x="4136524" y="208808"/>
                </a:lnTo>
                <a:cubicBezTo>
                  <a:pt x="4089791" y="287770"/>
                  <a:pt x="4030588" y="363780"/>
                  <a:pt x="3973354" y="437313"/>
                </a:cubicBezTo>
                <a:cubicBezTo>
                  <a:pt x="3943819" y="475222"/>
                  <a:pt x="3913231" y="514465"/>
                  <a:pt x="3884746" y="553613"/>
                </a:cubicBezTo>
                <a:cubicBezTo>
                  <a:pt x="3872801" y="569996"/>
                  <a:pt x="3861119" y="586569"/>
                  <a:pt x="3849435" y="603143"/>
                </a:cubicBezTo>
                <a:cubicBezTo>
                  <a:pt x="3796665" y="678009"/>
                  <a:pt x="3742187" y="755352"/>
                  <a:pt x="3661849" y="819075"/>
                </a:cubicBezTo>
                <a:cubicBezTo>
                  <a:pt x="3596214" y="871176"/>
                  <a:pt x="3509050" y="916230"/>
                  <a:pt x="3402589" y="952996"/>
                </a:cubicBezTo>
                <a:cubicBezTo>
                  <a:pt x="3312406" y="984048"/>
                  <a:pt x="3215660" y="1005003"/>
                  <a:pt x="3130202" y="1023386"/>
                </a:cubicBezTo>
                <a:cubicBezTo>
                  <a:pt x="3058529" y="1038816"/>
                  <a:pt x="2985412" y="1053675"/>
                  <a:pt x="2914657" y="1068058"/>
                </a:cubicBezTo>
                <a:cubicBezTo>
                  <a:pt x="2805176" y="1090251"/>
                  <a:pt x="2692021" y="1113207"/>
                  <a:pt x="2582149" y="1138924"/>
                </a:cubicBezTo>
                <a:cubicBezTo>
                  <a:pt x="2549330" y="1146639"/>
                  <a:pt x="2516644" y="1154450"/>
                  <a:pt x="2483958" y="1162356"/>
                </a:cubicBezTo>
                <a:cubicBezTo>
                  <a:pt x="2367257" y="1190550"/>
                  <a:pt x="2246621" y="1219601"/>
                  <a:pt x="2123750" y="1238651"/>
                </a:cubicBezTo>
                <a:cubicBezTo>
                  <a:pt x="2004294" y="1257129"/>
                  <a:pt x="1880769" y="1265416"/>
                  <a:pt x="1761444" y="1273417"/>
                </a:cubicBezTo>
                <a:cubicBezTo>
                  <a:pt x="1711167" y="1276751"/>
                  <a:pt x="1659184" y="1280275"/>
                  <a:pt x="1608382" y="1284466"/>
                </a:cubicBezTo>
                <a:cubicBezTo>
                  <a:pt x="1408589" y="1300944"/>
                  <a:pt x="1214570" y="1325805"/>
                  <a:pt x="999942" y="1354284"/>
                </a:cubicBezTo>
                <a:cubicBezTo>
                  <a:pt x="826403" y="1377240"/>
                  <a:pt x="647744" y="1400957"/>
                  <a:pt x="484705" y="1450487"/>
                </a:cubicBezTo>
                <a:cubicBezTo>
                  <a:pt x="355831" y="1489635"/>
                  <a:pt x="231387" y="1544374"/>
                  <a:pt x="113310" y="1613700"/>
                </a:cubicBezTo>
                <a:lnTo>
                  <a:pt x="39668" y="1660822"/>
                </a:lnTo>
                <a:lnTo>
                  <a:pt x="0" y="1660822"/>
                </a:lnTo>
                <a:lnTo>
                  <a:pt x="96701" y="1598934"/>
                </a:lnTo>
                <a:cubicBezTo>
                  <a:pt x="216635" y="1528533"/>
                  <a:pt x="343196" y="1472919"/>
                  <a:pt x="474335" y="1433056"/>
                </a:cubicBezTo>
                <a:cubicBezTo>
                  <a:pt x="639999" y="1382669"/>
                  <a:pt x="820102" y="1358856"/>
                  <a:pt x="994299" y="1335806"/>
                </a:cubicBezTo>
                <a:cubicBezTo>
                  <a:pt x="1210239" y="1307231"/>
                  <a:pt x="1404650" y="1282275"/>
                  <a:pt x="1605231" y="1265702"/>
                </a:cubicBezTo>
                <a:cubicBezTo>
                  <a:pt x="1656428" y="1261511"/>
                  <a:pt x="1708411" y="1257987"/>
                  <a:pt x="1758819" y="1254558"/>
                </a:cubicBezTo>
                <a:cubicBezTo>
                  <a:pt x="1877487" y="1246557"/>
                  <a:pt x="2000094" y="1238365"/>
                  <a:pt x="2118106" y="1220077"/>
                </a:cubicBezTo>
                <a:cubicBezTo>
                  <a:pt x="2239531" y="1201313"/>
                  <a:pt x="2359513" y="1172357"/>
                  <a:pt x="2475557" y="1144353"/>
                </a:cubicBezTo>
                <a:cubicBezTo>
                  <a:pt x="2508243" y="1136448"/>
                  <a:pt x="2541060" y="1128542"/>
                  <a:pt x="2573878" y="1120827"/>
                </a:cubicBezTo>
                <a:cubicBezTo>
                  <a:pt x="2684276" y="1094919"/>
                  <a:pt x="2797694" y="1071963"/>
                  <a:pt x="2907437" y="1049675"/>
                </a:cubicBezTo>
                <a:cubicBezTo>
                  <a:pt x="2978061" y="1035387"/>
                  <a:pt x="3051178" y="1020528"/>
                  <a:pt x="3122589" y="1005098"/>
                </a:cubicBezTo>
                <a:cubicBezTo>
                  <a:pt x="3206997" y="986810"/>
                  <a:pt x="3302823" y="966141"/>
                  <a:pt x="3391169" y="935756"/>
                </a:cubicBezTo>
                <a:cubicBezTo>
                  <a:pt x="3494479" y="900132"/>
                  <a:pt x="3578886" y="856508"/>
                  <a:pt x="3642290" y="806216"/>
                </a:cubicBezTo>
                <a:cubicBezTo>
                  <a:pt x="3720133" y="744303"/>
                  <a:pt x="3773953" y="668103"/>
                  <a:pt x="3825937" y="594475"/>
                </a:cubicBezTo>
                <a:cubicBezTo>
                  <a:pt x="3837621" y="577902"/>
                  <a:pt x="3849435" y="561233"/>
                  <a:pt x="3861381" y="544755"/>
                </a:cubicBezTo>
                <a:cubicBezTo>
                  <a:pt x="3889997" y="505416"/>
                  <a:pt x="3920715" y="465983"/>
                  <a:pt x="3950381" y="427978"/>
                </a:cubicBezTo>
                <a:cubicBezTo>
                  <a:pt x="4007353" y="354921"/>
                  <a:pt x="4066163" y="279388"/>
                  <a:pt x="4112370" y="201378"/>
                </a:cubicBezTo>
                <a:cubicBezTo>
                  <a:pt x="4144662" y="146800"/>
                  <a:pt x="4170785" y="89364"/>
                  <a:pt x="4195989" y="33834"/>
                </a:cubicBezTo>
                <a:close/>
              </a:path>
            </a:pathLst>
          </a:cu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a:p>
        </p:txBody>
      </p:sp>
      <p:grpSp>
        <p:nvGrpSpPr>
          <p:cNvPr id="18" name="Graphic 141">
            <a:extLst>
              <a:ext uri="{FF2B5EF4-FFF2-40B4-BE49-F238E27FC236}">
                <a16:creationId xmlns:a16="http://schemas.microsoft.com/office/drawing/2014/main" id="{03E9870D-4BBA-43AF-8D44-BBADF020CFF6}"/>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10849" y="15178"/>
            <a:ext cx="2198951" cy="3331254"/>
            <a:chOff x="4473129" y="923925"/>
            <a:chExt cx="3308947" cy="5012817"/>
          </a:xfrm>
          <a:noFill/>
        </p:grpSpPr>
        <p:sp>
          <p:nvSpPr>
            <p:cNvPr id="19" name="Freeform: Shape 18">
              <a:extLst>
                <a:ext uri="{FF2B5EF4-FFF2-40B4-BE49-F238E27FC236}">
                  <a16:creationId xmlns:a16="http://schemas.microsoft.com/office/drawing/2014/main" id="{34BC5055-C77D-43CD-BB1D-A77B6779CDAD}"/>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4485988" y="924020"/>
              <a:ext cx="3296088" cy="5012722"/>
            </a:xfrm>
            <a:custGeom>
              <a:avLst/>
              <a:gdLst>
                <a:gd name="connsiteX0" fmla="*/ 0 w 3296088"/>
                <a:gd name="connsiteY0" fmla="*/ 5012722 h 5012722"/>
                <a:gd name="connsiteX1" fmla="*/ 244031 w 3296088"/>
                <a:gd name="connsiteY1" fmla="*/ 4820222 h 5012722"/>
                <a:gd name="connsiteX2" fmla="*/ 729234 w 3296088"/>
                <a:gd name="connsiteY2" fmla="*/ 4360641 h 5012722"/>
                <a:gd name="connsiteX3" fmla="*/ 881444 w 3296088"/>
                <a:gd name="connsiteY3" fmla="*/ 4173950 h 5012722"/>
                <a:gd name="connsiteX4" fmla="*/ 1151287 w 3296088"/>
                <a:gd name="connsiteY4" fmla="*/ 3972877 h 5012722"/>
                <a:gd name="connsiteX5" fmla="*/ 1498664 w 3296088"/>
                <a:gd name="connsiteY5" fmla="*/ 3786188 h 5012722"/>
                <a:gd name="connsiteX6" fmla="*/ 1716881 w 3296088"/>
                <a:gd name="connsiteY6" fmla="*/ 3674174 h 5012722"/>
                <a:gd name="connsiteX7" fmla="*/ 1913573 w 3296088"/>
                <a:gd name="connsiteY7" fmla="*/ 3477387 h 5012722"/>
                <a:gd name="connsiteX8" fmla="*/ 2167700 w 3296088"/>
                <a:gd name="connsiteY8" fmla="*/ 3042190 h 5012722"/>
                <a:gd name="connsiteX9" fmla="*/ 2273903 w 3296088"/>
                <a:gd name="connsiteY9" fmla="*/ 2775014 h 5012722"/>
                <a:gd name="connsiteX10" fmla="*/ 2463356 w 3296088"/>
                <a:gd name="connsiteY10" fmla="*/ 2335530 h 5012722"/>
                <a:gd name="connsiteX11" fmla="*/ 2741866 w 3296088"/>
                <a:gd name="connsiteY11" fmla="*/ 1982248 h 5012722"/>
                <a:gd name="connsiteX12" fmla="*/ 2985897 w 3296088"/>
                <a:gd name="connsiteY12" fmla="*/ 1634681 h 5012722"/>
                <a:gd name="connsiteX13" fmla="*/ 3212687 w 3296088"/>
                <a:gd name="connsiteY13" fmla="*/ 1226820 h 5012722"/>
                <a:gd name="connsiteX14" fmla="*/ 3281553 w 3296088"/>
                <a:gd name="connsiteY14" fmla="*/ 959644 h 5012722"/>
                <a:gd name="connsiteX15" fmla="*/ 3295936 w 3296088"/>
                <a:gd name="connsiteY15" fmla="*/ 701135 h 5012722"/>
                <a:gd name="connsiteX16" fmla="*/ 3267266 w 3296088"/>
                <a:gd name="connsiteY16" fmla="*/ 436817 h 5012722"/>
                <a:gd name="connsiteX17" fmla="*/ 3105341 w 3296088"/>
                <a:gd name="connsiteY17" fmla="*/ 0 h 501272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Lst>
              <a:rect l="l" t="t" r="r" b="b"/>
              <a:pathLst>
                <a:path w="3296088" h="5012722">
                  <a:moveTo>
                    <a:pt x="0" y="5012722"/>
                  </a:moveTo>
                  <a:cubicBezTo>
                    <a:pt x="81820" y="4949095"/>
                    <a:pt x="163544" y="4885468"/>
                    <a:pt x="244031" y="4820222"/>
                  </a:cubicBezTo>
                  <a:cubicBezTo>
                    <a:pt x="417671" y="4679633"/>
                    <a:pt x="589883" y="4535139"/>
                    <a:pt x="729234" y="4360641"/>
                  </a:cubicBezTo>
                  <a:cubicBezTo>
                    <a:pt x="779431" y="4297776"/>
                    <a:pt x="825818" y="4231958"/>
                    <a:pt x="881444" y="4173950"/>
                  </a:cubicBezTo>
                  <a:cubicBezTo>
                    <a:pt x="959358" y="4092607"/>
                    <a:pt x="1054799" y="4031075"/>
                    <a:pt x="1151287" y="3972877"/>
                  </a:cubicBezTo>
                  <a:cubicBezTo>
                    <a:pt x="1263968" y="3904964"/>
                    <a:pt x="1379315" y="3841337"/>
                    <a:pt x="1498664" y="3786188"/>
                  </a:cubicBezTo>
                  <a:cubicBezTo>
                    <a:pt x="1573149" y="3751802"/>
                    <a:pt x="1649159" y="3720179"/>
                    <a:pt x="1716881" y="3674174"/>
                  </a:cubicBezTo>
                  <a:cubicBezTo>
                    <a:pt x="1794034" y="3621691"/>
                    <a:pt x="1856708" y="3551492"/>
                    <a:pt x="1913573" y="3477387"/>
                  </a:cubicBezTo>
                  <a:cubicBezTo>
                    <a:pt x="2016157" y="3343751"/>
                    <a:pt x="2099024" y="3196114"/>
                    <a:pt x="2167700" y="3042190"/>
                  </a:cubicBezTo>
                  <a:cubicBezTo>
                    <a:pt x="2206752" y="2954655"/>
                    <a:pt x="2241233" y="2865215"/>
                    <a:pt x="2273903" y="2775014"/>
                  </a:cubicBezTo>
                  <a:cubicBezTo>
                    <a:pt x="2328482" y="2624423"/>
                    <a:pt x="2379440" y="2471642"/>
                    <a:pt x="2463356" y="2335530"/>
                  </a:cubicBezTo>
                  <a:cubicBezTo>
                    <a:pt x="2542127" y="2207705"/>
                    <a:pt x="2647855" y="2099501"/>
                    <a:pt x="2741866" y="1982248"/>
                  </a:cubicBezTo>
                  <a:cubicBezTo>
                    <a:pt x="2830449" y="1871758"/>
                    <a:pt x="2908554" y="1753362"/>
                    <a:pt x="2985897" y="1634681"/>
                  </a:cubicBezTo>
                  <a:cubicBezTo>
                    <a:pt x="3071146" y="1503902"/>
                    <a:pt x="3156395" y="1372172"/>
                    <a:pt x="3212687" y="1226820"/>
                  </a:cubicBezTo>
                  <a:cubicBezTo>
                    <a:pt x="3246025" y="1140809"/>
                    <a:pt x="3268790" y="1051084"/>
                    <a:pt x="3281553" y="959644"/>
                  </a:cubicBezTo>
                  <a:cubicBezTo>
                    <a:pt x="3293555" y="874014"/>
                    <a:pt x="3296888" y="787527"/>
                    <a:pt x="3295936" y="701135"/>
                  </a:cubicBezTo>
                  <a:cubicBezTo>
                    <a:pt x="3294888" y="612172"/>
                    <a:pt x="3289268" y="523018"/>
                    <a:pt x="3267266" y="436817"/>
                  </a:cubicBezTo>
                  <a:cubicBezTo>
                    <a:pt x="3227832" y="282416"/>
                    <a:pt x="3105341" y="0"/>
                    <a:pt x="3105341" y="0"/>
                  </a:cubicBezTo>
                </a:path>
              </a:pathLst>
            </a:custGeom>
            <a:noFill/>
            <a:ln w="9525" cap="rnd">
              <a:solidFill>
                <a:schemeClr val="accent2">
                  <a:alpha val="75000"/>
                </a:schemeClr>
              </a:solidFill>
              <a:prstDash val="lgDash"/>
              <a:round/>
            </a:ln>
          </p:spPr>
          <p:txBody>
            <a:bodyPr rtlCol="0" anchor="ctr"/>
            <a:lstStyle/>
            <a:p>
              <a:endParaRPr lang="en-US"/>
            </a:p>
          </p:txBody>
        </p:sp>
        <p:sp>
          <p:nvSpPr>
            <p:cNvPr id="20" name="Freeform: Shape 19">
              <a:extLst>
                <a:ext uri="{FF2B5EF4-FFF2-40B4-BE49-F238E27FC236}">
                  <a16:creationId xmlns:a16="http://schemas.microsoft.com/office/drawing/2014/main" id="{DB12D0B8-9385-489A-85AE-3D14AD0BA2FC}"/>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4473129" y="923925"/>
              <a:ext cx="2977477" cy="4627149"/>
            </a:xfrm>
            <a:custGeom>
              <a:avLst/>
              <a:gdLst>
                <a:gd name="connsiteX0" fmla="*/ 0 w 2977477"/>
                <a:gd name="connsiteY0" fmla="*/ 4627150 h 4627149"/>
                <a:gd name="connsiteX1" fmla="*/ 275082 w 2977477"/>
                <a:gd name="connsiteY1" fmla="*/ 4341590 h 4627149"/>
                <a:gd name="connsiteX2" fmla="*/ 502825 w 2977477"/>
                <a:gd name="connsiteY2" fmla="*/ 4054126 h 4627149"/>
                <a:gd name="connsiteX3" fmla="*/ 666179 w 2977477"/>
                <a:gd name="connsiteY3" fmla="*/ 3890677 h 4627149"/>
                <a:gd name="connsiteX4" fmla="*/ 864203 w 2977477"/>
                <a:gd name="connsiteY4" fmla="*/ 3675983 h 4627149"/>
                <a:gd name="connsiteX5" fmla="*/ 982599 w 2977477"/>
                <a:gd name="connsiteY5" fmla="*/ 3557492 h 4627149"/>
                <a:gd name="connsiteX6" fmla="*/ 1188244 w 2977477"/>
                <a:gd name="connsiteY6" fmla="*/ 3329654 h 4627149"/>
                <a:gd name="connsiteX7" fmla="*/ 1344740 w 2977477"/>
                <a:gd name="connsiteY7" fmla="*/ 3146774 h 4627149"/>
                <a:gd name="connsiteX8" fmla="*/ 1470755 w 2977477"/>
                <a:gd name="connsiteY8" fmla="*/ 2984659 h 4627149"/>
                <a:gd name="connsiteX9" fmla="*/ 1657636 w 2977477"/>
                <a:gd name="connsiteY9" fmla="*/ 2670239 h 4627149"/>
                <a:gd name="connsiteX10" fmla="*/ 1762887 w 2977477"/>
                <a:gd name="connsiteY10" fmla="*/ 2473547 h 4627149"/>
                <a:gd name="connsiteX11" fmla="*/ 1866710 w 2977477"/>
                <a:gd name="connsiteY11" fmla="*/ 2290667 h 4627149"/>
                <a:gd name="connsiteX12" fmla="*/ 2106263 w 2977477"/>
                <a:gd name="connsiteY12" fmla="*/ 2030254 h 4627149"/>
                <a:gd name="connsiteX13" fmla="*/ 2277237 w 2977477"/>
                <a:gd name="connsiteY13" fmla="*/ 1859185 h 4627149"/>
                <a:gd name="connsiteX14" fmla="*/ 2499455 w 2977477"/>
                <a:gd name="connsiteY14" fmla="*/ 1656207 h 4627149"/>
                <a:gd name="connsiteX15" fmla="*/ 2707100 w 2977477"/>
                <a:gd name="connsiteY15" fmla="*/ 1390269 h 4627149"/>
                <a:gd name="connsiteX16" fmla="*/ 2812352 w 2977477"/>
                <a:gd name="connsiteY16" fmla="*/ 1230916 h 4627149"/>
                <a:gd name="connsiteX17" fmla="*/ 2898172 w 2977477"/>
                <a:gd name="connsiteY17" fmla="*/ 1036987 h 4627149"/>
                <a:gd name="connsiteX18" fmla="*/ 2963228 w 2977477"/>
                <a:gd name="connsiteY18" fmla="*/ 850011 h 4627149"/>
                <a:gd name="connsiteX19" fmla="*/ 2977325 w 2977477"/>
                <a:gd name="connsiteY19" fmla="*/ 745427 h 4627149"/>
                <a:gd name="connsiteX20" fmla="*/ 2929509 w 2977477"/>
                <a:gd name="connsiteY20" fmla="*/ 480155 h 4627149"/>
                <a:gd name="connsiteX21" fmla="*/ 2563082 w 2977477"/>
                <a:gd name="connsiteY21" fmla="*/ 0 h 462714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Lst>
              <a:rect l="l" t="t" r="r" b="b"/>
              <a:pathLst>
                <a:path w="2977477" h="4627149">
                  <a:moveTo>
                    <a:pt x="0" y="4627150"/>
                  </a:moveTo>
                  <a:cubicBezTo>
                    <a:pt x="79820" y="4552283"/>
                    <a:pt x="203835" y="4424648"/>
                    <a:pt x="275082" y="4341590"/>
                  </a:cubicBezTo>
                  <a:cubicBezTo>
                    <a:pt x="354711" y="4248722"/>
                    <a:pt x="421005" y="4145090"/>
                    <a:pt x="502825" y="4054126"/>
                  </a:cubicBezTo>
                  <a:cubicBezTo>
                    <a:pt x="554355" y="3996881"/>
                    <a:pt x="612362" y="3945827"/>
                    <a:pt x="666179" y="3890677"/>
                  </a:cubicBezTo>
                  <a:cubicBezTo>
                    <a:pt x="734187" y="3821049"/>
                    <a:pt x="796671" y="3746183"/>
                    <a:pt x="864203" y="3675983"/>
                  </a:cubicBezTo>
                  <a:cubicBezTo>
                    <a:pt x="902875" y="3635788"/>
                    <a:pt x="943642" y="3597593"/>
                    <a:pt x="982599" y="3557492"/>
                  </a:cubicBezTo>
                  <a:cubicBezTo>
                    <a:pt x="1053941" y="3484150"/>
                    <a:pt x="1121378" y="3407093"/>
                    <a:pt x="1188244" y="3329654"/>
                  </a:cubicBezTo>
                  <a:cubicBezTo>
                    <a:pt x="1240631" y="3268885"/>
                    <a:pt x="1293495" y="3208496"/>
                    <a:pt x="1344740" y="3146774"/>
                  </a:cubicBezTo>
                  <a:cubicBezTo>
                    <a:pt x="1388459" y="3094101"/>
                    <a:pt x="1431512" y="3040761"/>
                    <a:pt x="1470755" y="2984659"/>
                  </a:cubicBezTo>
                  <a:cubicBezTo>
                    <a:pt x="1540764" y="2884646"/>
                    <a:pt x="1598771" y="2777109"/>
                    <a:pt x="1657636" y="2670239"/>
                  </a:cubicBezTo>
                  <a:cubicBezTo>
                    <a:pt x="1693545" y="2605088"/>
                    <a:pt x="1728502" y="2539460"/>
                    <a:pt x="1762887" y="2473547"/>
                  </a:cubicBezTo>
                  <a:cubicBezTo>
                    <a:pt x="1795367" y="2411349"/>
                    <a:pt x="1826419" y="2348103"/>
                    <a:pt x="1866710" y="2290667"/>
                  </a:cubicBezTo>
                  <a:cubicBezTo>
                    <a:pt x="1934623" y="2193893"/>
                    <a:pt x="2022729" y="2114169"/>
                    <a:pt x="2106263" y="2030254"/>
                  </a:cubicBezTo>
                  <a:cubicBezTo>
                    <a:pt x="2163128" y="1973104"/>
                    <a:pt x="2218182" y="1914049"/>
                    <a:pt x="2277237" y="1859185"/>
                  </a:cubicBezTo>
                  <a:cubicBezTo>
                    <a:pt x="2350770" y="1790891"/>
                    <a:pt x="2430304" y="1728978"/>
                    <a:pt x="2499455" y="1656207"/>
                  </a:cubicBezTo>
                  <a:cubicBezTo>
                    <a:pt x="2576989" y="1574578"/>
                    <a:pt x="2641568" y="1481900"/>
                    <a:pt x="2707100" y="1390269"/>
                  </a:cubicBezTo>
                  <a:cubicBezTo>
                    <a:pt x="2744153" y="1338453"/>
                    <a:pt x="2781586" y="1286732"/>
                    <a:pt x="2812352" y="1230916"/>
                  </a:cubicBezTo>
                  <a:cubicBezTo>
                    <a:pt x="2846546" y="1168908"/>
                    <a:pt x="2872550" y="1102900"/>
                    <a:pt x="2898172" y="1036987"/>
                  </a:cubicBezTo>
                  <a:cubicBezTo>
                    <a:pt x="2922175" y="975455"/>
                    <a:pt x="2948273" y="914305"/>
                    <a:pt x="2963228" y="850011"/>
                  </a:cubicBezTo>
                  <a:cubicBezTo>
                    <a:pt x="2971229" y="815626"/>
                    <a:pt x="2976563" y="780764"/>
                    <a:pt x="2977325" y="745427"/>
                  </a:cubicBezTo>
                  <a:cubicBezTo>
                    <a:pt x="2979230" y="654844"/>
                    <a:pt x="2963323" y="564261"/>
                    <a:pt x="2929509" y="480155"/>
                  </a:cubicBezTo>
                  <a:cubicBezTo>
                    <a:pt x="2851309" y="285655"/>
                    <a:pt x="2563082" y="0"/>
                    <a:pt x="2563082" y="0"/>
                  </a:cubicBezTo>
                </a:path>
              </a:pathLst>
            </a:custGeom>
            <a:noFill/>
            <a:ln w="9525" cap="rnd">
              <a:solidFill>
                <a:schemeClr val="accent2">
                  <a:alpha val="75000"/>
                </a:schemeClr>
              </a:solidFill>
              <a:prstDash val="lgDash"/>
              <a:round/>
            </a:ln>
          </p:spPr>
          <p:txBody>
            <a:bodyPr rtlCol="0" anchor="ctr"/>
            <a:lstStyle/>
            <a:p>
              <a:endParaRPr lang="en-US"/>
            </a:p>
          </p:txBody>
        </p:sp>
        <p:sp>
          <p:nvSpPr>
            <p:cNvPr id="21" name="Freeform: Shape 20">
              <a:extLst>
                <a:ext uri="{FF2B5EF4-FFF2-40B4-BE49-F238E27FC236}">
                  <a16:creationId xmlns:a16="http://schemas.microsoft.com/office/drawing/2014/main" id="{D158A14A-147E-4130-A5E2-38FD84B181AF}"/>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4494561" y="923925"/>
              <a:ext cx="2356712" cy="4118991"/>
            </a:xfrm>
            <a:custGeom>
              <a:avLst/>
              <a:gdLst>
                <a:gd name="connsiteX0" fmla="*/ 1707071 w 2356712"/>
                <a:gd name="connsiteY0" fmla="*/ 0 h 4118991"/>
                <a:gd name="connsiteX1" fmla="*/ 1824514 w 2356712"/>
                <a:gd name="connsiteY1" fmla="*/ 244697 h 4118991"/>
                <a:gd name="connsiteX2" fmla="*/ 1908715 w 2356712"/>
                <a:gd name="connsiteY2" fmla="*/ 328994 h 4118991"/>
                <a:gd name="connsiteX3" fmla="*/ 2226469 w 2356712"/>
                <a:gd name="connsiteY3" fmla="*/ 603695 h 4118991"/>
                <a:gd name="connsiteX4" fmla="*/ 2355628 w 2356712"/>
                <a:gd name="connsiteY4" fmla="*/ 900494 h 4118991"/>
                <a:gd name="connsiteX5" fmla="*/ 2281428 w 2356712"/>
                <a:gd name="connsiteY5" fmla="*/ 1206913 h 4118991"/>
                <a:gd name="connsiteX6" fmla="*/ 2092452 w 2356712"/>
                <a:gd name="connsiteY6" fmla="*/ 1460659 h 4118991"/>
                <a:gd name="connsiteX7" fmla="*/ 1834039 w 2356712"/>
                <a:gd name="connsiteY7" fmla="*/ 1625822 h 4118991"/>
                <a:gd name="connsiteX8" fmla="*/ 1558862 w 2356712"/>
                <a:gd name="connsiteY8" fmla="*/ 1743075 h 4118991"/>
                <a:gd name="connsiteX9" fmla="*/ 1386554 w 2356712"/>
                <a:gd name="connsiteY9" fmla="*/ 1869948 h 4118991"/>
                <a:gd name="connsiteX10" fmla="*/ 1271683 w 2356712"/>
                <a:gd name="connsiteY10" fmla="*/ 2073402 h 4118991"/>
                <a:gd name="connsiteX11" fmla="*/ 1178338 w 2356712"/>
                <a:gd name="connsiteY11" fmla="*/ 2355914 h 4118991"/>
                <a:gd name="connsiteX12" fmla="*/ 1113758 w 2356712"/>
                <a:gd name="connsiteY12" fmla="*/ 2578513 h 4118991"/>
                <a:gd name="connsiteX13" fmla="*/ 1034796 w 2356712"/>
                <a:gd name="connsiteY13" fmla="*/ 2834640 h 4118991"/>
                <a:gd name="connsiteX14" fmla="*/ 905637 w 2356712"/>
                <a:gd name="connsiteY14" fmla="*/ 3081242 h 4118991"/>
                <a:gd name="connsiteX15" fmla="*/ 793147 w 2356712"/>
                <a:gd name="connsiteY15" fmla="*/ 3258407 h 4118991"/>
                <a:gd name="connsiteX16" fmla="*/ 546735 w 2356712"/>
                <a:gd name="connsiteY16" fmla="*/ 3571970 h 4118991"/>
                <a:gd name="connsiteX17" fmla="*/ 346996 w 2356712"/>
                <a:gd name="connsiteY17" fmla="*/ 3771900 h 4118991"/>
                <a:gd name="connsiteX18" fmla="*/ 174689 w 2356712"/>
                <a:gd name="connsiteY18" fmla="*/ 3944207 h 4118991"/>
                <a:gd name="connsiteX19" fmla="*/ 0 w 2356712"/>
                <a:gd name="connsiteY19" fmla="*/ 4118991 h 411899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Lst>
              <a:rect l="l" t="t" r="r" b="b"/>
              <a:pathLst>
                <a:path w="2356712" h="4118991">
                  <a:moveTo>
                    <a:pt x="1707071" y="0"/>
                  </a:moveTo>
                  <a:cubicBezTo>
                    <a:pt x="1715357" y="22098"/>
                    <a:pt x="1812608" y="224409"/>
                    <a:pt x="1824514" y="244697"/>
                  </a:cubicBezTo>
                  <a:cubicBezTo>
                    <a:pt x="1844802" y="279273"/>
                    <a:pt x="1876996" y="304324"/>
                    <a:pt x="1908715" y="328994"/>
                  </a:cubicBezTo>
                  <a:cubicBezTo>
                    <a:pt x="2019967" y="415195"/>
                    <a:pt x="2137886" y="494633"/>
                    <a:pt x="2226469" y="603695"/>
                  </a:cubicBezTo>
                  <a:cubicBezTo>
                    <a:pt x="2296287" y="689610"/>
                    <a:pt x="2347817" y="790480"/>
                    <a:pt x="2355628" y="900494"/>
                  </a:cubicBezTo>
                  <a:cubicBezTo>
                    <a:pt x="2363248" y="1007078"/>
                    <a:pt x="2329910" y="1111187"/>
                    <a:pt x="2281428" y="1206913"/>
                  </a:cubicBezTo>
                  <a:cubicBezTo>
                    <a:pt x="2233422" y="1301877"/>
                    <a:pt x="2170938" y="1388936"/>
                    <a:pt x="2092452" y="1460659"/>
                  </a:cubicBezTo>
                  <a:cubicBezTo>
                    <a:pt x="2016538" y="1530001"/>
                    <a:pt x="1927765" y="1583436"/>
                    <a:pt x="1834039" y="1625822"/>
                  </a:cubicBezTo>
                  <a:cubicBezTo>
                    <a:pt x="1743075" y="1666970"/>
                    <a:pt x="1647730" y="1697736"/>
                    <a:pt x="1558862" y="1743075"/>
                  </a:cubicBezTo>
                  <a:cubicBezTo>
                    <a:pt x="1494758" y="1775841"/>
                    <a:pt x="1434275" y="1816132"/>
                    <a:pt x="1386554" y="1869948"/>
                  </a:cubicBezTo>
                  <a:cubicBezTo>
                    <a:pt x="1334548" y="1928622"/>
                    <a:pt x="1300544" y="2000345"/>
                    <a:pt x="1271683" y="2073402"/>
                  </a:cubicBezTo>
                  <a:cubicBezTo>
                    <a:pt x="1235202" y="2165699"/>
                    <a:pt x="1206722" y="2260759"/>
                    <a:pt x="1178338" y="2355914"/>
                  </a:cubicBezTo>
                  <a:cubicBezTo>
                    <a:pt x="1156240" y="2429923"/>
                    <a:pt x="1134237" y="2504028"/>
                    <a:pt x="1113758" y="2578513"/>
                  </a:cubicBezTo>
                  <a:cubicBezTo>
                    <a:pt x="1090041" y="2664714"/>
                    <a:pt x="1068134" y="2751678"/>
                    <a:pt x="1034796" y="2834640"/>
                  </a:cubicBezTo>
                  <a:cubicBezTo>
                    <a:pt x="1000125" y="2920841"/>
                    <a:pt x="953643" y="3001613"/>
                    <a:pt x="905637" y="3081242"/>
                  </a:cubicBezTo>
                  <a:cubicBezTo>
                    <a:pt x="869442" y="3141155"/>
                    <a:pt x="832295" y="3200400"/>
                    <a:pt x="793147" y="3258407"/>
                  </a:cubicBezTo>
                  <a:cubicBezTo>
                    <a:pt x="718661" y="3368802"/>
                    <a:pt x="637223" y="3474434"/>
                    <a:pt x="546735" y="3571970"/>
                  </a:cubicBezTo>
                  <a:cubicBezTo>
                    <a:pt x="482632" y="3641027"/>
                    <a:pt x="414147" y="3705797"/>
                    <a:pt x="346996" y="3771900"/>
                  </a:cubicBezTo>
                  <a:cubicBezTo>
                    <a:pt x="288989" y="3828764"/>
                    <a:pt x="232029" y="3886676"/>
                    <a:pt x="174689" y="3944207"/>
                  </a:cubicBezTo>
                  <a:cubicBezTo>
                    <a:pt x="116586" y="4002596"/>
                    <a:pt x="58293" y="4060698"/>
                    <a:pt x="0" y="4118991"/>
                  </a:cubicBezTo>
                </a:path>
              </a:pathLst>
            </a:custGeom>
            <a:noFill/>
            <a:ln w="9525" cap="rnd">
              <a:solidFill>
                <a:schemeClr val="accent2">
                  <a:alpha val="75000"/>
                </a:schemeClr>
              </a:solidFill>
              <a:prstDash val="lgDash"/>
              <a:round/>
            </a:ln>
          </p:spPr>
          <p:txBody>
            <a:bodyPr rtlCol="0" anchor="ctr"/>
            <a:lstStyle/>
            <a:p>
              <a:endParaRPr lang="en-US"/>
            </a:p>
          </p:txBody>
        </p:sp>
        <p:sp>
          <p:nvSpPr>
            <p:cNvPr id="22" name="Freeform: Shape 21">
              <a:extLst>
                <a:ext uri="{FF2B5EF4-FFF2-40B4-BE49-F238E27FC236}">
                  <a16:creationId xmlns:a16="http://schemas.microsoft.com/office/drawing/2014/main" id="{75B8B1EB-5E2B-472C-AE60-2EC5961F16F9}"/>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4473129" y="923925"/>
              <a:ext cx="2059193" cy="3980116"/>
            </a:xfrm>
            <a:custGeom>
              <a:avLst/>
              <a:gdLst>
                <a:gd name="connsiteX0" fmla="*/ 0 w 2059193"/>
                <a:gd name="connsiteY0" fmla="*/ 3980116 h 3980116"/>
                <a:gd name="connsiteX1" fmla="*/ 471583 w 2059193"/>
                <a:gd name="connsiteY1" fmla="*/ 3515678 h 3980116"/>
                <a:gd name="connsiteX2" fmla="*/ 758666 w 2059193"/>
                <a:gd name="connsiteY2" fmla="*/ 3163824 h 3980116"/>
                <a:gd name="connsiteX3" fmla="*/ 940499 w 2059193"/>
                <a:gd name="connsiteY3" fmla="*/ 2780824 h 3980116"/>
                <a:gd name="connsiteX4" fmla="*/ 1055370 w 2059193"/>
                <a:gd name="connsiteY4" fmla="*/ 2242185 h 3980116"/>
                <a:gd name="connsiteX5" fmla="*/ 1136714 w 2059193"/>
                <a:gd name="connsiteY5" fmla="*/ 1878330 h 3980116"/>
                <a:gd name="connsiteX6" fmla="*/ 1246727 w 2059193"/>
                <a:gd name="connsiteY6" fmla="*/ 1562386 h 3980116"/>
                <a:gd name="connsiteX7" fmla="*/ 1378363 w 2059193"/>
                <a:gd name="connsiteY7" fmla="*/ 1430750 h 3980116"/>
                <a:gd name="connsiteX8" fmla="*/ 1691831 w 2059193"/>
                <a:gd name="connsiteY8" fmla="*/ 1394841 h 3980116"/>
                <a:gd name="connsiteX9" fmla="*/ 1914335 w 2059193"/>
                <a:gd name="connsiteY9" fmla="*/ 1323023 h 3980116"/>
                <a:gd name="connsiteX10" fmla="*/ 2055495 w 2059193"/>
                <a:gd name="connsiteY10" fmla="*/ 1098042 h 3980116"/>
                <a:gd name="connsiteX11" fmla="*/ 2033969 w 2059193"/>
                <a:gd name="connsiteY11" fmla="*/ 930497 h 3980116"/>
                <a:gd name="connsiteX12" fmla="*/ 1885664 w 2059193"/>
                <a:gd name="connsiteY12" fmla="*/ 760571 h 3980116"/>
                <a:gd name="connsiteX13" fmla="*/ 1636871 w 2059193"/>
                <a:gd name="connsiteY13" fmla="*/ 612172 h 3980116"/>
                <a:gd name="connsiteX14" fmla="*/ 1335405 w 2059193"/>
                <a:gd name="connsiteY14" fmla="*/ 459010 h 3980116"/>
                <a:gd name="connsiteX15" fmla="*/ 1234916 w 2059193"/>
                <a:gd name="connsiteY15" fmla="*/ 269939 h 3980116"/>
                <a:gd name="connsiteX16" fmla="*/ 1386935 w 2059193"/>
                <a:gd name="connsiteY16" fmla="*/ 0 h 398011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Lst>
              <a:rect l="l" t="t" r="r" b="b"/>
              <a:pathLst>
                <a:path w="2059193" h="3980116">
                  <a:moveTo>
                    <a:pt x="0" y="3980116"/>
                  </a:moveTo>
                  <a:cubicBezTo>
                    <a:pt x="91345" y="3889534"/>
                    <a:pt x="382715" y="3608737"/>
                    <a:pt x="471583" y="3515678"/>
                  </a:cubicBezTo>
                  <a:cubicBezTo>
                    <a:pt x="576358" y="3405949"/>
                    <a:pt x="675989" y="3290983"/>
                    <a:pt x="758666" y="3163824"/>
                  </a:cubicBezTo>
                  <a:cubicBezTo>
                    <a:pt x="836105" y="3044857"/>
                    <a:pt x="897445" y="2916079"/>
                    <a:pt x="940499" y="2780824"/>
                  </a:cubicBezTo>
                  <a:cubicBezTo>
                    <a:pt x="996315" y="2605754"/>
                    <a:pt x="1020985" y="2422874"/>
                    <a:pt x="1055370" y="2242185"/>
                  </a:cubicBezTo>
                  <a:cubicBezTo>
                    <a:pt x="1078611" y="2120075"/>
                    <a:pt x="1107472" y="1999107"/>
                    <a:pt x="1136714" y="1878330"/>
                  </a:cubicBezTo>
                  <a:cubicBezTo>
                    <a:pt x="1163098" y="1769174"/>
                    <a:pt x="1189482" y="1658588"/>
                    <a:pt x="1246727" y="1562386"/>
                  </a:cubicBezTo>
                  <a:cubicBezTo>
                    <a:pt x="1279208" y="1507808"/>
                    <a:pt x="1321689" y="1459039"/>
                    <a:pt x="1378363" y="1430750"/>
                  </a:cubicBezTo>
                  <a:cubicBezTo>
                    <a:pt x="1473327" y="1383221"/>
                    <a:pt x="1584865" y="1402652"/>
                    <a:pt x="1691831" y="1394841"/>
                  </a:cubicBezTo>
                  <a:cubicBezTo>
                    <a:pt x="1771079" y="1389031"/>
                    <a:pt x="1849279" y="1368266"/>
                    <a:pt x="1914335" y="1323023"/>
                  </a:cubicBezTo>
                  <a:cubicBezTo>
                    <a:pt x="1989963" y="1270445"/>
                    <a:pt x="2041493" y="1189101"/>
                    <a:pt x="2055495" y="1098042"/>
                  </a:cubicBezTo>
                  <a:cubicBezTo>
                    <a:pt x="2064258" y="1041178"/>
                    <a:pt x="2057591" y="982980"/>
                    <a:pt x="2033969" y="930497"/>
                  </a:cubicBezTo>
                  <a:cubicBezTo>
                    <a:pt x="2002727" y="861060"/>
                    <a:pt x="1945958" y="807625"/>
                    <a:pt x="1885664" y="760571"/>
                  </a:cubicBezTo>
                  <a:cubicBezTo>
                    <a:pt x="1809179" y="700945"/>
                    <a:pt x="1725549" y="651415"/>
                    <a:pt x="1636871" y="612172"/>
                  </a:cubicBezTo>
                  <a:cubicBezTo>
                    <a:pt x="1532763" y="566071"/>
                    <a:pt x="1421606" y="532543"/>
                    <a:pt x="1335405" y="459010"/>
                  </a:cubicBezTo>
                  <a:cubicBezTo>
                    <a:pt x="1277969" y="409956"/>
                    <a:pt x="1232059" y="344615"/>
                    <a:pt x="1234916" y="269939"/>
                  </a:cubicBezTo>
                  <a:cubicBezTo>
                    <a:pt x="1237012" y="211741"/>
                    <a:pt x="1386935" y="0"/>
                    <a:pt x="1386935" y="0"/>
                  </a:cubicBezTo>
                </a:path>
              </a:pathLst>
            </a:custGeom>
            <a:noFill/>
            <a:ln w="9525" cap="rnd">
              <a:solidFill>
                <a:schemeClr val="accent2">
                  <a:alpha val="75000"/>
                </a:schemeClr>
              </a:solidFill>
              <a:prstDash val="lgDash"/>
              <a:round/>
            </a:ln>
          </p:spPr>
          <p:txBody>
            <a:bodyPr rtlCol="0" anchor="ctr"/>
            <a:lstStyle/>
            <a:p>
              <a:endParaRPr lang="en-US"/>
            </a:p>
          </p:txBody>
        </p:sp>
        <p:sp>
          <p:nvSpPr>
            <p:cNvPr id="23" name="Freeform: Shape 22">
              <a:extLst>
                <a:ext uri="{FF2B5EF4-FFF2-40B4-BE49-F238E27FC236}">
                  <a16:creationId xmlns:a16="http://schemas.microsoft.com/office/drawing/2014/main" id="{B4F5BD77-58D7-4B61-A666-1B4139A63A28}"/>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4485131" y="1719357"/>
              <a:ext cx="743796" cy="2867501"/>
            </a:xfrm>
            <a:custGeom>
              <a:avLst/>
              <a:gdLst>
                <a:gd name="connsiteX0" fmla="*/ 11144 w 743796"/>
                <a:gd name="connsiteY0" fmla="*/ 0 h 2867501"/>
                <a:gd name="connsiteX1" fmla="*/ 353663 w 743796"/>
                <a:gd name="connsiteY1" fmla="*/ 55245 h 2867501"/>
                <a:gd name="connsiteX2" fmla="*/ 571405 w 743796"/>
                <a:gd name="connsiteY2" fmla="*/ 179737 h 2867501"/>
                <a:gd name="connsiteX3" fmla="*/ 688658 w 743796"/>
                <a:gd name="connsiteY3" fmla="*/ 368808 h 2867501"/>
                <a:gd name="connsiteX4" fmla="*/ 731711 w 743796"/>
                <a:gd name="connsiteY4" fmla="*/ 612934 h 2867501"/>
                <a:gd name="connsiteX5" fmla="*/ 725233 w 743796"/>
                <a:gd name="connsiteY5" fmla="*/ 995648 h 2867501"/>
                <a:gd name="connsiteX6" fmla="*/ 742855 w 743796"/>
                <a:gd name="connsiteY6" fmla="*/ 1499330 h 2867501"/>
                <a:gd name="connsiteX7" fmla="*/ 707898 w 743796"/>
                <a:gd name="connsiteY7" fmla="*/ 1793081 h 2867501"/>
                <a:gd name="connsiteX8" fmla="*/ 633222 w 743796"/>
                <a:gd name="connsiteY8" fmla="*/ 2073592 h 2867501"/>
                <a:gd name="connsiteX9" fmla="*/ 404527 w 743796"/>
                <a:gd name="connsiteY9" fmla="*/ 2472404 h 2867501"/>
                <a:gd name="connsiteX10" fmla="*/ 0 w 743796"/>
                <a:gd name="connsiteY10" fmla="*/ 2867501 h 286750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743796" h="2867501">
                  <a:moveTo>
                    <a:pt x="11144" y="0"/>
                  </a:moveTo>
                  <a:cubicBezTo>
                    <a:pt x="101060" y="2953"/>
                    <a:pt x="268796" y="25146"/>
                    <a:pt x="353663" y="55245"/>
                  </a:cubicBezTo>
                  <a:cubicBezTo>
                    <a:pt x="433483" y="83534"/>
                    <a:pt x="510635" y="120967"/>
                    <a:pt x="571405" y="179737"/>
                  </a:cubicBezTo>
                  <a:cubicBezTo>
                    <a:pt x="625412" y="231934"/>
                    <a:pt x="663607" y="297942"/>
                    <a:pt x="688658" y="368808"/>
                  </a:cubicBezTo>
                  <a:cubicBezTo>
                    <a:pt x="716375" y="447103"/>
                    <a:pt x="727996" y="529876"/>
                    <a:pt x="731711" y="612934"/>
                  </a:cubicBezTo>
                  <a:cubicBezTo>
                    <a:pt x="737426" y="740474"/>
                    <a:pt x="724948" y="867918"/>
                    <a:pt x="725233" y="995648"/>
                  </a:cubicBezTo>
                  <a:cubicBezTo>
                    <a:pt x="725710" y="1163765"/>
                    <a:pt x="748665" y="1331309"/>
                    <a:pt x="742855" y="1499330"/>
                  </a:cubicBezTo>
                  <a:cubicBezTo>
                    <a:pt x="739426" y="1598009"/>
                    <a:pt x="725996" y="1696022"/>
                    <a:pt x="707898" y="1793081"/>
                  </a:cubicBezTo>
                  <a:cubicBezTo>
                    <a:pt x="690086" y="1888426"/>
                    <a:pt x="666845" y="1982724"/>
                    <a:pt x="633222" y="2073592"/>
                  </a:cubicBezTo>
                  <a:cubicBezTo>
                    <a:pt x="579692" y="2218182"/>
                    <a:pt x="499682" y="2351056"/>
                    <a:pt x="404527" y="2472404"/>
                  </a:cubicBezTo>
                  <a:cubicBezTo>
                    <a:pt x="266033" y="2648902"/>
                    <a:pt x="179642" y="2732818"/>
                    <a:pt x="0" y="2867501"/>
                  </a:cubicBezTo>
                </a:path>
              </a:pathLst>
            </a:custGeom>
            <a:noFill/>
            <a:ln w="9525" cap="rnd">
              <a:solidFill>
                <a:schemeClr val="accent2">
                  <a:alpha val="75000"/>
                </a:schemeClr>
              </a:solidFill>
              <a:prstDash val="lgDash"/>
              <a:round/>
            </a:ln>
          </p:spPr>
          <p:txBody>
            <a:bodyPr rtlCol="0" anchor="ctr"/>
            <a:lstStyle/>
            <a:p>
              <a:endParaRPr lang="en-US"/>
            </a:p>
          </p:txBody>
        </p:sp>
        <p:sp>
          <p:nvSpPr>
            <p:cNvPr id="24" name="Freeform: Shape 23">
              <a:extLst>
                <a:ext uri="{FF2B5EF4-FFF2-40B4-BE49-F238E27FC236}">
                  <a16:creationId xmlns:a16="http://schemas.microsoft.com/office/drawing/2014/main" id="{F5CBEC6B-EDB6-40B8-8771-E5AF41B8D698}"/>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4473129" y="1912731"/>
              <a:ext cx="597294" cy="2543540"/>
            </a:xfrm>
            <a:custGeom>
              <a:avLst/>
              <a:gdLst>
                <a:gd name="connsiteX0" fmla="*/ 16478 w 597294"/>
                <a:gd name="connsiteY0" fmla="*/ 2079 h 2543540"/>
                <a:gd name="connsiteX1" fmla="*/ 299847 w 597294"/>
                <a:gd name="connsiteY1" fmla="*/ 53991 h 2543540"/>
                <a:gd name="connsiteX2" fmla="*/ 503206 w 597294"/>
                <a:gd name="connsiteY2" fmla="*/ 291354 h 2543540"/>
                <a:gd name="connsiteX3" fmla="*/ 525113 w 597294"/>
                <a:gd name="connsiteY3" fmla="*/ 724265 h 2543540"/>
                <a:gd name="connsiteX4" fmla="*/ 578930 w 597294"/>
                <a:gd name="connsiteY4" fmla="*/ 1117267 h 2543540"/>
                <a:gd name="connsiteX5" fmla="*/ 592931 w 597294"/>
                <a:gd name="connsiteY5" fmla="*/ 1476359 h 2543540"/>
                <a:gd name="connsiteX6" fmla="*/ 503206 w 597294"/>
                <a:gd name="connsiteY6" fmla="*/ 1859359 h 2543540"/>
                <a:gd name="connsiteX7" fmla="*/ 291846 w 597294"/>
                <a:gd name="connsiteY7" fmla="*/ 2250361 h 2543540"/>
                <a:gd name="connsiteX8" fmla="*/ 0 w 597294"/>
                <a:gd name="connsiteY8" fmla="*/ 2543540 h 254354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597294" h="2543540">
                  <a:moveTo>
                    <a:pt x="16478" y="2079"/>
                  </a:moveTo>
                  <a:cubicBezTo>
                    <a:pt x="101441" y="-6684"/>
                    <a:pt x="224885" y="12557"/>
                    <a:pt x="299847" y="53991"/>
                  </a:cubicBezTo>
                  <a:cubicBezTo>
                    <a:pt x="394240" y="106092"/>
                    <a:pt x="468440" y="189341"/>
                    <a:pt x="503206" y="291354"/>
                  </a:cubicBezTo>
                  <a:cubicBezTo>
                    <a:pt x="550069" y="429085"/>
                    <a:pt x="520827" y="577770"/>
                    <a:pt x="525113" y="724265"/>
                  </a:cubicBezTo>
                  <a:cubicBezTo>
                    <a:pt x="529019" y="856472"/>
                    <a:pt x="561118" y="986012"/>
                    <a:pt x="578930" y="1117267"/>
                  </a:cubicBezTo>
                  <a:cubicBezTo>
                    <a:pt x="595122" y="1236234"/>
                    <a:pt x="602742" y="1356630"/>
                    <a:pt x="592931" y="1476359"/>
                  </a:cubicBezTo>
                  <a:cubicBezTo>
                    <a:pt x="582073" y="1607709"/>
                    <a:pt x="549783" y="1736011"/>
                    <a:pt x="503206" y="1859359"/>
                  </a:cubicBezTo>
                  <a:cubicBezTo>
                    <a:pt x="450628" y="1998710"/>
                    <a:pt x="383857" y="2133298"/>
                    <a:pt x="291846" y="2250361"/>
                  </a:cubicBezTo>
                  <a:cubicBezTo>
                    <a:pt x="231553" y="2327132"/>
                    <a:pt x="73819" y="2479532"/>
                    <a:pt x="0" y="2543540"/>
                  </a:cubicBezTo>
                </a:path>
              </a:pathLst>
            </a:custGeom>
            <a:noFill/>
            <a:ln w="9525" cap="rnd">
              <a:solidFill>
                <a:schemeClr val="accent2">
                  <a:alpha val="75000"/>
                </a:schemeClr>
              </a:solidFill>
              <a:prstDash val="lgDash"/>
              <a:round/>
            </a:ln>
          </p:spPr>
          <p:txBody>
            <a:bodyPr rtlCol="0" anchor="ctr"/>
            <a:lstStyle/>
            <a:p>
              <a:endParaRPr lang="en-US"/>
            </a:p>
          </p:txBody>
        </p:sp>
        <p:sp>
          <p:nvSpPr>
            <p:cNvPr id="25" name="Freeform: Shape 24">
              <a:extLst>
                <a:ext uri="{FF2B5EF4-FFF2-40B4-BE49-F238E27FC236}">
                  <a16:creationId xmlns:a16="http://schemas.microsoft.com/office/drawing/2014/main" id="{91BD0EE8-AA47-4044-9251-9F5A4B820120}"/>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4491417" y="2227197"/>
              <a:ext cx="389425" cy="2011236"/>
            </a:xfrm>
            <a:custGeom>
              <a:avLst/>
              <a:gdLst>
                <a:gd name="connsiteX0" fmla="*/ 0 w 389425"/>
                <a:gd name="connsiteY0" fmla="*/ 33 h 2011236"/>
                <a:gd name="connsiteX1" fmla="*/ 171260 w 389425"/>
                <a:gd name="connsiteY1" fmla="*/ 60326 h 2011236"/>
                <a:gd name="connsiteX2" fmla="*/ 211455 w 389425"/>
                <a:gd name="connsiteY2" fmla="*/ 221204 h 2011236"/>
                <a:gd name="connsiteX3" fmla="*/ 243078 w 389425"/>
                <a:gd name="connsiteY3" fmla="*/ 448089 h 2011236"/>
                <a:gd name="connsiteX4" fmla="*/ 346424 w 389425"/>
                <a:gd name="connsiteY4" fmla="*/ 789941 h 2011236"/>
                <a:gd name="connsiteX5" fmla="*/ 372237 w 389425"/>
                <a:gd name="connsiteY5" fmla="*/ 942151 h 2011236"/>
                <a:gd name="connsiteX6" fmla="*/ 386620 w 389425"/>
                <a:gd name="connsiteY6" fmla="*/ 1272478 h 2011236"/>
                <a:gd name="connsiteX7" fmla="*/ 280416 w 389425"/>
                <a:gd name="connsiteY7" fmla="*/ 1660241 h 2011236"/>
                <a:gd name="connsiteX8" fmla="*/ 151257 w 389425"/>
                <a:gd name="connsiteY8" fmla="*/ 1844073 h 2011236"/>
                <a:gd name="connsiteX9" fmla="*/ 1905 w 389425"/>
                <a:gd name="connsiteY9" fmla="*/ 2011237 h 201123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389425" h="2011236">
                  <a:moveTo>
                    <a:pt x="0" y="33"/>
                  </a:moveTo>
                  <a:cubicBezTo>
                    <a:pt x="57912" y="-824"/>
                    <a:pt x="136112" y="14892"/>
                    <a:pt x="171260" y="60326"/>
                  </a:cubicBezTo>
                  <a:cubicBezTo>
                    <a:pt x="205645" y="104903"/>
                    <a:pt x="207740" y="164244"/>
                    <a:pt x="211455" y="221204"/>
                  </a:cubicBezTo>
                  <a:cubicBezTo>
                    <a:pt x="216408" y="297594"/>
                    <a:pt x="225838" y="373604"/>
                    <a:pt x="243078" y="448089"/>
                  </a:cubicBezTo>
                  <a:cubicBezTo>
                    <a:pt x="269939" y="564199"/>
                    <a:pt x="319183" y="673927"/>
                    <a:pt x="346424" y="789941"/>
                  </a:cubicBezTo>
                  <a:cubicBezTo>
                    <a:pt x="358235" y="840043"/>
                    <a:pt x="365951" y="891097"/>
                    <a:pt x="372237" y="942151"/>
                  </a:cubicBezTo>
                  <a:cubicBezTo>
                    <a:pt x="385858" y="1051784"/>
                    <a:pt x="394049" y="1162274"/>
                    <a:pt x="386620" y="1272478"/>
                  </a:cubicBezTo>
                  <a:cubicBezTo>
                    <a:pt x="377476" y="1407828"/>
                    <a:pt x="344996" y="1541178"/>
                    <a:pt x="280416" y="1660241"/>
                  </a:cubicBezTo>
                  <a:cubicBezTo>
                    <a:pt x="244602" y="1726249"/>
                    <a:pt x="199358" y="1786352"/>
                    <a:pt x="151257" y="1844073"/>
                  </a:cubicBezTo>
                  <a:cubicBezTo>
                    <a:pt x="79534" y="1930084"/>
                    <a:pt x="89345" y="1941419"/>
                    <a:pt x="1905" y="2011237"/>
                  </a:cubicBezTo>
                </a:path>
              </a:pathLst>
            </a:custGeom>
            <a:noFill/>
            <a:ln w="9525" cap="rnd">
              <a:solidFill>
                <a:schemeClr val="accent2">
                  <a:alpha val="75000"/>
                </a:schemeClr>
              </a:solidFill>
              <a:prstDash val="lgDash"/>
              <a:round/>
            </a:ln>
          </p:spPr>
          <p:txBody>
            <a:bodyPr rtlCol="0" anchor="ctr"/>
            <a:lstStyle/>
            <a:p>
              <a:endParaRPr lang="en-US" dirty="0"/>
            </a:p>
          </p:txBody>
        </p:sp>
      </p:grpSp>
      <p:grpSp>
        <p:nvGrpSpPr>
          <p:cNvPr id="27" name="Graphic 157">
            <a:extLst>
              <a:ext uri="{FF2B5EF4-FFF2-40B4-BE49-F238E27FC236}">
                <a16:creationId xmlns:a16="http://schemas.microsoft.com/office/drawing/2014/main" id="{C3279E8D-2BAA-4CB1-834B-09FADD54DE56}"/>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8610600" y="3276600"/>
            <a:ext cx="3529260" cy="3581398"/>
            <a:chOff x="4114800" y="1423987"/>
            <a:chExt cx="3961542" cy="4007547"/>
          </a:xfrm>
          <a:noFill/>
        </p:grpSpPr>
        <p:sp>
          <p:nvSpPr>
            <p:cNvPr id="28" name="Freeform: Shape 27">
              <a:extLst>
                <a:ext uri="{FF2B5EF4-FFF2-40B4-BE49-F238E27FC236}">
                  <a16:creationId xmlns:a16="http://schemas.microsoft.com/office/drawing/2014/main" id="{3456F18E-4F61-486D-9CD6-65B30372C534}"/>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4114800" y="1423987"/>
              <a:ext cx="3946874" cy="3989641"/>
            </a:xfrm>
            <a:custGeom>
              <a:avLst/>
              <a:gdLst>
                <a:gd name="connsiteX0" fmla="*/ 0 w 3946874"/>
                <a:gd name="connsiteY0" fmla="*/ 3989641 h 3989641"/>
                <a:gd name="connsiteX1" fmla="*/ 79439 w 3946874"/>
                <a:gd name="connsiteY1" fmla="*/ 3891153 h 3989641"/>
                <a:gd name="connsiteX2" fmla="*/ 297371 w 3946874"/>
                <a:gd name="connsiteY2" fmla="*/ 3626930 h 3989641"/>
                <a:gd name="connsiteX3" fmla="*/ 454343 w 3946874"/>
                <a:gd name="connsiteY3" fmla="*/ 3440335 h 3989641"/>
                <a:gd name="connsiteX4" fmla="*/ 622363 w 3946874"/>
                <a:gd name="connsiteY4" fmla="*/ 3290697 h 3989641"/>
                <a:gd name="connsiteX5" fmla="*/ 927068 w 3946874"/>
                <a:gd name="connsiteY5" fmla="*/ 3087434 h 3989641"/>
                <a:gd name="connsiteX6" fmla="*/ 1176338 w 3946874"/>
                <a:gd name="connsiteY6" fmla="*/ 2915603 h 3989641"/>
                <a:gd name="connsiteX7" fmla="*/ 1394270 w 3946874"/>
                <a:gd name="connsiteY7" fmla="*/ 2780729 h 3989641"/>
                <a:gd name="connsiteX8" fmla="*/ 1601057 w 3946874"/>
                <a:gd name="connsiteY8" fmla="*/ 2723483 h 3989641"/>
                <a:gd name="connsiteX9" fmla="*/ 1756220 w 3946874"/>
                <a:gd name="connsiteY9" fmla="*/ 2743772 h 3989641"/>
                <a:gd name="connsiteX10" fmla="*/ 1889189 w 3946874"/>
                <a:gd name="connsiteY10" fmla="*/ 2765965 h 3989641"/>
                <a:gd name="connsiteX11" fmla="*/ 2007394 w 3946874"/>
                <a:gd name="connsiteY11" fmla="*/ 2765965 h 3989641"/>
                <a:gd name="connsiteX12" fmla="*/ 2184654 w 3946874"/>
                <a:gd name="connsiteY12" fmla="*/ 2671763 h 3989641"/>
                <a:gd name="connsiteX13" fmla="*/ 2372773 w 3946874"/>
                <a:gd name="connsiteY13" fmla="*/ 2538984 h 3989641"/>
                <a:gd name="connsiteX14" fmla="*/ 2439543 w 3946874"/>
                <a:gd name="connsiteY14" fmla="*/ 2510504 h 3989641"/>
                <a:gd name="connsiteX15" fmla="*/ 2650617 w 3946874"/>
                <a:gd name="connsiteY15" fmla="*/ 2434781 h 3989641"/>
                <a:gd name="connsiteX16" fmla="*/ 2785110 w 3946874"/>
                <a:gd name="connsiteY16" fmla="*/ 2383060 h 3989641"/>
                <a:gd name="connsiteX17" fmla="*/ 2897315 w 3946874"/>
                <a:gd name="connsiteY17" fmla="*/ 2318861 h 3989641"/>
                <a:gd name="connsiteX18" fmla="*/ 2997994 w 3946874"/>
                <a:gd name="connsiteY18" fmla="*/ 2226183 h 3989641"/>
                <a:gd name="connsiteX19" fmla="*/ 3061240 w 3946874"/>
                <a:gd name="connsiteY19" fmla="*/ 2141506 h 3989641"/>
                <a:gd name="connsiteX20" fmla="*/ 3152108 w 3946874"/>
                <a:gd name="connsiteY20" fmla="*/ 2005203 h 3989641"/>
                <a:gd name="connsiteX21" fmla="*/ 3274124 w 3946874"/>
                <a:gd name="connsiteY21" fmla="*/ 1871567 h 3989641"/>
                <a:gd name="connsiteX22" fmla="*/ 3388138 w 3946874"/>
                <a:gd name="connsiteY22" fmla="*/ 1770888 h 3989641"/>
                <a:gd name="connsiteX23" fmla="*/ 3466529 w 3946874"/>
                <a:gd name="connsiteY23" fmla="*/ 1679162 h 3989641"/>
                <a:gd name="connsiteX24" fmla="*/ 3538633 w 3946874"/>
                <a:gd name="connsiteY24" fmla="*/ 1551718 h 3989641"/>
                <a:gd name="connsiteX25" fmla="*/ 3588544 w 3946874"/>
                <a:gd name="connsiteY25" fmla="*/ 1376172 h 3989641"/>
                <a:gd name="connsiteX26" fmla="*/ 3597402 w 3946874"/>
                <a:gd name="connsiteY26" fmla="*/ 1293305 h 3989641"/>
                <a:gd name="connsiteX27" fmla="*/ 3721227 w 3946874"/>
                <a:gd name="connsiteY27" fmla="*/ 880491 h 3989641"/>
                <a:gd name="connsiteX28" fmla="*/ 3761137 w 3946874"/>
                <a:gd name="connsiteY28" fmla="*/ 463677 h 3989641"/>
                <a:gd name="connsiteX29" fmla="*/ 3946874 w 3946874"/>
                <a:gd name="connsiteY29" fmla="*/ 0 h 398964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Lst>
              <a:rect l="l" t="t" r="r" b="b"/>
              <a:pathLst>
                <a:path w="3946874" h="3989641">
                  <a:moveTo>
                    <a:pt x="0" y="3989641"/>
                  </a:moveTo>
                  <a:cubicBezTo>
                    <a:pt x="19050" y="3957257"/>
                    <a:pt x="50959" y="3916013"/>
                    <a:pt x="79439" y="3891153"/>
                  </a:cubicBezTo>
                  <a:cubicBezTo>
                    <a:pt x="165544" y="3815906"/>
                    <a:pt x="227933" y="3717989"/>
                    <a:pt x="297371" y="3626930"/>
                  </a:cubicBezTo>
                  <a:cubicBezTo>
                    <a:pt x="346615" y="3562255"/>
                    <a:pt x="398050" y="3499009"/>
                    <a:pt x="454343" y="3440335"/>
                  </a:cubicBezTo>
                  <a:cubicBezTo>
                    <a:pt x="506349" y="3386042"/>
                    <a:pt x="562642" y="3336227"/>
                    <a:pt x="622363" y="3290697"/>
                  </a:cubicBezTo>
                  <a:cubicBezTo>
                    <a:pt x="719519" y="3216688"/>
                    <a:pt x="824960" y="3154585"/>
                    <a:pt x="927068" y="3087434"/>
                  </a:cubicBezTo>
                  <a:cubicBezTo>
                    <a:pt x="1011365" y="3031998"/>
                    <a:pt x="1093565" y="2973324"/>
                    <a:pt x="1176338" y="2915603"/>
                  </a:cubicBezTo>
                  <a:cubicBezTo>
                    <a:pt x="1246537" y="2866644"/>
                    <a:pt x="1317308" y="2818066"/>
                    <a:pt x="1394270" y="2780729"/>
                  </a:cubicBezTo>
                  <a:cubicBezTo>
                    <a:pt x="1459421" y="2749106"/>
                    <a:pt x="1528763" y="2724436"/>
                    <a:pt x="1601057" y="2723483"/>
                  </a:cubicBezTo>
                  <a:cubicBezTo>
                    <a:pt x="1653350" y="2722721"/>
                    <a:pt x="1704785" y="2733485"/>
                    <a:pt x="1756220" y="2743772"/>
                  </a:cubicBezTo>
                  <a:cubicBezTo>
                    <a:pt x="1800320" y="2752630"/>
                    <a:pt x="1844612" y="2760250"/>
                    <a:pt x="1889189" y="2765965"/>
                  </a:cubicBezTo>
                  <a:cubicBezTo>
                    <a:pt x="1928622" y="2771013"/>
                    <a:pt x="1968437" y="2773299"/>
                    <a:pt x="2007394" y="2765965"/>
                  </a:cubicBezTo>
                  <a:cubicBezTo>
                    <a:pt x="2073878" y="2753487"/>
                    <a:pt x="2130647" y="2712911"/>
                    <a:pt x="2184654" y="2671763"/>
                  </a:cubicBezTo>
                  <a:cubicBezTo>
                    <a:pt x="2245900" y="2625090"/>
                    <a:pt x="2304002" y="2573465"/>
                    <a:pt x="2372773" y="2538984"/>
                  </a:cubicBezTo>
                  <a:cubicBezTo>
                    <a:pt x="2394395" y="2528126"/>
                    <a:pt x="2416874" y="2518982"/>
                    <a:pt x="2439543" y="2510504"/>
                  </a:cubicBezTo>
                  <a:cubicBezTo>
                    <a:pt x="2509552" y="2484215"/>
                    <a:pt x="2580037" y="2459450"/>
                    <a:pt x="2650617" y="2434781"/>
                  </a:cubicBezTo>
                  <a:cubicBezTo>
                    <a:pt x="2695956" y="2418874"/>
                    <a:pt x="2741295" y="2402872"/>
                    <a:pt x="2785110" y="2383060"/>
                  </a:cubicBezTo>
                  <a:cubicBezTo>
                    <a:pt x="2824448" y="2365248"/>
                    <a:pt x="2862358" y="2344198"/>
                    <a:pt x="2897315" y="2318861"/>
                  </a:cubicBezTo>
                  <a:cubicBezTo>
                    <a:pt x="2934367" y="2292096"/>
                    <a:pt x="2968085" y="2260854"/>
                    <a:pt x="2997994" y="2226183"/>
                  </a:cubicBezTo>
                  <a:cubicBezTo>
                    <a:pt x="3020949" y="2199513"/>
                    <a:pt x="3041714" y="2170938"/>
                    <a:pt x="3061240" y="2141506"/>
                  </a:cubicBezTo>
                  <a:cubicBezTo>
                    <a:pt x="3091529" y="2095976"/>
                    <a:pt x="3119533" y="2049018"/>
                    <a:pt x="3152108" y="2005203"/>
                  </a:cubicBezTo>
                  <a:cubicBezTo>
                    <a:pt x="3188113" y="1956626"/>
                    <a:pt x="3229261" y="1912144"/>
                    <a:pt x="3274124" y="1871567"/>
                  </a:cubicBezTo>
                  <a:cubicBezTo>
                    <a:pt x="3311747" y="1837563"/>
                    <a:pt x="3351848" y="1806321"/>
                    <a:pt x="3388138" y="1770888"/>
                  </a:cubicBezTo>
                  <a:cubicBezTo>
                    <a:pt x="3416999" y="1742694"/>
                    <a:pt x="3443002" y="1711833"/>
                    <a:pt x="3466529" y="1679162"/>
                  </a:cubicBezTo>
                  <a:cubicBezTo>
                    <a:pt x="3495008" y="1639348"/>
                    <a:pt x="3519392" y="1596771"/>
                    <a:pt x="3538633" y="1551718"/>
                  </a:cubicBezTo>
                  <a:cubicBezTo>
                    <a:pt x="3562731" y="1495616"/>
                    <a:pt x="3578924" y="1436465"/>
                    <a:pt x="3588544" y="1376172"/>
                  </a:cubicBezTo>
                  <a:cubicBezTo>
                    <a:pt x="3592925" y="1348740"/>
                    <a:pt x="3595688" y="1321022"/>
                    <a:pt x="3597402" y="1293305"/>
                  </a:cubicBezTo>
                  <a:cubicBezTo>
                    <a:pt x="3605974" y="1155859"/>
                    <a:pt x="3717703" y="1018127"/>
                    <a:pt x="3721227" y="880491"/>
                  </a:cubicBezTo>
                  <a:cubicBezTo>
                    <a:pt x="3724751" y="740855"/>
                    <a:pt x="3743135" y="602171"/>
                    <a:pt x="3761137" y="463677"/>
                  </a:cubicBezTo>
                  <a:cubicBezTo>
                    <a:pt x="3776186" y="347758"/>
                    <a:pt x="3934968" y="116205"/>
                    <a:pt x="3946874" y="0"/>
                  </a:cubicBezTo>
                </a:path>
              </a:pathLst>
            </a:custGeom>
            <a:noFill/>
            <a:ln w="9525" cap="rnd">
              <a:solidFill>
                <a:schemeClr val="accent2">
                  <a:alpha val="75000"/>
                </a:schemeClr>
              </a:solidFill>
              <a:prstDash val="lgDash"/>
              <a:round/>
            </a:ln>
          </p:spPr>
          <p:txBody>
            <a:bodyPr rtlCol="0" anchor="ctr"/>
            <a:lstStyle/>
            <a:p>
              <a:endParaRPr lang="en-US"/>
            </a:p>
          </p:txBody>
        </p:sp>
        <p:sp>
          <p:nvSpPr>
            <p:cNvPr id="29" name="Freeform: Shape 28">
              <a:extLst>
                <a:ext uri="{FF2B5EF4-FFF2-40B4-BE49-F238E27FC236}">
                  <a16:creationId xmlns:a16="http://schemas.microsoft.com/office/drawing/2014/main" id="{318DDF45-08F0-46B6-A0B7-133735C94F47}"/>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4395978" y="2441733"/>
              <a:ext cx="3665410" cy="2985611"/>
            </a:xfrm>
            <a:custGeom>
              <a:avLst/>
              <a:gdLst>
                <a:gd name="connsiteX0" fmla="*/ 0 w 3665410"/>
                <a:gd name="connsiteY0" fmla="*/ 2985611 h 2985611"/>
                <a:gd name="connsiteX1" fmla="*/ 166211 w 3665410"/>
                <a:gd name="connsiteY1" fmla="*/ 2699766 h 2985611"/>
                <a:gd name="connsiteX2" fmla="*/ 397002 w 3665410"/>
                <a:gd name="connsiteY2" fmla="*/ 2414969 h 2985611"/>
                <a:gd name="connsiteX3" fmla="*/ 620173 w 3665410"/>
                <a:gd name="connsiteY3" fmla="*/ 2237899 h 2985611"/>
                <a:gd name="connsiteX4" fmla="*/ 823341 w 3665410"/>
                <a:gd name="connsiteY4" fmla="*/ 2085499 h 2985611"/>
                <a:gd name="connsiteX5" fmla="*/ 1089565 w 3665410"/>
                <a:gd name="connsiteY5" fmla="*/ 1911477 h 2985611"/>
                <a:gd name="connsiteX6" fmla="*/ 1145000 w 3665410"/>
                <a:gd name="connsiteY6" fmla="*/ 1886807 h 2985611"/>
                <a:gd name="connsiteX7" fmla="*/ 1375791 w 3665410"/>
                <a:gd name="connsiteY7" fmla="*/ 1842135 h 2985611"/>
                <a:gd name="connsiteX8" fmla="*/ 1486567 w 3665410"/>
                <a:gd name="connsiteY8" fmla="*/ 1857566 h 2985611"/>
                <a:gd name="connsiteX9" fmla="*/ 1568101 w 3665410"/>
                <a:gd name="connsiteY9" fmla="*/ 1871377 h 2985611"/>
                <a:gd name="connsiteX10" fmla="*/ 1810607 w 3665410"/>
                <a:gd name="connsiteY10" fmla="*/ 1871377 h 2985611"/>
                <a:gd name="connsiteX11" fmla="*/ 1997964 w 3665410"/>
                <a:gd name="connsiteY11" fmla="*/ 1790605 h 2985611"/>
                <a:gd name="connsiteX12" fmla="*/ 2109883 w 3665410"/>
                <a:gd name="connsiteY12" fmla="*/ 1702784 h 2985611"/>
                <a:gd name="connsiteX13" fmla="*/ 2321433 w 3665410"/>
                <a:gd name="connsiteY13" fmla="*/ 1552384 h 2985611"/>
                <a:gd name="connsiteX14" fmla="*/ 2558891 w 3665410"/>
                <a:gd name="connsiteY14" fmla="*/ 1453420 h 2985611"/>
                <a:gd name="connsiteX15" fmla="*/ 2709767 w 3665410"/>
                <a:gd name="connsiteY15" fmla="*/ 1377887 h 2985611"/>
                <a:gd name="connsiteX16" fmla="*/ 2885408 w 3665410"/>
                <a:gd name="connsiteY16" fmla="*/ 1237393 h 2985611"/>
                <a:gd name="connsiteX17" fmla="*/ 3017711 w 3665410"/>
                <a:gd name="connsiteY17" fmla="*/ 1072229 h 2985611"/>
                <a:gd name="connsiteX18" fmla="*/ 3150680 w 3665410"/>
                <a:gd name="connsiteY18" fmla="*/ 921830 h 2985611"/>
                <a:gd name="connsiteX19" fmla="*/ 3255169 w 3665410"/>
                <a:gd name="connsiteY19" fmla="*/ 801815 h 2985611"/>
                <a:gd name="connsiteX20" fmla="*/ 3339275 w 3665410"/>
                <a:gd name="connsiteY20" fmla="*/ 694182 h 2985611"/>
                <a:gd name="connsiteX21" fmla="*/ 3409188 w 3665410"/>
                <a:gd name="connsiteY21" fmla="*/ 546926 h 2985611"/>
                <a:gd name="connsiteX22" fmla="*/ 3464243 w 3665410"/>
                <a:gd name="connsiteY22" fmla="*/ 347663 h 2985611"/>
                <a:gd name="connsiteX23" fmla="*/ 3665411 w 3665410"/>
                <a:gd name="connsiteY23" fmla="*/ 0 h 298561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Lst>
              <a:rect l="l" t="t" r="r" b="b"/>
              <a:pathLst>
                <a:path w="3665410" h="2985611">
                  <a:moveTo>
                    <a:pt x="0" y="2985611"/>
                  </a:moveTo>
                  <a:cubicBezTo>
                    <a:pt x="0" y="2985611"/>
                    <a:pt x="86773" y="2802827"/>
                    <a:pt x="166211" y="2699766"/>
                  </a:cubicBezTo>
                  <a:cubicBezTo>
                    <a:pt x="240983" y="2602706"/>
                    <a:pt x="309182" y="2500122"/>
                    <a:pt x="397002" y="2414969"/>
                  </a:cubicBezTo>
                  <a:cubicBezTo>
                    <a:pt x="465296" y="2348865"/>
                    <a:pt x="543592" y="2294477"/>
                    <a:pt x="620173" y="2237899"/>
                  </a:cubicBezTo>
                  <a:cubicBezTo>
                    <a:pt x="688277" y="2187607"/>
                    <a:pt x="755333" y="2135886"/>
                    <a:pt x="823341" y="2085499"/>
                  </a:cubicBezTo>
                  <a:cubicBezTo>
                    <a:pt x="908685" y="2022253"/>
                    <a:pt x="994791" y="1959197"/>
                    <a:pt x="1089565" y="1911477"/>
                  </a:cubicBezTo>
                  <a:cubicBezTo>
                    <a:pt x="1107662" y="1902428"/>
                    <a:pt x="1126141" y="1894141"/>
                    <a:pt x="1145000" y="1886807"/>
                  </a:cubicBezTo>
                  <a:cubicBezTo>
                    <a:pt x="1218819" y="1858232"/>
                    <a:pt x="1296924" y="1838611"/>
                    <a:pt x="1375791" y="1842135"/>
                  </a:cubicBezTo>
                  <a:cubicBezTo>
                    <a:pt x="1413129" y="1843754"/>
                    <a:pt x="1449896" y="1850422"/>
                    <a:pt x="1486567" y="1857566"/>
                  </a:cubicBezTo>
                  <a:cubicBezTo>
                    <a:pt x="1513618" y="1862804"/>
                    <a:pt x="1540859" y="1867376"/>
                    <a:pt x="1568101" y="1871377"/>
                  </a:cubicBezTo>
                  <a:cubicBezTo>
                    <a:pt x="1648778" y="1883188"/>
                    <a:pt x="1730978" y="1887665"/>
                    <a:pt x="1810607" y="1871377"/>
                  </a:cubicBezTo>
                  <a:cubicBezTo>
                    <a:pt x="1877854" y="1857661"/>
                    <a:pt x="1941100" y="1829086"/>
                    <a:pt x="1997964" y="1790605"/>
                  </a:cubicBezTo>
                  <a:cubicBezTo>
                    <a:pt x="2037302" y="1764030"/>
                    <a:pt x="2073497" y="1733264"/>
                    <a:pt x="2109883" y="1702784"/>
                  </a:cubicBezTo>
                  <a:cubicBezTo>
                    <a:pt x="2176367" y="1647063"/>
                    <a:pt x="2244852" y="1593151"/>
                    <a:pt x="2321433" y="1552384"/>
                  </a:cubicBezTo>
                  <a:cubicBezTo>
                    <a:pt x="2397157" y="1512094"/>
                    <a:pt x="2479548" y="1486281"/>
                    <a:pt x="2558891" y="1453420"/>
                  </a:cubicBezTo>
                  <a:cubicBezTo>
                    <a:pt x="2610898" y="1431798"/>
                    <a:pt x="2661571" y="1407033"/>
                    <a:pt x="2709767" y="1377887"/>
                  </a:cubicBezTo>
                  <a:cubicBezTo>
                    <a:pt x="2774252" y="1338929"/>
                    <a:pt x="2834069" y="1292447"/>
                    <a:pt x="2885408" y="1237393"/>
                  </a:cubicBezTo>
                  <a:cubicBezTo>
                    <a:pt x="2933605" y="1185767"/>
                    <a:pt x="2973324" y="1127093"/>
                    <a:pt x="3017711" y="1072229"/>
                  </a:cubicBezTo>
                  <a:cubicBezTo>
                    <a:pt x="3059811" y="1020223"/>
                    <a:pt x="3105912" y="971645"/>
                    <a:pt x="3150680" y="921830"/>
                  </a:cubicBezTo>
                  <a:cubicBezTo>
                    <a:pt x="3186113" y="882396"/>
                    <a:pt x="3220593" y="842010"/>
                    <a:pt x="3255169" y="801815"/>
                  </a:cubicBezTo>
                  <a:cubicBezTo>
                    <a:pt x="3284887" y="767239"/>
                    <a:pt x="3314605" y="732473"/>
                    <a:pt x="3339275" y="694182"/>
                  </a:cubicBezTo>
                  <a:cubicBezTo>
                    <a:pt x="3368707" y="648367"/>
                    <a:pt x="3390138" y="597980"/>
                    <a:pt x="3409188" y="546926"/>
                  </a:cubicBezTo>
                  <a:cubicBezTo>
                    <a:pt x="3433382" y="482156"/>
                    <a:pt x="3453384" y="415861"/>
                    <a:pt x="3464243" y="347663"/>
                  </a:cubicBezTo>
                  <a:cubicBezTo>
                    <a:pt x="3476244" y="272224"/>
                    <a:pt x="3661696" y="76295"/>
                    <a:pt x="3665411" y="0"/>
                  </a:cubicBezTo>
                </a:path>
              </a:pathLst>
            </a:custGeom>
            <a:noFill/>
            <a:ln w="9525" cap="rnd">
              <a:solidFill>
                <a:schemeClr val="accent2">
                  <a:alpha val="75000"/>
                </a:schemeClr>
              </a:solidFill>
              <a:prstDash val="lgDash"/>
              <a:round/>
            </a:ln>
          </p:spPr>
          <p:txBody>
            <a:bodyPr rtlCol="0" anchor="ctr"/>
            <a:lstStyle/>
            <a:p>
              <a:endParaRPr lang="en-US"/>
            </a:p>
          </p:txBody>
        </p:sp>
        <p:sp>
          <p:nvSpPr>
            <p:cNvPr id="30" name="Freeform: Shape 29">
              <a:extLst>
                <a:ext uri="{FF2B5EF4-FFF2-40B4-BE49-F238E27FC236}">
                  <a16:creationId xmlns:a16="http://schemas.microsoft.com/office/drawing/2014/main" id="{B9D0CC0F-710D-43F4-BC86-763767420133}"/>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7790402" y="5229700"/>
              <a:ext cx="285940" cy="199072"/>
            </a:xfrm>
            <a:custGeom>
              <a:avLst/>
              <a:gdLst>
                <a:gd name="connsiteX0" fmla="*/ 0 w 285940"/>
                <a:gd name="connsiteY0" fmla="*/ 199073 h 199072"/>
                <a:gd name="connsiteX1" fmla="*/ 285940 w 285940"/>
                <a:gd name="connsiteY1" fmla="*/ 0 h 199072"/>
              </a:gdLst>
              <a:ahLst/>
              <a:cxnLst>
                <a:cxn ang="0">
                  <a:pos x="connsiteX0" y="connsiteY0"/>
                </a:cxn>
                <a:cxn ang="0">
                  <a:pos x="connsiteX1" y="connsiteY1"/>
                </a:cxn>
              </a:cxnLst>
              <a:rect l="l" t="t" r="r" b="b"/>
              <a:pathLst>
                <a:path w="285940" h="199072">
                  <a:moveTo>
                    <a:pt x="0" y="199073"/>
                  </a:moveTo>
                  <a:cubicBezTo>
                    <a:pt x="0" y="199073"/>
                    <a:pt x="242125" y="39243"/>
                    <a:pt x="285940" y="0"/>
                  </a:cubicBezTo>
                </a:path>
              </a:pathLst>
            </a:custGeom>
            <a:noFill/>
            <a:ln w="9525" cap="rnd">
              <a:solidFill>
                <a:schemeClr val="accent2">
                  <a:alpha val="75000"/>
                </a:schemeClr>
              </a:solidFill>
              <a:prstDash val="lgDash"/>
              <a:round/>
            </a:ln>
          </p:spPr>
          <p:txBody>
            <a:bodyPr rtlCol="0" anchor="ctr"/>
            <a:lstStyle/>
            <a:p>
              <a:endParaRPr lang="en-US"/>
            </a:p>
          </p:txBody>
        </p:sp>
        <p:sp>
          <p:nvSpPr>
            <p:cNvPr id="31" name="Freeform: Shape 30">
              <a:extLst>
                <a:ext uri="{FF2B5EF4-FFF2-40B4-BE49-F238E27FC236}">
                  <a16:creationId xmlns:a16="http://schemas.microsoft.com/office/drawing/2014/main" id="{6FB36AB6-CB81-495A-8A33-C0BCE67D6F23}"/>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7393114" y="5049773"/>
              <a:ext cx="655796" cy="381190"/>
            </a:xfrm>
            <a:custGeom>
              <a:avLst/>
              <a:gdLst>
                <a:gd name="connsiteX0" fmla="*/ 0 w 655796"/>
                <a:gd name="connsiteY0" fmla="*/ 381190 h 381190"/>
                <a:gd name="connsiteX1" fmla="*/ 655796 w 655796"/>
                <a:gd name="connsiteY1" fmla="*/ 0 h 381190"/>
              </a:gdLst>
              <a:ahLst/>
              <a:cxnLst>
                <a:cxn ang="0">
                  <a:pos x="connsiteX0" y="connsiteY0"/>
                </a:cxn>
                <a:cxn ang="0">
                  <a:pos x="connsiteX1" y="connsiteY1"/>
                </a:cxn>
              </a:cxnLst>
              <a:rect l="l" t="t" r="r" b="b"/>
              <a:pathLst>
                <a:path w="655796" h="381190">
                  <a:moveTo>
                    <a:pt x="0" y="381190"/>
                  </a:moveTo>
                  <a:cubicBezTo>
                    <a:pt x="0" y="381190"/>
                    <a:pt x="461105" y="172117"/>
                    <a:pt x="655796" y="0"/>
                  </a:cubicBezTo>
                </a:path>
              </a:pathLst>
            </a:custGeom>
            <a:noFill/>
            <a:ln w="9525" cap="rnd">
              <a:solidFill>
                <a:schemeClr val="accent2">
                  <a:alpha val="75000"/>
                </a:schemeClr>
              </a:solidFill>
              <a:prstDash val="lgDash"/>
              <a:round/>
            </a:ln>
          </p:spPr>
          <p:txBody>
            <a:bodyPr rtlCol="0" anchor="ctr"/>
            <a:lstStyle/>
            <a:p>
              <a:endParaRPr lang="en-US"/>
            </a:p>
          </p:txBody>
        </p:sp>
        <p:sp>
          <p:nvSpPr>
            <p:cNvPr id="32" name="Freeform: Shape 31">
              <a:extLst>
                <a:ext uri="{FF2B5EF4-FFF2-40B4-BE49-F238E27FC236}">
                  <a16:creationId xmlns:a16="http://schemas.microsoft.com/office/drawing/2014/main" id="{1993F7E6-ABF6-482D-BEA5-B4E607DDB433}"/>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154072" y="3867816"/>
              <a:ext cx="2907315" cy="1544764"/>
            </a:xfrm>
            <a:custGeom>
              <a:avLst/>
              <a:gdLst>
                <a:gd name="connsiteX0" fmla="*/ 0 w 2907315"/>
                <a:gd name="connsiteY0" fmla="*/ 1544764 h 1544764"/>
                <a:gd name="connsiteX1" fmla="*/ 201644 w 2907315"/>
                <a:gd name="connsiteY1" fmla="*/ 1352550 h 1544764"/>
                <a:gd name="connsiteX2" fmla="*/ 423196 w 2907315"/>
                <a:gd name="connsiteY2" fmla="*/ 1196054 h 1544764"/>
                <a:gd name="connsiteX3" fmla="*/ 782193 w 2907315"/>
                <a:gd name="connsiteY3" fmla="*/ 1099947 h 1544764"/>
                <a:gd name="connsiteX4" fmla="*/ 1052513 w 2907315"/>
                <a:gd name="connsiteY4" fmla="*/ 1042321 h 1544764"/>
                <a:gd name="connsiteX5" fmla="*/ 1311783 w 2907315"/>
                <a:gd name="connsiteY5" fmla="*/ 1056037 h 1544764"/>
                <a:gd name="connsiteX6" fmla="*/ 1484662 w 2907315"/>
                <a:gd name="connsiteY6" fmla="*/ 1083469 h 1544764"/>
                <a:gd name="connsiteX7" fmla="*/ 1788224 w 2907315"/>
                <a:gd name="connsiteY7" fmla="*/ 1023080 h 1544764"/>
                <a:gd name="connsiteX8" fmla="*/ 2269045 w 2907315"/>
                <a:gd name="connsiteY8" fmla="*/ 734758 h 1544764"/>
                <a:gd name="connsiteX9" fmla="*/ 2534984 w 2907315"/>
                <a:gd name="connsiteY9" fmla="*/ 572738 h 1544764"/>
                <a:gd name="connsiteX10" fmla="*/ 2907316 w 2907315"/>
                <a:gd name="connsiteY10" fmla="*/ 0 h 154476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2907315" h="1544764">
                  <a:moveTo>
                    <a:pt x="0" y="1544764"/>
                  </a:moveTo>
                  <a:cubicBezTo>
                    <a:pt x="0" y="1544764"/>
                    <a:pt x="98012" y="1443990"/>
                    <a:pt x="201644" y="1352550"/>
                  </a:cubicBezTo>
                  <a:cubicBezTo>
                    <a:pt x="271272" y="1291209"/>
                    <a:pt x="343662" y="1234249"/>
                    <a:pt x="423196" y="1196054"/>
                  </a:cubicBezTo>
                  <a:cubicBezTo>
                    <a:pt x="537591" y="1141095"/>
                    <a:pt x="661226" y="1127189"/>
                    <a:pt x="782193" y="1099947"/>
                  </a:cubicBezTo>
                  <a:cubicBezTo>
                    <a:pt x="872300" y="1079659"/>
                    <a:pt x="961358" y="1051370"/>
                    <a:pt x="1052513" y="1042321"/>
                  </a:cubicBezTo>
                  <a:cubicBezTo>
                    <a:pt x="1139000" y="1033653"/>
                    <a:pt x="1225868" y="1040321"/>
                    <a:pt x="1311783" y="1056037"/>
                  </a:cubicBezTo>
                  <a:cubicBezTo>
                    <a:pt x="1369314" y="1066609"/>
                    <a:pt x="1426559" y="1079373"/>
                    <a:pt x="1484662" y="1083469"/>
                  </a:cubicBezTo>
                  <a:cubicBezTo>
                    <a:pt x="1587913" y="1090803"/>
                    <a:pt x="1690402" y="1064800"/>
                    <a:pt x="1788224" y="1023080"/>
                  </a:cubicBezTo>
                  <a:cubicBezTo>
                    <a:pt x="1956721" y="951262"/>
                    <a:pt x="2106549" y="825722"/>
                    <a:pt x="2269045" y="734758"/>
                  </a:cubicBezTo>
                  <a:cubicBezTo>
                    <a:pt x="2359438" y="684181"/>
                    <a:pt x="2452497" y="640556"/>
                    <a:pt x="2534984" y="572738"/>
                  </a:cubicBezTo>
                  <a:cubicBezTo>
                    <a:pt x="2673001" y="459391"/>
                    <a:pt x="2847023" y="191453"/>
                    <a:pt x="2907316" y="0"/>
                  </a:cubicBezTo>
                </a:path>
              </a:pathLst>
            </a:custGeom>
            <a:noFill/>
            <a:ln w="9525" cap="rnd">
              <a:solidFill>
                <a:schemeClr val="accent2">
                  <a:alpha val="75000"/>
                </a:schemeClr>
              </a:solidFill>
              <a:prstDash val="lgDash"/>
              <a:round/>
            </a:ln>
          </p:spPr>
          <p:txBody>
            <a:bodyPr rtlCol="0" anchor="ctr"/>
            <a:lstStyle/>
            <a:p>
              <a:endParaRPr lang="en-US"/>
            </a:p>
          </p:txBody>
        </p:sp>
        <p:sp>
          <p:nvSpPr>
            <p:cNvPr id="33" name="Freeform: Shape 32">
              <a:extLst>
                <a:ext uri="{FF2B5EF4-FFF2-40B4-BE49-F238E27FC236}">
                  <a16:creationId xmlns:a16="http://schemas.microsoft.com/office/drawing/2014/main" id="{DCA0B097-C21A-40B4-95E4-2FFA9697F824}"/>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4907946" y="3479100"/>
              <a:ext cx="3168300" cy="1952434"/>
            </a:xfrm>
            <a:custGeom>
              <a:avLst/>
              <a:gdLst>
                <a:gd name="connsiteX0" fmla="*/ 0 w 3168300"/>
                <a:gd name="connsiteY0" fmla="*/ 1952435 h 1952434"/>
                <a:gd name="connsiteX1" fmla="*/ 202121 w 3168300"/>
                <a:gd name="connsiteY1" fmla="*/ 1687068 h 1952434"/>
                <a:gd name="connsiteX2" fmla="*/ 545116 w 3168300"/>
                <a:gd name="connsiteY2" fmla="*/ 1450277 h 1952434"/>
                <a:gd name="connsiteX3" fmla="*/ 906780 w 3168300"/>
                <a:gd name="connsiteY3" fmla="*/ 1354455 h 1952434"/>
                <a:gd name="connsiteX4" fmla="*/ 1332262 w 3168300"/>
                <a:gd name="connsiteY4" fmla="*/ 1285304 h 1952434"/>
                <a:gd name="connsiteX5" fmla="*/ 1691259 w 3168300"/>
                <a:gd name="connsiteY5" fmla="*/ 1240060 h 1952434"/>
                <a:gd name="connsiteX6" fmla="*/ 2010346 w 3168300"/>
                <a:gd name="connsiteY6" fmla="*/ 1141667 h 1952434"/>
                <a:gd name="connsiteX7" fmla="*/ 2393252 w 3168300"/>
                <a:gd name="connsiteY7" fmla="*/ 1027271 h 1952434"/>
                <a:gd name="connsiteX8" fmla="*/ 2582037 w 3168300"/>
                <a:gd name="connsiteY8" fmla="*/ 958120 h 1952434"/>
                <a:gd name="connsiteX9" fmla="*/ 2760155 w 3168300"/>
                <a:gd name="connsiteY9" fmla="*/ 827723 h 1952434"/>
                <a:gd name="connsiteX10" fmla="*/ 2914364 w 3168300"/>
                <a:gd name="connsiteY10" fmla="*/ 567023 h 1952434"/>
                <a:gd name="connsiteX11" fmla="*/ 3168301 w 3168300"/>
                <a:gd name="connsiteY11" fmla="*/ 0 h 195243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3168300" h="1952434">
                  <a:moveTo>
                    <a:pt x="0" y="1952435"/>
                  </a:moveTo>
                  <a:cubicBezTo>
                    <a:pt x="0" y="1952435"/>
                    <a:pt x="91059" y="1796415"/>
                    <a:pt x="202121" y="1687068"/>
                  </a:cubicBezTo>
                  <a:cubicBezTo>
                    <a:pt x="301943" y="1588675"/>
                    <a:pt x="416528" y="1505617"/>
                    <a:pt x="545116" y="1450277"/>
                  </a:cubicBezTo>
                  <a:cubicBezTo>
                    <a:pt x="659987" y="1400747"/>
                    <a:pt x="783622" y="1377601"/>
                    <a:pt x="906780" y="1354455"/>
                  </a:cubicBezTo>
                  <a:cubicBezTo>
                    <a:pt x="1048036" y="1327976"/>
                    <a:pt x="1189482" y="1301972"/>
                    <a:pt x="1332262" y="1285304"/>
                  </a:cubicBezTo>
                  <a:cubicBezTo>
                    <a:pt x="1452182" y="1271302"/>
                    <a:pt x="1573340" y="1265873"/>
                    <a:pt x="1691259" y="1240060"/>
                  </a:cubicBezTo>
                  <a:cubicBezTo>
                    <a:pt x="1800035" y="1216247"/>
                    <a:pt x="1904619" y="1176718"/>
                    <a:pt x="2010346" y="1141667"/>
                  </a:cubicBezTo>
                  <a:cubicBezTo>
                    <a:pt x="2136743" y="1099661"/>
                    <a:pt x="2265902" y="1066229"/>
                    <a:pt x="2393252" y="1027271"/>
                  </a:cubicBezTo>
                  <a:cubicBezTo>
                    <a:pt x="2457450" y="1007650"/>
                    <a:pt x="2521744" y="987552"/>
                    <a:pt x="2582037" y="958120"/>
                  </a:cubicBezTo>
                  <a:cubicBezTo>
                    <a:pt x="2648807" y="925449"/>
                    <a:pt x="2710815" y="883349"/>
                    <a:pt x="2760155" y="827723"/>
                  </a:cubicBezTo>
                  <a:cubicBezTo>
                    <a:pt x="2827496" y="751904"/>
                    <a:pt x="2867978" y="657511"/>
                    <a:pt x="2914364" y="567023"/>
                  </a:cubicBezTo>
                  <a:cubicBezTo>
                    <a:pt x="2972753" y="453200"/>
                    <a:pt x="3119152" y="118015"/>
                    <a:pt x="3168301" y="0"/>
                  </a:cubicBezTo>
                </a:path>
              </a:pathLst>
            </a:custGeom>
            <a:noFill/>
            <a:ln w="9525" cap="rnd">
              <a:solidFill>
                <a:schemeClr val="accent2">
                  <a:alpha val="75000"/>
                </a:schemeClr>
              </a:solidFill>
              <a:prstDash val="lgDash"/>
              <a:round/>
            </a:ln>
          </p:spPr>
          <p:txBody>
            <a:bodyPr rtlCol="0" anchor="ctr"/>
            <a:lstStyle/>
            <a:p>
              <a:endParaRPr lang="en-US"/>
            </a:p>
          </p:txBody>
        </p:sp>
        <p:sp>
          <p:nvSpPr>
            <p:cNvPr id="34" name="Freeform: Shape 33">
              <a:extLst>
                <a:ext uri="{FF2B5EF4-FFF2-40B4-BE49-F238E27FC236}">
                  <a16:creationId xmlns:a16="http://schemas.microsoft.com/office/drawing/2014/main" id="{AB2AF0F5-7EAA-4BAB-8DE2-D84E124170FA}"/>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4704778" y="2976752"/>
              <a:ext cx="3356800" cy="2452020"/>
            </a:xfrm>
            <a:custGeom>
              <a:avLst/>
              <a:gdLst>
                <a:gd name="connsiteX0" fmla="*/ 0 w 3356800"/>
                <a:gd name="connsiteY0" fmla="*/ 2452021 h 2452020"/>
                <a:gd name="connsiteX1" fmla="*/ 130874 w 3356800"/>
                <a:gd name="connsiteY1" fmla="*/ 2247710 h 2452020"/>
                <a:gd name="connsiteX2" fmla="*/ 437197 w 3356800"/>
                <a:gd name="connsiteY2" fmla="*/ 1941195 h 2452020"/>
                <a:gd name="connsiteX3" fmla="*/ 737140 w 3356800"/>
                <a:gd name="connsiteY3" fmla="*/ 1736884 h 2452020"/>
                <a:gd name="connsiteX4" fmla="*/ 1031843 w 3356800"/>
                <a:gd name="connsiteY4" fmla="*/ 1685068 h 2452020"/>
                <a:gd name="connsiteX5" fmla="*/ 1287304 w 3356800"/>
                <a:gd name="connsiteY5" fmla="*/ 1655826 h 2452020"/>
                <a:gd name="connsiteX6" fmla="*/ 1471994 w 3356800"/>
                <a:gd name="connsiteY6" fmla="*/ 1634300 h 2452020"/>
                <a:gd name="connsiteX7" fmla="*/ 1898237 w 3356800"/>
                <a:gd name="connsiteY7" fmla="*/ 1512665 h 2452020"/>
                <a:gd name="connsiteX8" fmla="*/ 2229136 w 3356800"/>
                <a:gd name="connsiteY8" fmla="*/ 1355598 h 2452020"/>
                <a:gd name="connsiteX9" fmla="*/ 2512314 w 3356800"/>
                <a:gd name="connsiteY9" fmla="*/ 1238631 h 2452020"/>
                <a:gd name="connsiteX10" fmla="*/ 2758535 w 3356800"/>
                <a:gd name="connsiteY10" fmla="*/ 1096994 h 2452020"/>
                <a:gd name="connsiteX11" fmla="*/ 2935510 w 3356800"/>
                <a:gd name="connsiteY11" fmla="*/ 919925 h 2452020"/>
                <a:gd name="connsiteX12" fmla="*/ 3081719 w 3356800"/>
                <a:gd name="connsiteY12" fmla="*/ 687419 h 2452020"/>
                <a:gd name="connsiteX13" fmla="*/ 3356800 w 3356800"/>
                <a:gd name="connsiteY13" fmla="*/ 0 h 245202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Lst>
              <a:rect l="l" t="t" r="r" b="b"/>
              <a:pathLst>
                <a:path w="3356800" h="2452020">
                  <a:moveTo>
                    <a:pt x="0" y="2452021"/>
                  </a:moveTo>
                  <a:cubicBezTo>
                    <a:pt x="0" y="2452021"/>
                    <a:pt x="57150" y="2344198"/>
                    <a:pt x="130874" y="2247710"/>
                  </a:cubicBezTo>
                  <a:cubicBezTo>
                    <a:pt x="218694" y="2132648"/>
                    <a:pt x="328136" y="2036635"/>
                    <a:pt x="437197" y="1941195"/>
                  </a:cubicBezTo>
                  <a:cubicBezTo>
                    <a:pt x="529304" y="1860709"/>
                    <a:pt x="623030" y="1779556"/>
                    <a:pt x="737140" y="1736884"/>
                  </a:cubicBezTo>
                  <a:cubicBezTo>
                    <a:pt x="830866" y="1701736"/>
                    <a:pt x="932021" y="1695450"/>
                    <a:pt x="1031843" y="1685068"/>
                  </a:cubicBezTo>
                  <a:cubicBezTo>
                    <a:pt x="1117092" y="1676210"/>
                    <a:pt x="1202055" y="1665160"/>
                    <a:pt x="1287304" y="1655826"/>
                  </a:cubicBezTo>
                  <a:cubicBezTo>
                    <a:pt x="1348931" y="1649063"/>
                    <a:pt x="1410653" y="1643539"/>
                    <a:pt x="1471994" y="1634300"/>
                  </a:cubicBezTo>
                  <a:cubicBezTo>
                    <a:pt x="1618679" y="1612011"/>
                    <a:pt x="1761935" y="1571149"/>
                    <a:pt x="1898237" y="1512665"/>
                  </a:cubicBezTo>
                  <a:cubicBezTo>
                    <a:pt x="2010442" y="1464564"/>
                    <a:pt x="2117503" y="1405128"/>
                    <a:pt x="2229136" y="1355598"/>
                  </a:cubicBezTo>
                  <a:cubicBezTo>
                    <a:pt x="2322481" y="1314164"/>
                    <a:pt x="2418969" y="1280160"/>
                    <a:pt x="2512314" y="1238631"/>
                  </a:cubicBezTo>
                  <a:cubicBezTo>
                    <a:pt x="2599087" y="1199960"/>
                    <a:pt x="2683193" y="1154811"/>
                    <a:pt x="2758535" y="1096994"/>
                  </a:cubicBezTo>
                  <a:cubicBezTo>
                    <a:pt x="2825020" y="1046035"/>
                    <a:pt x="2883789" y="985837"/>
                    <a:pt x="2935510" y="919925"/>
                  </a:cubicBezTo>
                  <a:cubicBezTo>
                    <a:pt x="2992184" y="847725"/>
                    <a:pt x="3039904" y="769144"/>
                    <a:pt x="3081719" y="687419"/>
                  </a:cubicBezTo>
                  <a:cubicBezTo>
                    <a:pt x="3138297" y="576739"/>
                    <a:pt x="3314129" y="116776"/>
                    <a:pt x="3356800" y="0"/>
                  </a:cubicBezTo>
                </a:path>
              </a:pathLst>
            </a:custGeom>
            <a:noFill/>
            <a:ln w="9525" cap="rnd">
              <a:solidFill>
                <a:schemeClr val="accent2">
                  <a:alpha val="75000"/>
                </a:schemeClr>
              </a:solidFill>
              <a:prstDash val="lgDash"/>
              <a:round/>
            </a:ln>
          </p:spPr>
          <p:txBody>
            <a:bodyPr rtlCol="0" anchor="ctr"/>
            <a:lstStyle/>
            <a:p>
              <a:endParaRPr lang="en-US"/>
            </a:p>
          </p:txBody>
        </p:sp>
      </p:grpSp>
      <p:sp useBgFill="1">
        <p:nvSpPr>
          <p:cNvPr id="36" name="Rectangle 35">
            <a:extLst>
              <a:ext uri="{FF2B5EF4-FFF2-40B4-BE49-F238E27FC236}">
                <a16:creationId xmlns:a16="http://schemas.microsoft.com/office/drawing/2014/main" id="{F1174801-1395-44C5-9B00-CCAC45C056E7}"/>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88952" cy="6858000"/>
          </a:xfrm>
          <a:prstGeom prst="rect">
            <a:avLst/>
          </a:prstGeom>
          <a:ln>
            <a:solidFill>
              <a:schemeClr val="bg1">
                <a:lumMod val="9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solidFill>
                <a:schemeClr val="tx1">
                  <a:lumMod val="65000"/>
                  <a:lumOff val="35000"/>
                </a:schemeClr>
              </a:solidFill>
              <a:latin typeface="AvenirNext LT Pro Medium" panose="020B0504020202020204" pitchFamily="34" charset="0"/>
            </a:endParaRPr>
          </a:p>
        </p:txBody>
      </p:sp>
      <p:sp>
        <p:nvSpPr>
          <p:cNvPr id="38" name="Rectangle 37">
            <a:extLst>
              <a:ext uri="{FF2B5EF4-FFF2-40B4-BE49-F238E27FC236}">
                <a16:creationId xmlns:a16="http://schemas.microsoft.com/office/drawing/2014/main" id="{996DFAFB-BCE1-4BEC-82FB-D574234DEF0A}"/>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88952" cy="6858000"/>
          </a:xfrm>
          <a:prstGeom prst="rect">
            <a:avLst/>
          </a:prstGeom>
          <a:solidFill>
            <a:schemeClr val="bg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solidFill>
                <a:schemeClr val="tx1">
                  <a:lumMod val="65000"/>
                  <a:lumOff val="35000"/>
                </a:schemeClr>
              </a:solidFill>
              <a:latin typeface="AvenirNext LT Pro Medium" panose="020B0504020202020204" pitchFamily="34" charset="0"/>
            </a:endParaRPr>
          </a:p>
        </p:txBody>
      </p:sp>
      <p:grpSp>
        <p:nvGrpSpPr>
          <p:cNvPr id="40" name="Top left">
            <a:extLst>
              <a:ext uri="{FF2B5EF4-FFF2-40B4-BE49-F238E27FC236}">
                <a16:creationId xmlns:a16="http://schemas.microsoft.com/office/drawing/2014/main" id="{E4A71F22-0E43-4930-8185-0D8C17363485}"/>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10849" y="-3086"/>
            <a:ext cx="2198951" cy="3349518"/>
            <a:chOff x="10849" y="-3086"/>
            <a:chExt cx="2198951" cy="3349518"/>
          </a:xfrm>
        </p:grpSpPr>
        <p:sp>
          <p:nvSpPr>
            <p:cNvPr id="41" name="Freeform: Shape 40">
              <a:extLst>
                <a:ext uri="{FF2B5EF4-FFF2-40B4-BE49-F238E27FC236}">
                  <a16:creationId xmlns:a16="http://schemas.microsoft.com/office/drawing/2014/main" id="{E337B2BE-9368-41E7-B9D3-4F1F971F94C8}"/>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rot="10800000">
              <a:off x="692844" y="-3086"/>
              <a:ext cx="1326111" cy="597603"/>
            </a:xfrm>
            <a:custGeom>
              <a:avLst/>
              <a:gdLst>
                <a:gd name="connsiteX0" fmla="*/ 741051 w 1482102"/>
                <a:gd name="connsiteY0" fmla="*/ 0 h 679363"/>
                <a:gd name="connsiteX1" fmla="*/ 1473822 w 1482102"/>
                <a:gd name="connsiteY1" fmla="*/ 597226 h 679363"/>
                <a:gd name="connsiteX2" fmla="*/ 1482102 w 1482102"/>
                <a:gd name="connsiteY2" fmla="*/ 679363 h 679363"/>
                <a:gd name="connsiteX3" fmla="*/ 0 w 1482102"/>
                <a:gd name="connsiteY3" fmla="*/ 679363 h 679363"/>
                <a:gd name="connsiteX4" fmla="*/ 8280 w 1482102"/>
                <a:gd name="connsiteY4" fmla="*/ 597226 h 679363"/>
                <a:gd name="connsiteX5" fmla="*/ 741051 w 1482102"/>
                <a:gd name="connsiteY5" fmla="*/ 0 h 67936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1482102" h="679363">
                  <a:moveTo>
                    <a:pt x="741051" y="0"/>
                  </a:moveTo>
                  <a:cubicBezTo>
                    <a:pt x="1102506" y="0"/>
                    <a:pt x="1404077" y="256390"/>
                    <a:pt x="1473822" y="597226"/>
                  </a:cubicBezTo>
                  <a:lnTo>
                    <a:pt x="1482102" y="679363"/>
                  </a:lnTo>
                  <a:lnTo>
                    <a:pt x="0" y="679363"/>
                  </a:lnTo>
                  <a:lnTo>
                    <a:pt x="8280" y="597226"/>
                  </a:lnTo>
                  <a:cubicBezTo>
                    <a:pt x="78025" y="256390"/>
                    <a:pt x="379596" y="0"/>
                    <a:pt x="741051" y="0"/>
                  </a:cubicBezTo>
                  <a:close/>
                </a:path>
              </a:pathLst>
            </a:cu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dirty="0">
                <a:solidFill>
                  <a:schemeClr val="tx1">
                    <a:lumMod val="65000"/>
                    <a:lumOff val="35000"/>
                  </a:schemeClr>
                </a:solidFill>
                <a:latin typeface="AvenirNext LT Pro Medium" panose="020B0504020202020204" pitchFamily="34" charset="0"/>
              </a:endParaRPr>
            </a:p>
          </p:txBody>
        </p:sp>
        <p:sp>
          <p:nvSpPr>
            <p:cNvPr id="42" name="Freeform: Shape 41">
              <a:extLst>
                <a:ext uri="{FF2B5EF4-FFF2-40B4-BE49-F238E27FC236}">
                  <a16:creationId xmlns:a16="http://schemas.microsoft.com/office/drawing/2014/main" id="{C7EDF3EA-3138-4266-8511-D57CECF0A12F}"/>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19394" y="15241"/>
              <a:ext cx="2190406" cy="3331191"/>
            </a:xfrm>
            <a:custGeom>
              <a:avLst/>
              <a:gdLst>
                <a:gd name="connsiteX0" fmla="*/ 0 w 3296088"/>
                <a:gd name="connsiteY0" fmla="*/ 5012722 h 5012722"/>
                <a:gd name="connsiteX1" fmla="*/ 244031 w 3296088"/>
                <a:gd name="connsiteY1" fmla="*/ 4820222 h 5012722"/>
                <a:gd name="connsiteX2" fmla="*/ 729234 w 3296088"/>
                <a:gd name="connsiteY2" fmla="*/ 4360641 h 5012722"/>
                <a:gd name="connsiteX3" fmla="*/ 881444 w 3296088"/>
                <a:gd name="connsiteY3" fmla="*/ 4173950 h 5012722"/>
                <a:gd name="connsiteX4" fmla="*/ 1151287 w 3296088"/>
                <a:gd name="connsiteY4" fmla="*/ 3972877 h 5012722"/>
                <a:gd name="connsiteX5" fmla="*/ 1498664 w 3296088"/>
                <a:gd name="connsiteY5" fmla="*/ 3786188 h 5012722"/>
                <a:gd name="connsiteX6" fmla="*/ 1716881 w 3296088"/>
                <a:gd name="connsiteY6" fmla="*/ 3674174 h 5012722"/>
                <a:gd name="connsiteX7" fmla="*/ 1913573 w 3296088"/>
                <a:gd name="connsiteY7" fmla="*/ 3477387 h 5012722"/>
                <a:gd name="connsiteX8" fmla="*/ 2167700 w 3296088"/>
                <a:gd name="connsiteY8" fmla="*/ 3042190 h 5012722"/>
                <a:gd name="connsiteX9" fmla="*/ 2273903 w 3296088"/>
                <a:gd name="connsiteY9" fmla="*/ 2775014 h 5012722"/>
                <a:gd name="connsiteX10" fmla="*/ 2463356 w 3296088"/>
                <a:gd name="connsiteY10" fmla="*/ 2335530 h 5012722"/>
                <a:gd name="connsiteX11" fmla="*/ 2741866 w 3296088"/>
                <a:gd name="connsiteY11" fmla="*/ 1982248 h 5012722"/>
                <a:gd name="connsiteX12" fmla="*/ 2985897 w 3296088"/>
                <a:gd name="connsiteY12" fmla="*/ 1634681 h 5012722"/>
                <a:gd name="connsiteX13" fmla="*/ 3212687 w 3296088"/>
                <a:gd name="connsiteY13" fmla="*/ 1226820 h 5012722"/>
                <a:gd name="connsiteX14" fmla="*/ 3281553 w 3296088"/>
                <a:gd name="connsiteY14" fmla="*/ 959644 h 5012722"/>
                <a:gd name="connsiteX15" fmla="*/ 3295936 w 3296088"/>
                <a:gd name="connsiteY15" fmla="*/ 701135 h 5012722"/>
                <a:gd name="connsiteX16" fmla="*/ 3267266 w 3296088"/>
                <a:gd name="connsiteY16" fmla="*/ 436817 h 5012722"/>
                <a:gd name="connsiteX17" fmla="*/ 3105341 w 3296088"/>
                <a:gd name="connsiteY17" fmla="*/ 0 h 501272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Lst>
              <a:rect l="l" t="t" r="r" b="b"/>
              <a:pathLst>
                <a:path w="3296088" h="5012722">
                  <a:moveTo>
                    <a:pt x="0" y="5012722"/>
                  </a:moveTo>
                  <a:cubicBezTo>
                    <a:pt x="81820" y="4949095"/>
                    <a:pt x="163544" y="4885468"/>
                    <a:pt x="244031" y="4820222"/>
                  </a:cubicBezTo>
                  <a:cubicBezTo>
                    <a:pt x="417671" y="4679633"/>
                    <a:pt x="589883" y="4535139"/>
                    <a:pt x="729234" y="4360641"/>
                  </a:cubicBezTo>
                  <a:cubicBezTo>
                    <a:pt x="779431" y="4297776"/>
                    <a:pt x="825818" y="4231958"/>
                    <a:pt x="881444" y="4173950"/>
                  </a:cubicBezTo>
                  <a:cubicBezTo>
                    <a:pt x="959358" y="4092607"/>
                    <a:pt x="1054799" y="4031075"/>
                    <a:pt x="1151287" y="3972877"/>
                  </a:cubicBezTo>
                  <a:cubicBezTo>
                    <a:pt x="1263968" y="3904964"/>
                    <a:pt x="1379315" y="3841337"/>
                    <a:pt x="1498664" y="3786188"/>
                  </a:cubicBezTo>
                  <a:cubicBezTo>
                    <a:pt x="1573149" y="3751802"/>
                    <a:pt x="1649159" y="3720179"/>
                    <a:pt x="1716881" y="3674174"/>
                  </a:cubicBezTo>
                  <a:cubicBezTo>
                    <a:pt x="1794034" y="3621691"/>
                    <a:pt x="1856708" y="3551492"/>
                    <a:pt x="1913573" y="3477387"/>
                  </a:cubicBezTo>
                  <a:cubicBezTo>
                    <a:pt x="2016157" y="3343751"/>
                    <a:pt x="2099024" y="3196114"/>
                    <a:pt x="2167700" y="3042190"/>
                  </a:cubicBezTo>
                  <a:cubicBezTo>
                    <a:pt x="2206752" y="2954655"/>
                    <a:pt x="2241233" y="2865215"/>
                    <a:pt x="2273903" y="2775014"/>
                  </a:cubicBezTo>
                  <a:cubicBezTo>
                    <a:pt x="2328482" y="2624423"/>
                    <a:pt x="2379440" y="2471642"/>
                    <a:pt x="2463356" y="2335530"/>
                  </a:cubicBezTo>
                  <a:cubicBezTo>
                    <a:pt x="2542127" y="2207705"/>
                    <a:pt x="2647855" y="2099501"/>
                    <a:pt x="2741866" y="1982248"/>
                  </a:cubicBezTo>
                  <a:cubicBezTo>
                    <a:pt x="2830449" y="1871758"/>
                    <a:pt x="2908554" y="1753362"/>
                    <a:pt x="2985897" y="1634681"/>
                  </a:cubicBezTo>
                  <a:cubicBezTo>
                    <a:pt x="3071146" y="1503902"/>
                    <a:pt x="3156395" y="1372172"/>
                    <a:pt x="3212687" y="1226820"/>
                  </a:cubicBezTo>
                  <a:cubicBezTo>
                    <a:pt x="3246025" y="1140809"/>
                    <a:pt x="3268790" y="1051084"/>
                    <a:pt x="3281553" y="959644"/>
                  </a:cubicBezTo>
                  <a:cubicBezTo>
                    <a:pt x="3293555" y="874014"/>
                    <a:pt x="3296888" y="787527"/>
                    <a:pt x="3295936" y="701135"/>
                  </a:cubicBezTo>
                  <a:cubicBezTo>
                    <a:pt x="3294888" y="612172"/>
                    <a:pt x="3289268" y="523018"/>
                    <a:pt x="3267266" y="436817"/>
                  </a:cubicBezTo>
                  <a:cubicBezTo>
                    <a:pt x="3227832" y="282416"/>
                    <a:pt x="3105341" y="0"/>
                    <a:pt x="3105341" y="0"/>
                  </a:cubicBezTo>
                </a:path>
              </a:pathLst>
            </a:custGeom>
            <a:noFill/>
            <a:ln w="9525" cap="rnd">
              <a:solidFill>
                <a:schemeClr val="accent2">
                  <a:alpha val="50000"/>
                </a:schemeClr>
              </a:solidFill>
              <a:prstDash val="lgDash"/>
              <a:round/>
            </a:ln>
          </p:spPr>
          <p:txBody>
            <a:bodyPr rtlCol="0" anchor="ctr"/>
            <a:lstStyle/>
            <a:p>
              <a:endParaRPr lang="en-US"/>
            </a:p>
          </p:txBody>
        </p:sp>
        <p:sp>
          <p:nvSpPr>
            <p:cNvPr id="43" name="Freeform: Shape 42">
              <a:extLst>
                <a:ext uri="{FF2B5EF4-FFF2-40B4-BE49-F238E27FC236}">
                  <a16:creationId xmlns:a16="http://schemas.microsoft.com/office/drawing/2014/main" id="{EA12DCF8-5403-4AA2-818F-2DF853DC1F99}"/>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10849" y="15178"/>
              <a:ext cx="1978674" cy="3074959"/>
            </a:xfrm>
            <a:custGeom>
              <a:avLst/>
              <a:gdLst>
                <a:gd name="connsiteX0" fmla="*/ 0 w 2977477"/>
                <a:gd name="connsiteY0" fmla="*/ 4627150 h 4627149"/>
                <a:gd name="connsiteX1" fmla="*/ 275082 w 2977477"/>
                <a:gd name="connsiteY1" fmla="*/ 4341590 h 4627149"/>
                <a:gd name="connsiteX2" fmla="*/ 502825 w 2977477"/>
                <a:gd name="connsiteY2" fmla="*/ 4054126 h 4627149"/>
                <a:gd name="connsiteX3" fmla="*/ 666179 w 2977477"/>
                <a:gd name="connsiteY3" fmla="*/ 3890677 h 4627149"/>
                <a:gd name="connsiteX4" fmla="*/ 864203 w 2977477"/>
                <a:gd name="connsiteY4" fmla="*/ 3675983 h 4627149"/>
                <a:gd name="connsiteX5" fmla="*/ 982599 w 2977477"/>
                <a:gd name="connsiteY5" fmla="*/ 3557492 h 4627149"/>
                <a:gd name="connsiteX6" fmla="*/ 1188244 w 2977477"/>
                <a:gd name="connsiteY6" fmla="*/ 3329654 h 4627149"/>
                <a:gd name="connsiteX7" fmla="*/ 1344740 w 2977477"/>
                <a:gd name="connsiteY7" fmla="*/ 3146774 h 4627149"/>
                <a:gd name="connsiteX8" fmla="*/ 1470755 w 2977477"/>
                <a:gd name="connsiteY8" fmla="*/ 2984659 h 4627149"/>
                <a:gd name="connsiteX9" fmla="*/ 1657636 w 2977477"/>
                <a:gd name="connsiteY9" fmla="*/ 2670239 h 4627149"/>
                <a:gd name="connsiteX10" fmla="*/ 1762887 w 2977477"/>
                <a:gd name="connsiteY10" fmla="*/ 2473547 h 4627149"/>
                <a:gd name="connsiteX11" fmla="*/ 1866710 w 2977477"/>
                <a:gd name="connsiteY11" fmla="*/ 2290667 h 4627149"/>
                <a:gd name="connsiteX12" fmla="*/ 2106263 w 2977477"/>
                <a:gd name="connsiteY12" fmla="*/ 2030254 h 4627149"/>
                <a:gd name="connsiteX13" fmla="*/ 2277237 w 2977477"/>
                <a:gd name="connsiteY13" fmla="*/ 1859185 h 4627149"/>
                <a:gd name="connsiteX14" fmla="*/ 2499455 w 2977477"/>
                <a:gd name="connsiteY14" fmla="*/ 1656207 h 4627149"/>
                <a:gd name="connsiteX15" fmla="*/ 2707100 w 2977477"/>
                <a:gd name="connsiteY15" fmla="*/ 1390269 h 4627149"/>
                <a:gd name="connsiteX16" fmla="*/ 2812352 w 2977477"/>
                <a:gd name="connsiteY16" fmla="*/ 1230916 h 4627149"/>
                <a:gd name="connsiteX17" fmla="*/ 2898172 w 2977477"/>
                <a:gd name="connsiteY17" fmla="*/ 1036987 h 4627149"/>
                <a:gd name="connsiteX18" fmla="*/ 2963228 w 2977477"/>
                <a:gd name="connsiteY18" fmla="*/ 850011 h 4627149"/>
                <a:gd name="connsiteX19" fmla="*/ 2977325 w 2977477"/>
                <a:gd name="connsiteY19" fmla="*/ 745427 h 4627149"/>
                <a:gd name="connsiteX20" fmla="*/ 2929509 w 2977477"/>
                <a:gd name="connsiteY20" fmla="*/ 480155 h 4627149"/>
                <a:gd name="connsiteX21" fmla="*/ 2563082 w 2977477"/>
                <a:gd name="connsiteY21" fmla="*/ 0 h 462714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Lst>
              <a:rect l="l" t="t" r="r" b="b"/>
              <a:pathLst>
                <a:path w="2977477" h="4627149">
                  <a:moveTo>
                    <a:pt x="0" y="4627150"/>
                  </a:moveTo>
                  <a:cubicBezTo>
                    <a:pt x="79820" y="4552283"/>
                    <a:pt x="203835" y="4424648"/>
                    <a:pt x="275082" y="4341590"/>
                  </a:cubicBezTo>
                  <a:cubicBezTo>
                    <a:pt x="354711" y="4248722"/>
                    <a:pt x="421005" y="4145090"/>
                    <a:pt x="502825" y="4054126"/>
                  </a:cubicBezTo>
                  <a:cubicBezTo>
                    <a:pt x="554355" y="3996881"/>
                    <a:pt x="612362" y="3945827"/>
                    <a:pt x="666179" y="3890677"/>
                  </a:cubicBezTo>
                  <a:cubicBezTo>
                    <a:pt x="734187" y="3821049"/>
                    <a:pt x="796671" y="3746183"/>
                    <a:pt x="864203" y="3675983"/>
                  </a:cubicBezTo>
                  <a:cubicBezTo>
                    <a:pt x="902875" y="3635788"/>
                    <a:pt x="943642" y="3597593"/>
                    <a:pt x="982599" y="3557492"/>
                  </a:cubicBezTo>
                  <a:cubicBezTo>
                    <a:pt x="1053941" y="3484150"/>
                    <a:pt x="1121378" y="3407093"/>
                    <a:pt x="1188244" y="3329654"/>
                  </a:cubicBezTo>
                  <a:cubicBezTo>
                    <a:pt x="1240631" y="3268885"/>
                    <a:pt x="1293495" y="3208496"/>
                    <a:pt x="1344740" y="3146774"/>
                  </a:cubicBezTo>
                  <a:cubicBezTo>
                    <a:pt x="1388459" y="3094101"/>
                    <a:pt x="1431512" y="3040761"/>
                    <a:pt x="1470755" y="2984659"/>
                  </a:cubicBezTo>
                  <a:cubicBezTo>
                    <a:pt x="1540764" y="2884646"/>
                    <a:pt x="1598771" y="2777109"/>
                    <a:pt x="1657636" y="2670239"/>
                  </a:cubicBezTo>
                  <a:cubicBezTo>
                    <a:pt x="1693545" y="2605088"/>
                    <a:pt x="1728502" y="2539460"/>
                    <a:pt x="1762887" y="2473547"/>
                  </a:cubicBezTo>
                  <a:cubicBezTo>
                    <a:pt x="1795367" y="2411349"/>
                    <a:pt x="1826419" y="2348103"/>
                    <a:pt x="1866710" y="2290667"/>
                  </a:cubicBezTo>
                  <a:cubicBezTo>
                    <a:pt x="1934623" y="2193893"/>
                    <a:pt x="2022729" y="2114169"/>
                    <a:pt x="2106263" y="2030254"/>
                  </a:cubicBezTo>
                  <a:cubicBezTo>
                    <a:pt x="2163128" y="1973104"/>
                    <a:pt x="2218182" y="1914049"/>
                    <a:pt x="2277237" y="1859185"/>
                  </a:cubicBezTo>
                  <a:cubicBezTo>
                    <a:pt x="2350770" y="1790891"/>
                    <a:pt x="2430304" y="1728978"/>
                    <a:pt x="2499455" y="1656207"/>
                  </a:cubicBezTo>
                  <a:cubicBezTo>
                    <a:pt x="2576989" y="1574578"/>
                    <a:pt x="2641568" y="1481900"/>
                    <a:pt x="2707100" y="1390269"/>
                  </a:cubicBezTo>
                  <a:cubicBezTo>
                    <a:pt x="2744153" y="1338453"/>
                    <a:pt x="2781586" y="1286732"/>
                    <a:pt x="2812352" y="1230916"/>
                  </a:cubicBezTo>
                  <a:cubicBezTo>
                    <a:pt x="2846546" y="1168908"/>
                    <a:pt x="2872550" y="1102900"/>
                    <a:pt x="2898172" y="1036987"/>
                  </a:cubicBezTo>
                  <a:cubicBezTo>
                    <a:pt x="2922175" y="975455"/>
                    <a:pt x="2948273" y="914305"/>
                    <a:pt x="2963228" y="850011"/>
                  </a:cubicBezTo>
                  <a:cubicBezTo>
                    <a:pt x="2971229" y="815626"/>
                    <a:pt x="2976563" y="780764"/>
                    <a:pt x="2977325" y="745427"/>
                  </a:cubicBezTo>
                  <a:cubicBezTo>
                    <a:pt x="2979230" y="654844"/>
                    <a:pt x="2963323" y="564261"/>
                    <a:pt x="2929509" y="480155"/>
                  </a:cubicBezTo>
                  <a:cubicBezTo>
                    <a:pt x="2851309" y="285655"/>
                    <a:pt x="2563082" y="0"/>
                    <a:pt x="2563082" y="0"/>
                  </a:cubicBezTo>
                </a:path>
              </a:pathLst>
            </a:custGeom>
            <a:noFill/>
            <a:ln w="9525" cap="rnd">
              <a:solidFill>
                <a:schemeClr val="accent2">
                  <a:alpha val="50000"/>
                </a:schemeClr>
              </a:solidFill>
              <a:prstDash val="lgDash"/>
              <a:round/>
            </a:ln>
          </p:spPr>
          <p:txBody>
            <a:bodyPr rtlCol="0" anchor="ctr"/>
            <a:lstStyle/>
            <a:p>
              <a:endParaRPr lang="en-US"/>
            </a:p>
          </p:txBody>
        </p:sp>
        <p:sp>
          <p:nvSpPr>
            <p:cNvPr id="44" name="Freeform: Shape 43">
              <a:extLst>
                <a:ext uri="{FF2B5EF4-FFF2-40B4-BE49-F238E27FC236}">
                  <a16:creationId xmlns:a16="http://schemas.microsoft.com/office/drawing/2014/main" id="{AD89B414-72F6-4409-A12B-4F23F1CE0F3C}"/>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25092" y="15178"/>
              <a:ext cx="1566146" cy="2737264"/>
            </a:xfrm>
            <a:custGeom>
              <a:avLst/>
              <a:gdLst>
                <a:gd name="connsiteX0" fmla="*/ 1707071 w 2356712"/>
                <a:gd name="connsiteY0" fmla="*/ 0 h 4118991"/>
                <a:gd name="connsiteX1" fmla="*/ 1824514 w 2356712"/>
                <a:gd name="connsiteY1" fmla="*/ 244697 h 4118991"/>
                <a:gd name="connsiteX2" fmla="*/ 1908715 w 2356712"/>
                <a:gd name="connsiteY2" fmla="*/ 328994 h 4118991"/>
                <a:gd name="connsiteX3" fmla="*/ 2226469 w 2356712"/>
                <a:gd name="connsiteY3" fmla="*/ 603695 h 4118991"/>
                <a:gd name="connsiteX4" fmla="*/ 2355628 w 2356712"/>
                <a:gd name="connsiteY4" fmla="*/ 900494 h 4118991"/>
                <a:gd name="connsiteX5" fmla="*/ 2281428 w 2356712"/>
                <a:gd name="connsiteY5" fmla="*/ 1206913 h 4118991"/>
                <a:gd name="connsiteX6" fmla="*/ 2092452 w 2356712"/>
                <a:gd name="connsiteY6" fmla="*/ 1460659 h 4118991"/>
                <a:gd name="connsiteX7" fmla="*/ 1834039 w 2356712"/>
                <a:gd name="connsiteY7" fmla="*/ 1625822 h 4118991"/>
                <a:gd name="connsiteX8" fmla="*/ 1558862 w 2356712"/>
                <a:gd name="connsiteY8" fmla="*/ 1743075 h 4118991"/>
                <a:gd name="connsiteX9" fmla="*/ 1386554 w 2356712"/>
                <a:gd name="connsiteY9" fmla="*/ 1869948 h 4118991"/>
                <a:gd name="connsiteX10" fmla="*/ 1271683 w 2356712"/>
                <a:gd name="connsiteY10" fmla="*/ 2073402 h 4118991"/>
                <a:gd name="connsiteX11" fmla="*/ 1178338 w 2356712"/>
                <a:gd name="connsiteY11" fmla="*/ 2355914 h 4118991"/>
                <a:gd name="connsiteX12" fmla="*/ 1113758 w 2356712"/>
                <a:gd name="connsiteY12" fmla="*/ 2578513 h 4118991"/>
                <a:gd name="connsiteX13" fmla="*/ 1034796 w 2356712"/>
                <a:gd name="connsiteY13" fmla="*/ 2834640 h 4118991"/>
                <a:gd name="connsiteX14" fmla="*/ 905637 w 2356712"/>
                <a:gd name="connsiteY14" fmla="*/ 3081242 h 4118991"/>
                <a:gd name="connsiteX15" fmla="*/ 793147 w 2356712"/>
                <a:gd name="connsiteY15" fmla="*/ 3258407 h 4118991"/>
                <a:gd name="connsiteX16" fmla="*/ 546735 w 2356712"/>
                <a:gd name="connsiteY16" fmla="*/ 3571970 h 4118991"/>
                <a:gd name="connsiteX17" fmla="*/ 346996 w 2356712"/>
                <a:gd name="connsiteY17" fmla="*/ 3771900 h 4118991"/>
                <a:gd name="connsiteX18" fmla="*/ 174689 w 2356712"/>
                <a:gd name="connsiteY18" fmla="*/ 3944207 h 4118991"/>
                <a:gd name="connsiteX19" fmla="*/ 0 w 2356712"/>
                <a:gd name="connsiteY19" fmla="*/ 4118991 h 411899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Lst>
              <a:rect l="l" t="t" r="r" b="b"/>
              <a:pathLst>
                <a:path w="2356712" h="4118991">
                  <a:moveTo>
                    <a:pt x="1707071" y="0"/>
                  </a:moveTo>
                  <a:cubicBezTo>
                    <a:pt x="1715357" y="22098"/>
                    <a:pt x="1812608" y="224409"/>
                    <a:pt x="1824514" y="244697"/>
                  </a:cubicBezTo>
                  <a:cubicBezTo>
                    <a:pt x="1844802" y="279273"/>
                    <a:pt x="1876996" y="304324"/>
                    <a:pt x="1908715" y="328994"/>
                  </a:cubicBezTo>
                  <a:cubicBezTo>
                    <a:pt x="2019967" y="415195"/>
                    <a:pt x="2137886" y="494633"/>
                    <a:pt x="2226469" y="603695"/>
                  </a:cubicBezTo>
                  <a:cubicBezTo>
                    <a:pt x="2296287" y="689610"/>
                    <a:pt x="2347817" y="790480"/>
                    <a:pt x="2355628" y="900494"/>
                  </a:cubicBezTo>
                  <a:cubicBezTo>
                    <a:pt x="2363248" y="1007078"/>
                    <a:pt x="2329910" y="1111187"/>
                    <a:pt x="2281428" y="1206913"/>
                  </a:cubicBezTo>
                  <a:cubicBezTo>
                    <a:pt x="2233422" y="1301877"/>
                    <a:pt x="2170938" y="1388936"/>
                    <a:pt x="2092452" y="1460659"/>
                  </a:cubicBezTo>
                  <a:cubicBezTo>
                    <a:pt x="2016538" y="1530001"/>
                    <a:pt x="1927765" y="1583436"/>
                    <a:pt x="1834039" y="1625822"/>
                  </a:cubicBezTo>
                  <a:cubicBezTo>
                    <a:pt x="1743075" y="1666970"/>
                    <a:pt x="1647730" y="1697736"/>
                    <a:pt x="1558862" y="1743075"/>
                  </a:cubicBezTo>
                  <a:cubicBezTo>
                    <a:pt x="1494758" y="1775841"/>
                    <a:pt x="1434275" y="1816132"/>
                    <a:pt x="1386554" y="1869948"/>
                  </a:cubicBezTo>
                  <a:cubicBezTo>
                    <a:pt x="1334548" y="1928622"/>
                    <a:pt x="1300544" y="2000345"/>
                    <a:pt x="1271683" y="2073402"/>
                  </a:cubicBezTo>
                  <a:cubicBezTo>
                    <a:pt x="1235202" y="2165699"/>
                    <a:pt x="1206722" y="2260759"/>
                    <a:pt x="1178338" y="2355914"/>
                  </a:cubicBezTo>
                  <a:cubicBezTo>
                    <a:pt x="1156240" y="2429923"/>
                    <a:pt x="1134237" y="2504028"/>
                    <a:pt x="1113758" y="2578513"/>
                  </a:cubicBezTo>
                  <a:cubicBezTo>
                    <a:pt x="1090041" y="2664714"/>
                    <a:pt x="1068134" y="2751678"/>
                    <a:pt x="1034796" y="2834640"/>
                  </a:cubicBezTo>
                  <a:cubicBezTo>
                    <a:pt x="1000125" y="2920841"/>
                    <a:pt x="953643" y="3001613"/>
                    <a:pt x="905637" y="3081242"/>
                  </a:cubicBezTo>
                  <a:cubicBezTo>
                    <a:pt x="869442" y="3141155"/>
                    <a:pt x="832295" y="3200400"/>
                    <a:pt x="793147" y="3258407"/>
                  </a:cubicBezTo>
                  <a:cubicBezTo>
                    <a:pt x="718661" y="3368802"/>
                    <a:pt x="637223" y="3474434"/>
                    <a:pt x="546735" y="3571970"/>
                  </a:cubicBezTo>
                  <a:cubicBezTo>
                    <a:pt x="482632" y="3641027"/>
                    <a:pt x="414147" y="3705797"/>
                    <a:pt x="346996" y="3771900"/>
                  </a:cubicBezTo>
                  <a:cubicBezTo>
                    <a:pt x="288989" y="3828764"/>
                    <a:pt x="232029" y="3886676"/>
                    <a:pt x="174689" y="3944207"/>
                  </a:cubicBezTo>
                  <a:cubicBezTo>
                    <a:pt x="116586" y="4002596"/>
                    <a:pt x="58293" y="4060698"/>
                    <a:pt x="0" y="4118991"/>
                  </a:cubicBezTo>
                </a:path>
              </a:pathLst>
            </a:custGeom>
            <a:noFill/>
            <a:ln w="9525" cap="rnd">
              <a:solidFill>
                <a:schemeClr val="accent2">
                  <a:alpha val="50000"/>
                </a:schemeClr>
              </a:solidFill>
              <a:prstDash val="lgDash"/>
              <a:round/>
            </a:ln>
          </p:spPr>
          <p:txBody>
            <a:bodyPr rtlCol="0" anchor="ctr"/>
            <a:lstStyle/>
            <a:p>
              <a:endParaRPr lang="en-US"/>
            </a:p>
          </p:txBody>
        </p:sp>
        <p:sp>
          <p:nvSpPr>
            <p:cNvPr id="45" name="Freeform: Shape 44">
              <a:extLst>
                <a:ext uri="{FF2B5EF4-FFF2-40B4-BE49-F238E27FC236}">
                  <a16:creationId xmlns:a16="http://schemas.microsoft.com/office/drawing/2014/main" id="{214BA161-43C1-4B9D-A341-694B88127DC4}"/>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10849" y="15178"/>
              <a:ext cx="1368431" cy="2644975"/>
            </a:xfrm>
            <a:custGeom>
              <a:avLst/>
              <a:gdLst>
                <a:gd name="connsiteX0" fmla="*/ 0 w 2059193"/>
                <a:gd name="connsiteY0" fmla="*/ 3980116 h 3980116"/>
                <a:gd name="connsiteX1" fmla="*/ 471583 w 2059193"/>
                <a:gd name="connsiteY1" fmla="*/ 3515678 h 3980116"/>
                <a:gd name="connsiteX2" fmla="*/ 758666 w 2059193"/>
                <a:gd name="connsiteY2" fmla="*/ 3163824 h 3980116"/>
                <a:gd name="connsiteX3" fmla="*/ 940499 w 2059193"/>
                <a:gd name="connsiteY3" fmla="*/ 2780824 h 3980116"/>
                <a:gd name="connsiteX4" fmla="*/ 1055370 w 2059193"/>
                <a:gd name="connsiteY4" fmla="*/ 2242185 h 3980116"/>
                <a:gd name="connsiteX5" fmla="*/ 1136714 w 2059193"/>
                <a:gd name="connsiteY5" fmla="*/ 1878330 h 3980116"/>
                <a:gd name="connsiteX6" fmla="*/ 1246727 w 2059193"/>
                <a:gd name="connsiteY6" fmla="*/ 1562386 h 3980116"/>
                <a:gd name="connsiteX7" fmla="*/ 1378363 w 2059193"/>
                <a:gd name="connsiteY7" fmla="*/ 1430750 h 3980116"/>
                <a:gd name="connsiteX8" fmla="*/ 1691831 w 2059193"/>
                <a:gd name="connsiteY8" fmla="*/ 1394841 h 3980116"/>
                <a:gd name="connsiteX9" fmla="*/ 1914335 w 2059193"/>
                <a:gd name="connsiteY9" fmla="*/ 1323023 h 3980116"/>
                <a:gd name="connsiteX10" fmla="*/ 2055495 w 2059193"/>
                <a:gd name="connsiteY10" fmla="*/ 1098042 h 3980116"/>
                <a:gd name="connsiteX11" fmla="*/ 2033969 w 2059193"/>
                <a:gd name="connsiteY11" fmla="*/ 930497 h 3980116"/>
                <a:gd name="connsiteX12" fmla="*/ 1885664 w 2059193"/>
                <a:gd name="connsiteY12" fmla="*/ 760571 h 3980116"/>
                <a:gd name="connsiteX13" fmla="*/ 1636871 w 2059193"/>
                <a:gd name="connsiteY13" fmla="*/ 612172 h 3980116"/>
                <a:gd name="connsiteX14" fmla="*/ 1335405 w 2059193"/>
                <a:gd name="connsiteY14" fmla="*/ 459010 h 3980116"/>
                <a:gd name="connsiteX15" fmla="*/ 1234916 w 2059193"/>
                <a:gd name="connsiteY15" fmla="*/ 269939 h 3980116"/>
                <a:gd name="connsiteX16" fmla="*/ 1386935 w 2059193"/>
                <a:gd name="connsiteY16" fmla="*/ 0 h 398011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Lst>
              <a:rect l="l" t="t" r="r" b="b"/>
              <a:pathLst>
                <a:path w="2059193" h="3980116">
                  <a:moveTo>
                    <a:pt x="0" y="3980116"/>
                  </a:moveTo>
                  <a:cubicBezTo>
                    <a:pt x="91345" y="3889534"/>
                    <a:pt x="382715" y="3608737"/>
                    <a:pt x="471583" y="3515678"/>
                  </a:cubicBezTo>
                  <a:cubicBezTo>
                    <a:pt x="576358" y="3405949"/>
                    <a:pt x="675989" y="3290983"/>
                    <a:pt x="758666" y="3163824"/>
                  </a:cubicBezTo>
                  <a:cubicBezTo>
                    <a:pt x="836105" y="3044857"/>
                    <a:pt x="897445" y="2916079"/>
                    <a:pt x="940499" y="2780824"/>
                  </a:cubicBezTo>
                  <a:cubicBezTo>
                    <a:pt x="996315" y="2605754"/>
                    <a:pt x="1020985" y="2422874"/>
                    <a:pt x="1055370" y="2242185"/>
                  </a:cubicBezTo>
                  <a:cubicBezTo>
                    <a:pt x="1078611" y="2120075"/>
                    <a:pt x="1107472" y="1999107"/>
                    <a:pt x="1136714" y="1878330"/>
                  </a:cubicBezTo>
                  <a:cubicBezTo>
                    <a:pt x="1163098" y="1769174"/>
                    <a:pt x="1189482" y="1658588"/>
                    <a:pt x="1246727" y="1562386"/>
                  </a:cubicBezTo>
                  <a:cubicBezTo>
                    <a:pt x="1279208" y="1507808"/>
                    <a:pt x="1321689" y="1459039"/>
                    <a:pt x="1378363" y="1430750"/>
                  </a:cubicBezTo>
                  <a:cubicBezTo>
                    <a:pt x="1473327" y="1383221"/>
                    <a:pt x="1584865" y="1402652"/>
                    <a:pt x="1691831" y="1394841"/>
                  </a:cubicBezTo>
                  <a:cubicBezTo>
                    <a:pt x="1771079" y="1389031"/>
                    <a:pt x="1849279" y="1368266"/>
                    <a:pt x="1914335" y="1323023"/>
                  </a:cubicBezTo>
                  <a:cubicBezTo>
                    <a:pt x="1989963" y="1270445"/>
                    <a:pt x="2041493" y="1189101"/>
                    <a:pt x="2055495" y="1098042"/>
                  </a:cubicBezTo>
                  <a:cubicBezTo>
                    <a:pt x="2064258" y="1041178"/>
                    <a:pt x="2057591" y="982980"/>
                    <a:pt x="2033969" y="930497"/>
                  </a:cubicBezTo>
                  <a:cubicBezTo>
                    <a:pt x="2002727" y="861060"/>
                    <a:pt x="1945958" y="807625"/>
                    <a:pt x="1885664" y="760571"/>
                  </a:cubicBezTo>
                  <a:cubicBezTo>
                    <a:pt x="1809179" y="700945"/>
                    <a:pt x="1725549" y="651415"/>
                    <a:pt x="1636871" y="612172"/>
                  </a:cubicBezTo>
                  <a:cubicBezTo>
                    <a:pt x="1532763" y="566071"/>
                    <a:pt x="1421606" y="532543"/>
                    <a:pt x="1335405" y="459010"/>
                  </a:cubicBezTo>
                  <a:cubicBezTo>
                    <a:pt x="1277969" y="409956"/>
                    <a:pt x="1232059" y="344615"/>
                    <a:pt x="1234916" y="269939"/>
                  </a:cubicBezTo>
                  <a:cubicBezTo>
                    <a:pt x="1237012" y="211741"/>
                    <a:pt x="1386935" y="0"/>
                    <a:pt x="1386935" y="0"/>
                  </a:cubicBezTo>
                </a:path>
              </a:pathLst>
            </a:custGeom>
            <a:noFill/>
            <a:ln w="9525" cap="rnd">
              <a:solidFill>
                <a:schemeClr val="accent2">
                  <a:alpha val="50000"/>
                </a:schemeClr>
              </a:solidFill>
              <a:prstDash val="lgDash"/>
              <a:round/>
            </a:ln>
          </p:spPr>
          <p:txBody>
            <a:bodyPr rtlCol="0" anchor="ctr"/>
            <a:lstStyle/>
            <a:p>
              <a:endParaRPr lang="en-US"/>
            </a:p>
          </p:txBody>
        </p:sp>
        <p:sp>
          <p:nvSpPr>
            <p:cNvPr id="46" name="Freeform: Shape 45">
              <a:extLst>
                <a:ext uri="{FF2B5EF4-FFF2-40B4-BE49-F238E27FC236}">
                  <a16:creationId xmlns:a16="http://schemas.microsoft.com/office/drawing/2014/main" id="{B211E8CC-9B3E-4E58-821A-069B7C1098DE}"/>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18825" y="543780"/>
              <a:ext cx="494287" cy="1905590"/>
            </a:xfrm>
            <a:custGeom>
              <a:avLst/>
              <a:gdLst>
                <a:gd name="connsiteX0" fmla="*/ 11144 w 743796"/>
                <a:gd name="connsiteY0" fmla="*/ 0 h 2867501"/>
                <a:gd name="connsiteX1" fmla="*/ 353663 w 743796"/>
                <a:gd name="connsiteY1" fmla="*/ 55245 h 2867501"/>
                <a:gd name="connsiteX2" fmla="*/ 571405 w 743796"/>
                <a:gd name="connsiteY2" fmla="*/ 179737 h 2867501"/>
                <a:gd name="connsiteX3" fmla="*/ 688658 w 743796"/>
                <a:gd name="connsiteY3" fmla="*/ 368808 h 2867501"/>
                <a:gd name="connsiteX4" fmla="*/ 731711 w 743796"/>
                <a:gd name="connsiteY4" fmla="*/ 612934 h 2867501"/>
                <a:gd name="connsiteX5" fmla="*/ 725233 w 743796"/>
                <a:gd name="connsiteY5" fmla="*/ 995648 h 2867501"/>
                <a:gd name="connsiteX6" fmla="*/ 742855 w 743796"/>
                <a:gd name="connsiteY6" fmla="*/ 1499330 h 2867501"/>
                <a:gd name="connsiteX7" fmla="*/ 707898 w 743796"/>
                <a:gd name="connsiteY7" fmla="*/ 1793081 h 2867501"/>
                <a:gd name="connsiteX8" fmla="*/ 633222 w 743796"/>
                <a:gd name="connsiteY8" fmla="*/ 2073592 h 2867501"/>
                <a:gd name="connsiteX9" fmla="*/ 404527 w 743796"/>
                <a:gd name="connsiteY9" fmla="*/ 2472404 h 2867501"/>
                <a:gd name="connsiteX10" fmla="*/ 0 w 743796"/>
                <a:gd name="connsiteY10" fmla="*/ 2867501 h 286750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743796" h="2867501">
                  <a:moveTo>
                    <a:pt x="11144" y="0"/>
                  </a:moveTo>
                  <a:cubicBezTo>
                    <a:pt x="101060" y="2953"/>
                    <a:pt x="268796" y="25146"/>
                    <a:pt x="353663" y="55245"/>
                  </a:cubicBezTo>
                  <a:cubicBezTo>
                    <a:pt x="433483" y="83534"/>
                    <a:pt x="510635" y="120967"/>
                    <a:pt x="571405" y="179737"/>
                  </a:cubicBezTo>
                  <a:cubicBezTo>
                    <a:pt x="625412" y="231934"/>
                    <a:pt x="663607" y="297942"/>
                    <a:pt x="688658" y="368808"/>
                  </a:cubicBezTo>
                  <a:cubicBezTo>
                    <a:pt x="716375" y="447103"/>
                    <a:pt x="727996" y="529876"/>
                    <a:pt x="731711" y="612934"/>
                  </a:cubicBezTo>
                  <a:cubicBezTo>
                    <a:pt x="737426" y="740474"/>
                    <a:pt x="724948" y="867918"/>
                    <a:pt x="725233" y="995648"/>
                  </a:cubicBezTo>
                  <a:cubicBezTo>
                    <a:pt x="725710" y="1163765"/>
                    <a:pt x="748665" y="1331309"/>
                    <a:pt x="742855" y="1499330"/>
                  </a:cubicBezTo>
                  <a:cubicBezTo>
                    <a:pt x="739426" y="1598009"/>
                    <a:pt x="725996" y="1696022"/>
                    <a:pt x="707898" y="1793081"/>
                  </a:cubicBezTo>
                  <a:cubicBezTo>
                    <a:pt x="690086" y="1888426"/>
                    <a:pt x="666845" y="1982724"/>
                    <a:pt x="633222" y="2073592"/>
                  </a:cubicBezTo>
                  <a:cubicBezTo>
                    <a:pt x="579692" y="2218182"/>
                    <a:pt x="499682" y="2351056"/>
                    <a:pt x="404527" y="2472404"/>
                  </a:cubicBezTo>
                  <a:cubicBezTo>
                    <a:pt x="266033" y="2648902"/>
                    <a:pt x="179642" y="2732818"/>
                    <a:pt x="0" y="2867501"/>
                  </a:cubicBezTo>
                </a:path>
              </a:pathLst>
            </a:custGeom>
            <a:noFill/>
            <a:ln w="9525" cap="rnd">
              <a:solidFill>
                <a:schemeClr val="accent2">
                  <a:alpha val="50000"/>
                </a:schemeClr>
              </a:solidFill>
              <a:prstDash val="lgDash"/>
              <a:round/>
            </a:ln>
          </p:spPr>
          <p:txBody>
            <a:bodyPr rtlCol="0" anchor="ctr"/>
            <a:lstStyle/>
            <a:p>
              <a:endParaRPr lang="en-US"/>
            </a:p>
          </p:txBody>
        </p:sp>
        <p:sp>
          <p:nvSpPr>
            <p:cNvPr id="47" name="Freeform: Shape 46">
              <a:extLst>
                <a:ext uri="{FF2B5EF4-FFF2-40B4-BE49-F238E27FC236}">
                  <a16:creationId xmlns:a16="http://schemas.microsoft.com/office/drawing/2014/main" id="{B29FA542-0294-4239-B976-E5D20656CA52}"/>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10849" y="672286"/>
              <a:ext cx="396930" cy="1690303"/>
            </a:xfrm>
            <a:custGeom>
              <a:avLst/>
              <a:gdLst>
                <a:gd name="connsiteX0" fmla="*/ 16478 w 597294"/>
                <a:gd name="connsiteY0" fmla="*/ 2079 h 2543540"/>
                <a:gd name="connsiteX1" fmla="*/ 299847 w 597294"/>
                <a:gd name="connsiteY1" fmla="*/ 53991 h 2543540"/>
                <a:gd name="connsiteX2" fmla="*/ 503206 w 597294"/>
                <a:gd name="connsiteY2" fmla="*/ 291354 h 2543540"/>
                <a:gd name="connsiteX3" fmla="*/ 525113 w 597294"/>
                <a:gd name="connsiteY3" fmla="*/ 724265 h 2543540"/>
                <a:gd name="connsiteX4" fmla="*/ 578930 w 597294"/>
                <a:gd name="connsiteY4" fmla="*/ 1117267 h 2543540"/>
                <a:gd name="connsiteX5" fmla="*/ 592931 w 597294"/>
                <a:gd name="connsiteY5" fmla="*/ 1476359 h 2543540"/>
                <a:gd name="connsiteX6" fmla="*/ 503206 w 597294"/>
                <a:gd name="connsiteY6" fmla="*/ 1859359 h 2543540"/>
                <a:gd name="connsiteX7" fmla="*/ 291846 w 597294"/>
                <a:gd name="connsiteY7" fmla="*/ 2250361 h 2543540"/>
                <a:gd name="connsiteX8" fmla="*/ 0 w 597294"/>
                <a:gd name="connsiteY8" fmla="*/ 2543540 h 254354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597294" h="2543540">
                  <a:moveTo>
                    <a:pt x="16478" y="2079"/>
                  </a:moveTo>
                  <a:cubicBezTo>
                    <a:pt x="101441" y="-6684"/>
                    <a:pt x="224885" y="12557"/>
                    <a:pt x="299847" y="53991"/>
                  </a:cubicBezTo>
                  <a:cubicBezTo>
                    <a:pt x="394240" y="106092"/>
                    <a:pt x="468440" y="189341"/>
                    <a:pt x="503206" y="291354"/>
                  </a:cubicBezTo>
                  <a:cubicBezTo>
                    <a:pt x="550069" y="429085"/>
                    <a:pt x="520827" y="577770"/>
                    <a:pt x="525113" y="724265"/>
                  </a:cubicBezTo>
                  <a:cubicBezTo>
                    <a:pt x="529019" y="856472"/>
                    <a:pt x="561118" y="986012"/>
                    <a:pt x="578930" y="1117267"/>
                  </a:cubicBezTo>
                  <a:cubicBezTo>
                    <a:pt x="595122" y="1236234"/>
                    <a:pt x="602742" y="1356630"/>
                    <a:pt x="592931" y="1476359"/>
                  </a:cubicBezTo>
                  <a:cubicBezTo>
                    <a:pt x="582073" y="1607709"/>
                    <a:pt x="549783" y="1736011"/>
                    <a:pt x="503206" y="1859359"/>
                  </a:cubicBezTo>
                  <a:cubicBezTo>
                    <a:pt x="450628" y="1998710"/>
                    <a:pt x="383857" y="2133298"/>
                    <a:pt x="291846" y="2250361"/>
                  </a:cubicBezTo>
                  <a:cubicBezTo>
                    <a:pt x="231553" y="2327132"/>
                    <a:pt x="73819" y="2479532"/>
                    <a:pt x="0" y="2543540"/>
                  </a:cubicBezTo>
                </a:path>
              </a:pathLst>
            </a:custGeom>
            <a:noFill/>
            <a:ln w="9525" cap="rnd">
              <a:solidFill>
                <a:schemeClr val="accent2">
                  <a:alpha val="50000"/>
                </a:schemeClr>
              </a:solidFill>
              <a:prstDash val="lgDash"/>
              <a:round/>
            </a:ln>
          </p:spPr>
          <p:txBody>
            <a:bodyPr rtlCol="0" anchor="ctr"/>
            <a:lstStyle/>
            <a:p>
              <a:endParaRPr lang="en-US"/>
            </a:p>
          </p:txBody>
        </p:sp>
        <p:sp>
          <p:nvSpPr>
            <p:cNvPr id="48" name="Freeform: Shape 47">
              <a:extLst>
                <a:ext uri="{FF2B5EF4-FFF2-40B4-BE49-F238E27FC236}">
                  <a16:creationId xmlns:a16="http://schemas.microsoft.com/office/drawing/2014/main" id="{EA9045A3-208C-4023-9F44-D62234135622}"/>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23002" y="881264"/>
              <a:ext cx="258791" cy="1336561"/>
            </a:xfrm>
            <a:custGeom>
              <a:avLst/>
              <a:gdLst>
                <a:gd name="connsiteX0" fmla="*/ 0 w 389425"/>
                <a:gd name="connsiteY0" fmla="*/ 33 h 2011236"/>
                <a:gd name="connsiteX1" fmla="*/ 171260 w 389425"/>
                <a:gd name="connsiteY1" fmla="*/ 60326 h 2011236"/>
                <a:gd name="connsiteX2" fmla="*/ 211455 w 389425"/>
                <a:gd name="connsiteY2" fmla="*/ 221204 h 2011236"/>
                <a:gd name="connsiteX3" fmla="*/ 243078 w 389425"/>
                <a:gd name="connsiteY3" fmla="*/ 448089 h 2011236"/>
                <a:gd name="connsiteX4" fmla="*/ 346424 w 389425"/>
                <a:gd name="connsiteY4" fmla="*/ 789941 h 2011236"/>
                <a:gd name="connsiteX5" fmla="*/ 372237 w 389425"/>
                <a:gd name="connsiteY5" fmla="*/ 942151 h 2011236"/>
                <a:gd name="connsiteX6" fmla="*/ 386620 w 389425"/>
                <a:gd name="connsiteY6" fmla="*/ 1272478 h 2011236"/>
                <a:gd name="connsiteX7" fmla="*/ 280416 w 389425"/>
                <a:gd name="connsiteY7" fmla="*/ 1660241 h 2011236"/>
                <a:gd name="connsiteX8" fmla="*/ 151257 w 389425"/>
                <a:gd name="connsiteY8" fmla="*/ 1844073 h 2011236"/>
                <a:gd name="connsiteX9" fmla="*/ 1905 w 389425"/>
                <a:gd name="connsiteY9" fmla="*/ 2011237 h 201123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389425" h="2011236">
                  <a:moveTo>
                    <a:pt x="0" y="33"/>
                  </a:moveTo>
                  <a:cubicBezTo>
                    <a:pt x="57912" y="-824"/>
                    <a:pt x="136112" y="14892"/>
                    <a:pt x="171260" y="60326"/>
                  </a:cubicBezTo>
                  <a:cubicBezTo>
                    <a:pt x="205645" y="104903"/>
                    <a:pt x="207740" y="164244"/>
                    <a:pt x="211455" y="221204"/>
                  </a:cubicBezTo>
                  <a:cubicBezTo>
                    <a:pt x="216408" y="297594"/>
                    <a:pt x="225838" y="373604"/>
                    <a:pt x="243078" y="448089"/>
                  </a:cubicBezTo>
                  <a:cubicBezTo>
                    <a:pt x="269939" y="564199"/>
                    <a:pt x="319183" y="673927"/>
                    <a:pt x="346424" y="789941"/>
                  </a:cubicBezTo>
                  <a:cubicBezTo>
                    <a:pt x="358235" y="840043"/>
                    <a:pt x="365951" y="891097"/>
                    <a:pt x="372237" y="942151"/>
                  </a:cubicBezTo>
                  <a:cubicBezTo>
                    <a:pt x="385858" y="1051784"/>
                    <a:pt x="394049" y="1162274"/>
                    <a:pt x="386620" y="1272478"/>
                  </a:cubicBezTo>
                  <a:cubicBezTo>
                    <a:pt x="377476" y="1407828"/>
                    <a:pt x="344996" y="1541178"/>
                    <a:pt x="280416" y="1660241"/>
                  </a:cubicBezTo>
                  <a:cubicBezTo>
                    <a:pt x="244602" y="1726249"/>
                    <a:pt x="199358" y="1786352"/>
                    <a:pt x="151257" y="1844073"/>
                  </a:cubicBezTo>
                  <a:cubicBezTo>
                    <a:pt x="79534" y="1930084"/>
                    <a:pt x="89345" y="1941419"/>
                    <a:pt x="1905" y="2011237"/>
                  </a:cubicBezTo>
                </a:path>
              </a:pathLst>
            </a:custGeom>
            <a:noFill/>
            <a:ln w="9525" cap="rnd">
              <a:solidFill>
                <a:schemeClr val="accent2">
                  <a:alpha val="50000"/>
                </a:schemeClr>
              </a:solidFill>
              <a:prstDash val="lgDash"/>
              <a:round/>
            </a:ln>
          </p:spPr>
          <p:txBody>
            <a:bodyPr rtlCol="0" anchor="ctr"/>
            <a:lstStyle/>
            <a:p>
              <a:endParaRPr lang="en-US" dirty="0"/>
            </a:p>
          </p:txBody>
        </p:sp>
      </p:grpSp>
      <p:sp>
        <p:nvSpPr>
          <p:cNvPr id="2" name="Title 1">
            <a:extLst>
              <a:ext uri="{FF2B5EF4-FFF2-40B4-BE49-F238E27FC236}">
                <a16:creationId xmlns:a16="http://schemas.microsoft.com/office/drawing/2014/main" id="{D22708B8-55E8-083F-86F7-89A4C6EB2BD7}"/>
              </a:ext>
            </a:extLst>
          </p:cNvPr>
          <p:cNvSpPr>
            <a:spLocks noGrp="1"/>
          </p:cNvSpPr>
          <p:nvPr>
            <p:ph type="title"/>
          </p:nvPr>
        </p:nvSpPr>
        <p:spPr>
          <a:xfrm>
            <a:off x="996275" y="163350"/>
            <a:ext cx="10587045" cy="2065889"/>
          </a:xfrm>
        </p:spPr>
        <p:txBody>
          <a:bodyPr vert="horz" lIns="91440" tIns="45720" rIns="91440" bIns="45720" rtlCol="0" anchor="ctr">
            <a:normAutofit/>
          </a:bodyPr>
          <a:lstStyle/>
          <a:p>
            <a:pPr>
              <a:lnSpc>
                <a:spcPct val="90000"/>
              </a:lnSpc>
            </a:pPr>
            <a:r>
              <a:rPr lang="en-US" sz="4600" kern="1200" dirty="0">
                <a:solidFill>
                  <a:schemeClr val="tx2"/>
                </a:solidFill>
                <a:latin typeface="+mj-lt"/>
                <a:ea typeface="+mj-ea"/>
                <a:cs typeface="+mj-cs"/>
              </a:rPr>
              <a:t>Our Approach – Network Communication (No Metronome)</a:t>
            </a:r>
          </a:p>
        </p:txBody>
      </p:sp>
      <p:grpSp>
        <p:nvGrpSpPr>
          <p:cNvPr id="50" name="Cross">
            <a:extLst>
              <a:ext uri="{FF2B5EF4-FFF2-40B4-BE49-F238E27FC236}">
                <a16:creationId xmlns:a16="http://schemas.microsoft.com/office/drawing/2014/main" id="{1EDF0462-C0C2-4E84-A7EA-8EE60CEFF6D8}"/>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11945264" y="149792"/>
            <a:ext cx="118872" cy="118872"/>
            <a:chOff x="1175347" y="3733800"/>
            <a:chExt cx="118872" cy="118872"/>
          </a:xfrm>
        </p:grpSpPr>
        <p:cxnSp>
          <p:nvCxnSpPr>
            <p:cNvPr id="51" name="Straight Connector 50">
              <a:extLst>
                <a:ext uri="{FF2B5EF4-FFF2-40B4-BE49-F238E27FC236}">
                  <a16:creationId xmlns:a16="http://schemas.microsoft.com/office/drawing/2014/main" id="{DD5894EA-1641-49CE-AE6E-B9522736A0AB}"/>
                </a:ext>
                <a:ext uri="{C183D7F6-B498-43B3-948B-1728B52AA6E4}">
                  <adec:decorative xmlns:adec="http://schemas.microsoft.com/office/drawing/2017/decorative" val="1"/>
                </a:ext>
              </a:extLst>
            </p:cNvPr>
            <p:cNvCxnSpPr>
              <a:cxnSpLocks/>
            </p:cNvCxnSpPr>
            <p:nvPr>
              <p:extLst>
                <p:ext uri="{386F3935-93C4-4BCD-93E2-E3B085C9AB24}">
                  <p16:designElem xmlns:p16="http://schemas.microsoft.com/office/powerpoint/2015/main" val="1"/>
                </p:ext>
              </p:extLst>
            </p:nvPr>
          </p:nvCxnSpPr>
          <p:spPr>
            <a:xfrm>
              <a:off x="1234783" y="3733800"/>
              <a:ext cx="0" cy="118872"/>
            </a:xfrm>
            <a:prstGeom prst="line">
              <a:avLst/>
            </a:prstGeom>
            <a:ln w="12700">
              <a:solidFill>
                <a:schemeClr val="accent5"/>
              </a:solidFill>
            </a:ln>
          </p:spPr>
          <p:style>
            <a:lnRef idx="1">
              <a:schemeClr val="accent2"/>
            </a:lnRef>
            <a:fillRef idx="0">
              <a:schemeClr val="accent2"/>
            </a:fillRef>
            <a:effectRef idx="0">
              <a:schemeClr val="accent2"/>
            </a:effectRef>
            <a:fontRef idx="minor">
              <a:schemeClr val="tx1"/>
            </a:fontRef>
          </p:style>
        </p:cxnSp>
        <p:cxnSp>
          <p:nvCxnSpPr>
            <p:cNvPr id="52" name="Straight Connector 51">
              <a:extLst>
                <a:ext uri="{FF2B5EF4-FFF2-40B4-BE49-F238E27FC236}">
                  <a16:creationId xmlns:a16="http://schemas.microsoft.com/office/drawing/2014/main" id="{8C6415EB-8C9A-4F1B-A459-64B94A865113}"/>
                </a:ext>
                <a:ext uri="{C183D7F6-B498-43B3-948B-1728B52AA6E4}">
                  <adec:decorative xmlns:adec="http://schemas.microsoft.com/office/drawing/2017/decorative" val="1"/>
                </a:ext>
              </a:extLst>
            </p:cNvPr>
            <p:cNvCxnSpPr>
              <a:cxnSpLocks/>
            </p:cNvCxnSpPr>
            <p:nvPr>
              <p:extLst>
                <p:ext uri="{386F3935-93C4-4BCD-93E2-E3B085C9AB24}">
                  <p16:designElem xmlns:p16="http://schemas.microsoft.com/office/powerpoint/2015/main" val="1"/>
                </p:ext>
              </p:extLst>
            </p:nvPr>
          </p:nvCxnSpPr>
          <p:spPr>
            <a:xfrm>
              <a:off x="1175347" y="3793236"/>
              <a:ext cx="118872" cy="0"/>
            </a:xfrm>
            <a:prstGeom prst="line">
              <a:avLst/>
            </a:prstGeom>
            <a:ln w="12700">
              <a:solidFill>
                <a:schemeClr val="accent5"/>
              </a:solidFill>
            </a:ln>
          </p:spPr>
          <p:style>
            <a:lnRef idx="1">
              <a:schemeClr val="accent2"/>
            </a:lnRef>
            <a:fillRef idx="0">
              <a:schemeClr val="accent2"/>
            </a:fillRef>
            <a:effectRef idx="0">
              <a:schemeClr val="accent2"/>
            </a:effectRef>
            <a:fontRef idx="minor">
              <a:schemeClr val="tx1"/>
            </a:fontRef>
          </p:style>
        </p:cxnSp>
      </p:grpSp>
      <p:pic>
        <p:nvPicPr>
          <p:cNvPr id="5" name="Picture 4" descr="A diagram of a blockchain&#10;&#10;AI-generated content may be incorrect.">
            <a:extLst>
              <a:ext uri="{FF2B5EF4-FFF2-40B4-BE49-F238E27FC236}">
                <a16:creationId xmlns:a16="http://schemas.microsoft.com/office/drawing/2014/main" id="{BB532180-8841-8B9B-0D64-77B3506D1548}"/>
              </a:ext>
            </a:extLst>
          </p:cNvPr>
          <p:cNvPicPr>
            <a:picLocks noChangeAspect="1"/>
          </p:cNvPicPr>
          <p:nvPr/>
        </p:nvPicPr>
        <p:blipFill>
          <a:blip r:embed="rId2"/>
          <a:stretch>
            <a:fillRect/>
          </a:stretch>
        </p:blipFill>
        <p:spPr>
          <a:xfrm>
            <a:off x="1835382" y="1901343"/>
            <a:ext cx="8843616" cy="4399698"/>
          </a:xfrm>
          <a:prstGeom prst="rect">
            <a:avLst/>
          </a:prstGeom>
        </p:spPr>
      </p:pic>
      <p:grpSp>
        <p:nvGrpSpPr>
          <p:cNvPr id="54" name="Bottom Right">
            <a:extLst>
              <a:ext uri="{FF2B5EF4-FFF2-40B4-BE49-F238E27FC236}">
                <a16:creationId xmlns:a16="http://schemas.microsoft.com/office/drawing/2014/main" id="{B798A610-8506-4BC1-8108-8E1A31CAB879}"/>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7980400" y="3276601"/>
            <a:ext cx="4211600" cy="3581399"/>
            <a:chOff x="7980400" y="3276601"/>
            <a:chExt cx="4211600" cy="3581399"/>
          </a:xfrm>
        </p:grpSpPr>
        <p:sp>
          <p:nvSpPr>
            <p:cNvPr id="55" name="Freeform: Shape 54">
              <a:extLst>
                <a:ext uri="{FF2B5EF4-FFF2-40B4-BE49-F238E27FC236}">
                  <a16:creationId xmlns:a16="http://schemas.microsoft.com/office/drawing/2014/main" id="{5C72D714-A610-482A-B26E-C679E9535DF3}"/>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10439256" y="6178637"/>
              <a:ext cx="1482102" cy="679363"/>
            </a:xfrm>
            <a:custGeom>
              <a:avLst/>
              <a:gdLst>
                <a:gd name="connsiteX0" fmla="*/ 741051 w 1482102"/>
                <a:gd name="connsiteY0" fmla="*/ 0 h 679363"/>
                <a:gd name="connsiteX1" fmla="*/ 1473822 w 1482102"/>
                <a:gd name="connsiteY1" fmla="*/ 597226 h 679363"/>
                <a:gd name="connsiteX2" fmla="*/ 1482102 w 1482102"/>
                <a:gd name="connsiteY2" fmla="*/ 679363 h 679363"/>
                <a:gd name="connsiteX3" fmla="*/ 0 w 1482102"/>
                <a:gd name="connsiteY3" fmla="*/ 679363 h 679363"/>
                <a:gd name="connsiteX4" fmla="*/ 8280 w 1482102"/>
                <a:gd name="connsiteY4" fmla="*/ 597226 h 679363"/>
                <a:gd name="connsiteX5" fmla="*/ 741051 w 1482102"/>
                <a:gd name="connsiteY5" fmla="*/ 0 h 67936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1482102" h="679363">
                  <a:moveTo>
                    <a:pt x="741051" y="0"/>
                  </a:moveTo>
                  <a:cubicBezTo>
                    <a:pt x="1102506" y="0"/>
                    <a:pt x="1404077" y="256390"/>
                    <a:pt x="1473822" y="597226"/>
                  </a:cubicBezTo>
                  <a:lnTo>
                    <a:pt x="1482102" y="679363"/>
                  </a:lnTo>
                  <a:lnTo>
                    <a:pt x="0" y="679363"/>
                  </a:lnTo>
                  <a:lnTo>
                    <a:pt x="8280" y="597226"/>
                  </a:lnTo>
                  <a:cubicBezTo>
                    <a:pt x="78025" y="256390"/>
                    <a:pt x="379596" y="0"/>
                    <a:pt x="741051" y="0"/>
                  </a:cubicBezTo>
                  <a:close/>
                </a:path>
              </a:pathLst>
            </a:cu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dirty="0">
                <a:solidFill>
                  <a:schemeClr val="tx1">
                    <a:lumMod val="65000"/>
                    <a:lumOff val="35000"/>
                  </a:schemeClr>
                </a:solidFill>
                <a:latin typeface="AvenirNext LT Pro Medium" panose="020B0504020202020204" pitchFamily="34" charset="0"/>
              </a:endParaRPr>
            </a:p>
          </p:txBody>
        </p:sp>
        <p:grpSp>
          <p:nvGrpSpPr>
            <p:cNvPr id="56" name="Graphic 157">
              <a:extLst>
                <a:ext uri="{FF2B5EF4-FFF2-40B4-BE49-F238E27FC236}">
                  <a16:creationId xmlns:a16="http://schemas.microsoft.com/office/drawing/2014/main" id="{D7EF30A6-8E6C-417A-B645-4EC7F0B38248}"/>
                </a:ext>
                <a:ext uri="{C183D7F6-B498-43B3-948B-1728B52AA6E4}">
                  <adec:decorative xmlns:adec="http://schemas.microsoft.com/office/drawing/2017/decorative" val="1"/>
                </a:ext>
              </a:extLst>
            </p:cNvPr>
            <p:cNvGrpSpPr/>
            <p:nvPr>
              <p:extLst>
                <p:ext uri="{386F3935-93C4-4BCD-93E2-E3B085C9AB24}">
                  <p16:designElem xmlns:p16="http://schemas.microsoft.com/office/powerpoint/2015/main" val="1"/>
                </p:ext>
              </p:extLst>
            </p:nvPr>
          </p:nvGrpSpPr>
          <p:grpSpPr>
            <a:xfrm>
              <a:off x="8662740" y="3276601"/>
              <a:ext cx="3529260" cy="3581398"/>
              <a:chOff x="4114800" y="1423987"/>
              <a:chExt cx="3961542" cy="4007547"/>
            </a:xfrm>
            <a:noFill/>
          </p:grpSpPr>
          <p:sp>
            <p:nvSpPr>
              <p:cNvPr id="58" name="Freeform: Shape 57">
                <a:extLst>
                  <a:ext uri="{FF2B5EF4-FFF2-40B4-BE49-F238E27FC236}">
                    <a16:creationId xmlns:a16="http://schemas.microsoft.com/office/drawing/2014/main" id="{17D377E0-C3CC-48DC-B73B-09CEEDE395CF}"/>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4114800" y="1423987"/>
                <a:ext cx="3946874" cy="3989641"/>
              </a:xfrm>
              <a:custGeom>
                <a:avLst/>
                <a:gdLst>
                  <a:gd name="connsiteX0" fmla="*/ 0 w 3946874"/>
                  <a:gd name="connsiteY0" fmla="*/ 3989641 h 3989641"/>
                  <a:gd name="connsiteX1" fmla="*/ 79439 w 3946874"/>
                  <a:gd name="connsiteY1" fmla="*/ 3891153 h 3989641"/>
                  <a:gd name="connsiteX2" fmla="*/ 297371 w 3946874"/>
                  <a:gd name="connsiteY2" fmla="*/ 3626930 h 3989641"/>
                  <a:gd name="connsiteX3" fmla="*/ 454343 w 3946874"/>
                  <a:gd name="connsiteY3" fmla="*/ 3440335 h 3989641"/>
                  <a:gd name="connsiteX4" fmla="*/ 622363 w 3946874"/>
                  <a:gd name="connsiteY4" fmla="*/ 3290697 h 3989641"/>
                  <a:gd name="connsiteX5" fmla="*/ 927068 w 3946874"/>
                  <a:gd name="connsiteY5" fmla="*/ 3087434 h 3989641"/>
                  <a:gd name="connsiteX6" fmla="*/ 1176338 w 3946874"/>
                  <a:gd name="connsiteY6" fmla="*/ 2915603 h 3989641"/>
                  <a:gd name="connsiteX7" fmla="*/ 1394270 w 3946874"/>
                  <a:gd name="connsiteY7" fmla="*/ 2780729 h 3989641"/>
                  <a:gd name="connsiteX8" fmla="*/ 1601057 w 3946874"/>
                  <a:gd name="connsiteY8" fmla="*/ 2723483 h 3989641"/>
                  <a:gd name="connsiteX9" fmla="*/ 1756220 w 3946874"/>
                  <a:gd name="connsiteY9" fmla="*/ 2743772 h 3989641"/>
                  <a:gd name="connsiteX10" fmla="*/ 1889189 w 3946874"/>
                  <a:gd name="connsiteY10" fmla="*/ 2765965 h 3989641"/>
                  <a:gd name="connsiteX11" fmla="*/ 2007394 w 3946874"/>
                  <a:gd name="connsiteY11" fmla="*/ 2765965 h 3989641"/>
                  <a:gd name="connsiteX12" fmla="*/ 2184654 w 3946874"/>
                  <a:gd name="connsiteY12" fmla="*/ 2671763 h 3989641"/>
                  <a:gd name="connsiteX13" fmla="*/ 2372773 w 3946874"/>
                  <a:gd name="connsiteY13" fmla="*/ 2538984 h 3989641"/>
                  <a:gd name="connsiteX14" fmla="*/ 2439543 w 3946874"/>
                  <a:gd name="connsiteY14" fmla="*/ 2510504 h 3989641"/>
                  <a:gd name="connsiteX15" fmla="*/ 2650617 w 3946874"/>
                  <a:gd name="connsiteY15" fmla="*/ 2434781 h 3989641"/>
                  <a:gd name="connsiteX16" fmla="*/ 2785110 w 3946874"/>
                  <a:gd name="connsiteY16" fmla="*/ 2383060 h 3989641"/>
                  <a:gd name="connsiteX17" fmla="*/ 2897315 w 3946874"/>
                  <a:gd name="connsiteY17" fmla="*/ 2318861 h 3989641"/>
                  <a:gd name="connsiteX18" fmla="*/ 2997994 w 3946874"/>
                  <a:gd name="connsiteY18" fmla="*/ 2226183 h 3989641"/>
                  <a:gd name="connsiteX19" fmla="*/ 3061240 w 3946874"/>
                  <a:gd name="connsiteY19" fmla="*/ 2141506 h 3989641"/>
                  <a:gd name="connsiteX20" fmla="*/ 3152108 w 3946874"/>
                  <a:gd name="connsiteY20" fmla="*/ 2005203 h 3989641"/>
                  <a:gd name="connsiteX21" fmla="*/ 3274124 w 3946874"/>
                  <a:gd name="connsiteY21" fmla="*/ 1871567 h 3989641"/>
                  <a:gd name="connsiteX22" fmla="*/ 3388138 w 3946874"/>
                  <a:gd name="connsiteY22" fmla="*/ 1770888 h 3989641"/>
                  <a:gd name="connsiteX23" fmla="*/ 3466529 w 3946874"/>
                  <a:gd name="connsiteY23" fmla="*/ 1679162 h 3989641"/>
                  <a:gd name="connsiteX24" fmla="*/ 3538633 w 3946874"/>
                  <a:gd name="connsiteY24" fmla="*/ 1551718 h 3989641"/>
                  <a:gd name="connsiteX25" fmla="*/ 3588544 w 3946874"/>
                  <a:gd name="connsiteY25" fmla="*/ 1376172 h 3989641"/>
                  <a:gd name="connsiteX26" fmla="*/ 3597402 w 3946874"/>
                  <a:gd name="connsiteY26" fmla="*/ 1293305 h 3989641"/>
                  <a:gd name="connsiteX27" fmla="*/ 3721227 w 3946874"/>
                  <a:gd name="connsiteY27" fmla="*/ 880491 h 3989641"/>
                  <a:gd name="connsiteX28" fmla="*/ 3761137 w 3946874"/>
                  <a:gd name="connsiteY28" fmla="*/ 463677 h 3989641"/>
                  <a:gd name="connsiteX29" fmla="*/ 3946874 w 3946874"/>
                  <a:gd name="connsiteY29" fmla="*/ 0 h 398964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Lst>
                <a:rect l="l" t="t" r="r" b="b"/>
                <a:pathLst>
                  <a:path w="3946874" h="3989641">
                    <a:moveTo>
                      <a:pt x="0" y="3989641"/>
                    </a:moveTo>
                    <a:cubicBezTo>
                      <a:pt x="19050" y="3957257"/>
                      <a:pt x="50959" y="3916013"/>
                      <a:pt x="79439" y="3891153"/>
                    </a:cubicBezTo>
                    <a:cubicBezTo>
                      <a:pt x="165544" y="3815906"/>
                      <a:pt x="227933" y="3717989"/>
                      <a:pt x="297371" y="3626930"/>
                    </a:cubicBezTo>
                    <a:cubicBezTo>
                      <a:pt x="346615" y="3562255"/>
                      <a:pt x="398050" y="3499009"/>
                      <a:pt x="454343" y="3440335"/>
                    </a:cubicBezTo>
                    <a:cubicBezTo>
                      <a:pt x="506349" y="3386042"/>
                      <a:pt x="562642" y="3336227"/>
                      <a:pt x="622363" y="3290697"/>
                    </a:cubicBezTo>
                    <a:cubicBezTo>
                      <a:pt x="719519" y="3216688"/>
                      <a:pt x="824960" y="3154585"/>
                      <a:pt x="927068" y="3087434"/>
                    </a:cubicBezTo>
                    <a:cubicBezTo>
                      <a:pt x="1011365" y="3031998"/>
                      <a:pt x="1093565" y="2973324"/>
                      <a:pt x="1176338" y="2915603"/>
                    </a:cubicBezTo>
                    <a:cubicBezTo>
                      <a:pt x="1246537" y="2866644"/>
                      <a:pt x="1317308" y="2818066"/>
                      <a:pt x="1394270" y="2780729"/>
                    </a:cubicBezTo>
                    <a:cubicBezTo>
                      <a:pt x="1459421" y="2749106"/>
                      <a:pt x="1528763" y="2724436"/>
                      <a:pt x="1601057" y="2723483"/>
                    </a:cubicBezTo>
                    <a:cubicBezTo>
                      <a:pt x="1653350" y="2722721"/>
                      <a:pt x="1704785" y="2733485"/>
                      <a:pt x="1756220" y="2743772"/>
                    </a:cubicBezTo>
                    <a:cubicBezTo>
                      <a:pt x="1800320" y="2752630"/>
                      <a:pt x="1844612" y="2760250"/>
                      <a:pt x="1889189" y="2765965"/>
                    </a:cubicBezTo>
                    <a:cubicBezTo>
                      <a:pt x="1928622" y="2771013"/>
                      <a:pt x="1968437" y="2773299"/>
                      <a:pt x="2007394" y="2765965"/>
                    </a:cubicBezTo>
                    <a:cubicBezTo>
                      <a:pt x="2073878" y="2753487"/>
                      <a:pt x="2130647" y="2712911"/>
                      <a:pt x="2184654" y="2671763"/>
                    </a:cubicBezTo>
                    <a:cubicBezTo>
                      <a:pt x="2245900" y="2625090"/>
                      <a:pt x="2304002" y="2573465"/>
                      <a:pt x="2372773" y="2538984"/>
                    </a:cubicBezTo>
                    <a:cubicBezTo>
                      <a:pt x="2394395" y="2528126"/>
                      <a:pt x="2416874" y="2518982"/>
                      <a:pt x="2439543" y="2510504"/>
                    </a:cubicBezTo>
                    <a:cubicBezTo>
                      <a:pt x="2509552" y="2484215"/>
                      <a:pt x="2580037" y="2459450"/>
                      <a:pt x="2650617" y="2434781"/>
                    </a:cubicBezTo>
                    <a:cubicBezTo>
                      <a:pt x="2695956" y="2418874"/>
                      <a:pt x="2741295" y="2402872"/>
                      <a:pt x="2785110" y="2383060"/>
                    </a:cubicBezTo>
                    <a:cubicBezTo>
                      <a:pt x="2824448" y="2365248"/>
                      <a:pt x="2862358" y="2344198"/>
                      <a:pt x="2897315" y="2318861"/>
                    </a:cubicBezTo>
                    <a:cubicBezTo>
                      <a:pt x="2934367" y="2292096"/>
                      <a:pt x="2968085" y="2260854"/>
                      <a:pt x="2997994" y="2226183"/>
                    </a:cubicBezTo>
                    <a:cubicBezTo>
                      <a:pt x="3020949" y="2199513"/>
                      <a:pt x="3041714" y="2170938"/>
                      <a:pt x="3061240" y="2141506"/>
                    </a:cubicBezTo>
                    <a:cubicBezTo>
                      <a:pt x="3091529" y="2095976"/>
                      <a:pt x="3119533" y="2049018"/>
                      <a:pt x="3152108" y="2005203"/>
                    </a:cubicBezTo>
                    <a:cubicBezTo>
                      <a:pt x="3188113" y="1956626"/>
                      <a:pt x="3229261" y="1912144"/>
                      <a:pt x="3274124" y="1871567"/>
                    </a:cubicBezTo>
                    <a:cubicBezTo>
                      <a:pt x="3311747" y="1837563"/>
                      <a:pt x="3351848" y="1806321"/>
                      <a:pt x="3388138" y="1770888"/>
                    </a:cubicBezTo>
                    <a:cubicBezTo>
                      <a:pt x="3416999" y="1742694"/>
                      <a:pt x="3443002" y="1711833"/>
                      <a:pt x="3466529" y="1679162"/>
                    </a:cubicBezTo>
                    <a:cubicBezTo>
                      <a:pt x="3495008" y="1639348"/>
                      <a:pt x="3519392" y="1596771"/>
                      <a:pt x="3538633" y="1551718"/>
                    </a:cubicBezTo>
                    <a:cubicBezTo>
                      <a:pt x="3562731" y="1495616"/>
                      <a:pt x="3578924" y="1436465"/>
                      <a:pt x="3588544" y="1376172"/>
                    </a:cubicBezTo>
                    <a:cubicBezTo>
                      <a:pt x="3592925" y="1348740"/>
                      <a:pt x="3595688" y="1321022"/>
                      <a:pt x="3597402" y="1293305"/>
                    </a:cubicBezTo>
                    <a:cubicBezTo>
                      <a:pt x="3605974" y="1155859"/>
                      <a:pt x="3717703" y="1018127"/>
                      <a:pt x="3721227" y="880491"/>
                    </a:cubicBezTo>
                    <a:cubicBezTo>
                      <a:pt x="3724751" y="740855"/>
                      <a:pt x="3743135" y="602171"/>
                      <a:pt x="3761137" y="463677"/>
                    </a:cubicBezTo>
                    <a:cubicBezTo>
                      <a:pt x="3776186" y="347758"/>
                      <a:pt x="3934968" y="116205"/>
                      <a:pt x="3946874" y="0"/>
                    </a:cubicBezTo>
                  </a:path>
                </a:pathLst>
              </a:custGeom>
              <a:noFill/>
              <a:ln w="9525" cap="rnd">
                <a:solidFill>
                  <a:schemeClr val="accent2">
                    <a:alpha val="35000"/>
                  </a:schemeClr>
                </a:solidFill>
                <a:prstDash val="lgDash"/>
                <a:round/>
              </a:ln>
            </p:spPr>
            <p:txBody>
              <a:bodyPr rtlCol="0" anchor="ctr"/>
              <a:lstStyle/>
              <a:p>
                <a:endParaRPr lang="en-US"/>
              </a:p>
            </p:txBody>
          </p:sp>
          <p:sp>
            <p:nvSpPr>
              <p:cNvPr id="59" name="Freeform: Shape 58">
                <a:extLst>
                  <a:ext uri="{FF2B5EF4-FFF2-40B4-BE49-F238E27FC236}">
                    <a16:creationId xmlns:a16="http://schemas.microsoft.com/office/drawing/2014/main" id="{80E2DF20-A9FD-4B82-8673-1091B4C00862}"/>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4395978" y="2441733"/>
                <a:ext cx="3665410" cy="2985611"/>
              </a:xfrm>
              <a:custGeom>
                <a:avLst/>
                <a:gdLst>
                  <a:gd name="connsiteX0" fmla="*/ 0 w 3665410"/>
                  <a:gd name="connsiteY0" fmla="*/ 2985611 h 2985611"/>
                  <a:gd name="connsiteX1" fmla="*/ 166211 w 3665410"/>
                  <a:gd name="connsiteY1" fmla="*/ 2699766 h 2985611"/>
                  <a:gd name="connsiteX2" fmla="*/ 397002 w 3665410"/>
                  <a:gd name="connsiteY2" fmla="*/ 2414969 h 2985611"/>
                  <a:gd name="connsiteX3" fmla="*/ 620173 w 3665410"/>
                  <a:gd name="connsiteY3" fmla="*/ 2237899 h 2985611"/>
                  <a:gd name="connsiteX4" fmla="*/ 823341 w 3665410"/>
                  <a:gd name="connsiteY4" fmla="*/ 2085499 h 2985611"/>
                  <a:gd name="connsiteX5" fmla="*/ 1089565 w 3665410"/>
                  <a:gd name="connsiteY5" fmla="*/ 1911477 h 2985611"/>
                  <a:gd name="connsiteX6" fmla="*/ 1145000 w 3665410"/>
                  <a:gd name="connsiteY6" fmla="*/ 1886807 h 2985611"/>
                  <a:gd name="connsiteX7" fmla="*/ 1375791 w 3665410"/>
                  <a:gd name="connsiteY7" fmla="*/ 1842135 h 2985611"/>
                  <a:gd name="connsiteX8" fmla="*/ 1486567 w 3665410"/>
                  <a:gd name="connsiteY8" fmla="*/ 1857566 h 2985611"/>
                  <a:gd name="connsiteX9" fmla="*/ 1568101 w 3665410"/>
                  <a:gd name="connsiteY9" fmla="*/ 1871377 h 2985611"/>
                  <a:gd name="connsiteX10" fmla="*/ 1810607 w 3665410"/>
                  <a:gd name="connsiteY10" fmla="*/ 1871377 h 2985611"/>
                  <a:gd name="connsiteX11" fmla="*/ 1997964 w 3665410"/>
                  <a:gd name="connsiteY11" fmla="*/ 1790605 h 2985611"/>
                  <a:gd name="connsiteX12" fmla="*/ 2109883 w 3665410"/>
                  <a:gd name="connsiteY12" fmla="*/ 1702784 h 2985611"/>
                  <a:gd name="connsiteX13" fmla="*/ 2321433 w 3665410"/>
                  <a:gd name="connsiteY13" fmla="*/ 1552384 h 2985611"/>
                  <a:gd name="connsiteX14" fmla="*/ 2558891 w 3665410"/>
                  <a:gd name="connsiteY14" fmla="*/ 1453420 h 2985611"/>
                  <a:gd name="connsiteX15" fmla="*/ 2709767 w 3665410"/>
                  <a:gd name="connsiteY15" fmla="*/ 1377887 h 2985611"/>
                  <a:gd name="connsiteX16" fmla="*/ 2885408 w 3665410"/>
                  <a:gd name="connsiteY16" fmla="*/ 1237393 h 2985611"/>
                  <a:gd name="connsiteX17" fmla="*/ 3017711 w 3665410"/>
                  <a:gd name="connsiteY17" fmla="*/ 1072229 h 2985611"/>
                  <a:gd name="connsiteX18" fmla="*/ 3150680 w 3665410"/>
                  <a:gd name="connsiteY18" fmla="*/ 921830 h 2985611"/>
                  <a:gd name="connsiteX19" fmla="*/ 3255169 w 3665410"/>
                  <a:gd name="connsiteY19" fmla="*/ 801815 h 2985611"/>
                  <a:gd name="connsiteX20" fmla="*/ 3339275 w 3665410"/>
                  <a:gd name="connsiteY20" fmla="*/ 694182 h 2985611"/>
                  <a:gd name="connsiteX21" fmla="*/ 3409188 w 3665410"/>
                  <a:gd name="connsiteY21" fmla="*/ 546926 h 2985611"/>
                  <a:gd name="connsiteX22" fmla="*/ 3464243 w 3665410"/>
                  <a:gd name="connsiteY22" fmla="*/ 347663 h 2985611"/>
                  <a:gd name="connsiteX23" fmla="*/ 3665411 w 3665410"/>
                  <a:gd name="connsiteY23" fmla="*/ 0 h 298561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Lst>
                <a:rect l="l" t="t" r="r" b="b"/>
                <a:pathLst>
                  <a:path w="3665410" h="2985611">
                    <a:moveTo>
                      <a:pt x="0" y="2985611"/>
                    </a:moveTo>
                    <a:cubicBezTo>
                      <a:pt x="0" y="2985611"/>
                      <a:pt x="86773" y="2802827"/>
                      <a:pt x="166211" y="2699766"/>
                    </a:cubicBezTo>
                    <a:cubicBezTo>
                      <a:pt x="240983" y="2602706"/>
                      <a:pt x="309182" y="2500122"/>
                      <a:pt x="397002" y="2414969"/>
                    </a:cubicBezTo>
                    <a:cubicBezTo>
                      <a:pt x="465296" y="2348865"/>
                      <a:pt x="543592" y="2294477"/>
                      <a:pt x="620173" y="2237899"/>
                    </a:cubicBezTo>
                    <a:cubicBezTo>
                      <a:pt x="688277" y="2187607"/>
                      <a:pt x="755333" y="2135886"/>
                      <a:pt x="823341" y="2085499"/>
                    </a:cubicBezTo>
                    <a:cubicBezTo>
                      <a:pt x="908685" y="2022253"/>
                      <a:pt x="994791" y="1959197"/>
                      <a:pt x="1089565" y="1911477"/>
                    </a:cubicBezTo>
                    <a:cubicBezTo>
                      <a:pt x="1107662" y="1902428"/>
                      <a:pt x="1126141" y="1894141"/>
                      <a:pt x="1145000" y="1886807"/>
                    </a:cubicBezTo>
                    <a:cubicBezTo>
                      <a:pt x="1218819" y="1858232"/>
                      <a:pt x="1296924" y="1838611"/>
                      <a:pt x="1375791" y="1842135"/>
                    </a:cubicBezTo>
                    <a:cubicBezTo>
                      <a:pt x="1413129" y="1843754"/>
                      <a:pt x="1449896" y="1850422"/>
                      <a:pt x="1486567" y="1857566"/>
                    </a:cubicBezTo>
                    <a:cubicBezTo>
                      <a:pt x="1513618" y="1862804"/>
                      <a:pt x="1540859" y="1867376"/>
                      <a:pt x="1568101" y="1871377"/>
                    </a:cubicBezTo>
                    <a:cubicBezTo>
                      <a:pt x="1648778" y="1883188"/>
                      <a:pt x="1730978" y="1887665"/>
                      <a:pt x="1810607" y="1871377"/>
                    </a:cubicBezTo>
                    <a:cubicBezTo>
                      <a:pt x="1877854" y="1857661"/>
                      <a:pt x="1941100" y="1829086"/>
                      <a:pt x="1997964" y="1790605"/>
                    </a:cubicBezTo>
                    <a:cubicBezTo>
                      <a:pt x="2037302" y="1764030"/>
                      <a:pt x="2073497" y="1733264"/>
                      <a:pt x="2109883" y="1702784"/>
                    </a:cubicBezTo>
                    <a:cubicBezTo>
                      <a:pt x="2176367" y="1647063"/>
                      <a:pt x="2244852" y="1593151"/>
                      <a:pt x="2321433" y="1552384"/>
                    </a:cubicBezTo>
                    <a:cubicBezTo>
                      <a:pt x="2397157" y="1512094"/>
                      <a:pt x="2479548" y="1486281"/>
                      <a:pt x="2558891" y="1453420"/>
                    </a:cubicBezTo>
                    <a:cubicBezTo>
                      <a:pt x="2610898" y="1431798"/>
                      <a:pt x="2661571" y="1407033"/>
                      <a:pt x="2709767" y="1377887"/>
                    </a:cubicBezTo>
                    <a:cubicBezTo>
                      <a:pt x="2774252" y="1338929"/>
                      <a:pt x="2834069" y="1292447"/>
                      <a:pt x="2885408" y="1237393"/>
                    </a:cubicBezTo>
                    <a:cubicBezTo>
                      <a:pt x="2933605" y="1185767"/>
                      <a:pt x="2973324" y="1127093"/>
                      <a:pt x="3017711" y="1072229"/>
                    </a:cubicBezTo>
                    <a:cubicBezTo>
                      <a:pt x="3059811" y="1020223"/>
                      <a:pt x="3105912" y="971645"/>
                      <a:pt x="3150680" y="921830"/>
                    </a:cubicBezTo>
                    <a:cubicBezTo>
                      <a:pt x="3186113" y="882396"/>
                      <a:pt x="3220593" y="842010"/>
                      <a:pt x="3255169" y="801815"/>
                    </a:cubicBezTo>
                    <a:cubicBezTo>
                      <a:pt x="3284887" y="767239"/>
                      <a:pt x="3314605" y="732473"/>
                      <a:pt x="3339275" y="694182"/>
                    </a:cubicBezTo>
                    <a:cubicBezTo>
                      <a:pt x="3368707" y="648367"/>
                      <a:pt x="3390138" y="597980"/>
                      <a:pt x="3409188" y="546926"/>
                    </a:cubicBezTo>
                    <a:cubicBezTo>
                      <a:pt x="3433382" y="482156"/>
                      <a:pt x="3453384" y="415861"/>
                      <a:pt x="3464243" y="347663"/>
                    </a:cubicBezTo>
                    <a:cubicBezTo>
                      <a:pt x="3476244" y="272224"/>
                      <a:pt x="3661696" y="76295"/>
                      <a:pt x="3665411" y="0"/>
                    </a:cubicBezTo>
                  </a:path>
                </a:pathLst>
              </a:custGeom>
              <a:noFill/>
              <a:ln w="9525" cap="rnd">
                <a:solidFill>
                  <a:schemeClr val="accent2">
                    <a:alpha val="35000"/>
                  </a:schemeClr>
                </a:solidFill>
                <a:prstDash val="lgDash"/>
                <a:round/>
              </a:ln>
            </p:spPr>
            <p:txBody>
              <a:bodyPr rtlCol="0" anchor="ctr"/>
              <a:lstStyle/>
              <a:p>
                <a:endParaRPr lang="en-US"/>
              </a:p>
            </p:txBody>
          </p:sp>
          <p:sp>
            <p:nvSpPr>
              <p:cNvPr id="60" name="Freeform: Shape 59">
                <a:extLst>
                  <a:ext uri="{FF2B5EF4-FFF2-40B4-BE49-F238E27FC236}">
                    <a16:creationId xmlns:a16="http://schemas.microsoft.com/office/drawing/2014/main" id="{2425BAEB-7B00-4394-8302-CF2DEA74403F}"/>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7790402" y="5229700"/>
                <a:ext cx="285940" cy="199072"/>
              </a:xfrm>
              <a:custGeom>
                <a:avLst/>
                <a:gdLst>
                  <a:gd name="connsiteX0" fmla="*/ 0 w 285940"/>
                  <a:gd name="connsiteY0" fmla="*/ 199073 h 199072"/>
                  <a:gd name="connsiteX1" fmla="*/ 285940 w 285940"/>
                  <a:gd name="connsiteY1" fmla="*/ 0 h 199072"/>
                </a:gdLst>
                <a:ahLst/>
                <a:cxnLst>
                  <a:cxn ang="0">
                    <a:pos x="connsiteX0" y="connsiteY0"/>
                  </a:cxn>
                  <a:cxn ang="0">
                    <a:pos x="connsiteX1" y="connsiteY1"/>
                  </a:cxn>
                </a:cxnLst>
                <a:rect l="l" t="t" r="r" b="b"/>
                <a:pathLst>
                  <a:path w="285940" h="199072">
                    <a:moveTo>
                      <a:pt x="0" y="199073"/>
                    </a:moveTo>
                    <a:cubicBezTo>
                      <a:pt x="0" y="199073"/>
                      <a:pt x="242125" y="39243"/>
                      <a:pt x="285940" y="0"/>
                    </a:cubicBezTo>
                  </a:path>
                </a:pathLst>
              </a:custGeom>
              <a:noFill/>
              <a:ln w="9525" cap="rnd">
                <a:solidFill>
                  <a:schemeClr val="accent2">
                    <a:alpha val="35000"/>
                  </a:schemeClr>
                </a:solidFill>
                <a:prstDash val="lgDash"/>
                <a:round/>
              </a:ln>
            </p:spPr>
            <p:txBody>
              <a:bodyPr rtlCol="0" anchor="ctr"/>
              <a:lstStyle/>
              <a:p>
                <a:endParaRPr lang="en-US"/>
              </a:p>
            </p:txBody>
          </p:sp>
          <p:sp>
            <p:nvSpPr>
              <p:cNvPr id="61" name="Freeform: Shape 60">
                <a:extLst>
                  <a:ext uri="{FF2B5EF4-FFF2-40B4-BE49-F238E27FC236}">
                    <a16:creationId xmlns:a16="http://schemas.microsoft.com/office/drawing/2014/main" id="{4917EE8E-E8BC-42F3-BEE3-2F84E8F64D01}"/>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7393114" y="5049773"/>
                <a:ext cx="655796" cy="381190"/>
              </a:xfrm>
              <a:custGeom>
                <a:avLst/>
                <a:gdLst>
                  <a:gd name="connsiteX0" fmla="*/ 0 w 655796"/>
                  <a:gd name="connsiteY0" fmla="*/ 381190 h 381190"/>
                  <a:gd name="connsiteX1" fmla="*/ 655796 w 655796"/>
                  <a:gd name="connsiteY1" fmla="*/ 0 h 381190"/>
                </a:gdLst>
                <a:ahLst/>
                <a:cxnLst>
                  <a:cxn ang="0">
                    <a:pos x="connsiteX0" y="connsiteY0"/>
                  </a:cxn>
                  <a:cxn ang="0">
                    <a:pos x="connsiteX1" y="connsiteY1"/>
                  </a:cxn>
                </a:cxnLst>
                <a:rect l="l" t="t" r="r" b="b"/>
                <a:pathLst>
                  <a:path w="655796" h="381190">
                    <a:moveTo>
                      <a:pt x="0" y="381190"/>
                    </a:moveTo>
                    <a:cubicBezTo>
                      <a:pt x="0" y="381190"/>
                      <a:pt x="461105" y="172117"/>
                      <a:pt x="655796" y="0"/>
                    </a:cubicBezTo>
                  </a:path>
                </a:pathLst>
              </a:custGeom>
              <a:noFill/>
              <a:ln w="9525" cap="rnd">
                <a:solidFill>
                  <a:schemeClr val="accent2">
                    <a:alpha val="35000"/>
                  </a:schemeClr>
                </a:solidFill>
                <a:prstDash val="lgDash"/>
                <a:round/>
              </a:ln>
            </p:spPr>
            <p:txBody>
              <a:bodyPr rtlCol="0" anchor="ctr"/>
              <a:lstStyle/>
              <a:p>
                <a:endParaRPr lang="en-US"/>
              </a:p>
            </p:txBody>
          </p:sp>
          <p:sp>
            <p:nvSpPr>
              <p:cNvPr id="62" name="Freeform: Shape 61">
                <a:extLst>
                  <a:ext uri="{FF2B5EF4-FFF2-40B4-BE49-F238E27FC236}">
                    <a16:creationId xmlns:a16="http://schemas.microsoft.com/office/drawing/2014/main" id="{B8647303-59FF-4A2B-8D6D-FB229E6590A8}"/>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154072" y="3867816"/>
                <a:ext cx="2907315" cy="1544764"/>
              </a:xfrm>
              <a:custGeom>
                <a:avLst/>
                <a:gdLst>
                  <a:gd name="connsiteX0" fmla="*/ 0 w 2907315"/>
                  <a:gd name="connsiteY0" fmla="*/ 1544764 h 1544764"/>
                  <a:gd name="connsiteX1" fmla="*/ 201644 w 2907315"/>
                  <a:gd name="connsiteY1" fmla="*/ 1352550 h 1544764"/>
                  <a:gd name="connsiteX2" fmla="*/ 423196 w 2907315"/>
                  <a:gd name="connsiteY2" fmla="*/ 1196054 h 1544764"/>
                  <a:gd name="connsiteX3" fmla="*/ 782193 w 2907315"/>
                  <a:gd name="connsiteY3" fmla="*/ 1099947 h 1544764"/>
                  <a:gd name="connsiteX4" fmla="*/ 1052513 w 2907315"/>
                  <a:gd name="connsiteY4" fmla="*/ 1042321 h 1544764"/>
                  <a:gd name="connsiteX5" fmla="*/ 1311783 w 2907315"/>
                  <a:gd name="connsiteY5" fmla="*/ 1056037 h 1544764"/>
                  <a:gd name="connsiteX6" fmla="*/ 1484662 w 2907315"/>
                  <a:gd name="connsiteY6" fmla="*/ 1083469 h 1544764"/>
                  <a:gd name="connsiteX7" fmla="*/ 1788224 w 2907315"/>
                  <a:gd name="connsiteY7" fmla="*/ 1023080 h 1544764"/>
                  <a:gd name="connsiteX8" fmla="*/ 2269045 w 2907315"/>
                  <a:gd name="connsiteY8" fmla="*/ 734758 h 1544764"/>
                  <a:gd name="connsiteX9" fmla="*/ 2534984 w 2907315"/>
                  <a:gd name="connsiteY9" fmla="*/ 572738 h 1544764"/>
                  <a:gd name="connsiteX10" fmla="*/ 2907316 w 2907315"/>
                  <a:gd name="connsiteY10" fmla="*/ 0 h 154476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2907315" h="1544764">
                    <a:moveTo>
                      <a:pt x="0" y="1544764"/>
                    </a:moveTo>
                    <a:cubicBezTo>
                      <a:pt x="0" y="1544764"/>
                      <a:pt x="98012" y="1443990"/>
                      <a:pt x="201644" y="1352550"/>
                    </a:cubicBezTo>
                    <a:cubicBezTo>
                      <a:pt x="271272" y="1291209"/>
                      <a:pt x="343662" y="1234249"/>
                      <a:pt x="423196" y="1196054"/>
                    </a:cubicBezTo>
                    <a:cubicBezTo>
                      <a:pt x="537591" y="1141095"/>
                      <a:pt x="661226" y="1127189"/>
                      <a:pt x="782193" y="1099947"/>
                    </a:cubicBezTo>
                    <a:cubicBezTo>
                      <a:pt x="872300" y="1079659"/>
                      <a:pt x="961358" y="1051370"/>
                      <a:pt x="1052513" y="1042321"/>
                    </a:cubicBezTo>
                    <a:cubicBezTo>
                      <a:pt x="1139000" y="1033653"/>
                      <a:pt x="1225868" y="1040321"/>
                      <a:pt x="1311783" y="1056037"/>
                    </a:cubicBezTo>
                    <a:cubicBezTo>
                      <a:pt x="1369314" y="1066609"/>
                      <a:pt x="1426559" y="1079373"/>
                      <a:pt x="1484662" y="1083469"/>
                    </a:cubicBezTo>
                    <a:cubicBezTo>
                      <a:pt x="1587913" y="1090803"/>
                      <a:pt x="1690402" y="1064800"/>
                      <a:pt x="1788224" y="1023080"/>
                    </a:cubicBezTo>
                    <a:cubicBezTo>
                      <a:pt x="1956721" y="951262"/>
                      <a:pt x="2106549" y="825722"/>
                      <a:pt x="2269045" y="734758"/>
                    </a:cubicBezTo>
                    <a:cubicBezTo>
                      <a:pt x="2359438" y="684181"/>
                      <a:pt x="2452497" y="640556"/>
                      <a:pt x="2534984" y="572738"/>
                    </a:cubicBezTo>
                    <a:cubicBezTo>
                      <a:pt x="2673001" y="459391"/>
                      <a:pt x="2847023" y="191453"/>
                      <a:pt x="2907316" y="0"/>
                    </a:cubicBezTo>
                  </a:path>
                </a:pathLst>
              </a:custGeom>
              <a:noFill/>
              <a:ln w="9525" cap="rnd">
                <a:solidFill>
                  <a:schemeClr val="accent2">
                    <a:alpha val="35000"/>
                  </a:schemeClr>
                </a:solidFill>
                <a:prstDash val="lgDash"/>
                <a:round/>
              </a:ln>
            </p:spPr>
            <p:txBody>
              <a:bodyPr rtlCol="0" anchor="ctr"/>
              <a:lstStyle/>
              <a:p>
                <a:endParaRPr lang="en-US"/>
              </a:p>
            </p:txBody>
          </p:sp>
          <p:sp>
            <p:nvSpPr>
              <p:cNvPr id="63" name="Freeform: Shape 62">
                <a:extLst>
                  <a:ext uri="{FF2B5EF4-FFF2-40B4-BE49-F238E27FC236}">
                    <a16:creationId xmlns:a16="http://schemas.microsoft.com/office/drawing/2014/main" id="{7BD597AB-C6D9-437D-BBFE-8007D4ED0FEE}"/>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4907946" y="3479100"/>
                <a:ext cx="3168300" cy="1952434"/>
              </a:xfrm>
              <a:custGeom>
                <a:avLst/>
                <a:gdLst>
                  <a:gd name="connsiteX0" fmla="*/ 0 w 3168300"/>
                  <a:gd name="connsiteY0" fmla="*/ 1952435 h 1952434"/>
                  <a:gd name="connsiteX1" fmla="*/ 202121 w 3168300"/>
                  <a:gd name="connsiteY1" fmla="*/ 1687068 h 1952434"/>
                  <a:gd name="connsiteX2" fmla="*/ 545116 w 3168300"/>
                  <a:gd name="connsiteY2" fmla="*/ 1450277 h 1952434"/>
                  <a:gd name="connsiteX3" fmla="*/ 906780 w 3168300"/>
                  <a:gd name="connsiteY3" fmla="*/ 1354455 h 1952434"/>
                  <a:gd name="connsiteX4" fmla="*/ 1332262 w 3168300"/>
                  <a:gd name="connsiteY4" fmla="*/ 1285304 h 1952434"/>
                  <a:gd name="connsiteX5" fmla="*/ 1691259 w 3168300"/>
                  <a:gd name="connsiteY5" fmla="*/ 1240060 h 1952434"/>
                  <a:gd name="connsiteX6" fmla="*/ 2010346 w 3168300"/>
                  <a:gd name="connsiteY6" fmla="*/ 1141667 h 1952434"/>
                  <a:gd name="connsiteX7" fmla="*/ 2393252 w 3168300"/>
                  <a:gd name="connsiteY7" fmla="*/ 1027271 h 1952434"/>
                  <a:gd name="connsiteX8" fmla="*/ 2582037 w 3168300"/>
                  <a:gd name="connsiteY8" fmla="*/ 958120 h 1952434"/>
                  <a:gd name="connsiteX9" fmla="*/ 2760155 w 3168300"/>
                  <a:gd name="connsiteY9" fmla="*/ 827723 h 1952434"/>
                  <a:gd name="connsiteX10" fmla="*/ 2914364 w 3168300"/>
                  <a:gd name="connsiteY10" fmla="*/ 567023 h 1952434"/>
                  <a:gd name="connsiteX11" fmla="*/ 3168301 w 3168300"/>
                  <a:gd name="connsiteY11" fmla="*/ 0 h 195243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3168300" h="1952434">
                    <a:moveTo>
                      <a:pt x="0" y="1952435"/>
                    </a:moveTo>
                    <a:cubicBezTo>
                      <a:pt x="0" y="1952435"/>
                      <a:pt x="91059" y="1796415"/>
                      <a:pt x="202121" y="1687068"/>
                    </a:cubicBezTo>
                    <a:cubicBezTo>
                      <a:pt x="301943" y="1588675"/>
                      <a:pt x="416528" y="1505617"/>
                      <a:pt x="545116" y="1450277"/>
                    </a:cubicBezTo>
                    <a:cubicBezTo>
                      <a:pt x="659987" y="1400747"/>
                      <a:pt x="783622" y="1377601"/>
                      <a:pt x="906780" y="1354455"/>
                    </a:cubicBezTo>
                    <a:cubicBezTo>
                      <a:pt x="1048036" y="1327976"/>
                      <a:pt x="1189482" y="1301972"/>
                      <a:pt x="1332262" y="1285304"/>
                    </a:cubicBezTo>
                    <a:cubicBezTo>
                      <a:pt x="1452182" y="1271302"/>
                      <a:pt x="1573340" y="1265873"/>
                      <a:pt x="1691259" y="1240060"/>
                    </a:cubicBezTo>
                    <a:cubicBezTo>
                      <a:pt x="1800035" y="1216247"/>
                      <a:pt x="1904619" y="1176718"/>
                      <a:pt x="2010346" y="1141667"/>
                    </a:cubicBezTo>
                    <a:cubicBezTo>
                      <a:pt x="2136743" y="1099661"/>
                      <a:pt x="2265902" y="1066229"/>
                      <a:pt x="2393252" y="1027271"/>
                    </a:cubicBezTo>
                    <a:cubicBezTo>
                      <a:pt x="2457450" y="1007650"/>
                      <a:pt x="2521744" y="987552"/>
                      <a:pt x="2582037" y="958120"/>
                    </a:cubicBezTo>
                    <a:cubicBezTo>
                      <a:pt x="2648807" y="925449"/>
                      <a:pt x="2710815" y="883349"/>
                      <a:pt x="2760155" y="827723"/>
                    </a:cubicBezTo>
                    <a:cubicBezTo>
                      <a:pt x="2827496" y="751904"/>
                      <a:pt x="2867978" y="657511"/>
                      <a:pt x="2914364" y="567023"/>
                    </a:cubicBezTo>
                    <a:cubicBezTo>
                      <a:pt x="2972753" y="453200"/>
                      <a:pt x="3119152" y="118015"/>
                      <a:pt x="3168301" y="0"/>
                    </a:cubicBezTo>
                  </a:path>
                </a:pathLst>
              </a:custGeom>
              <a:noFill/>
              <a:ln w="9525" cap="rnd">
                <a:solidFill>
                  <a:schemeClr val="accent2">
                    <a:alpha val="35000"/>
                  </a:schemeClr>
                </a:solidFill>
                <a:prstDash val="lgDash"/>
                <a:round/>
              </a:ln>
            </p:spPr>
            <p:txBody>
              <a:bodyPr rtlCol="0" anchor="ctr"/>
              <a:lstStyle/>
              <a:p>
                <a:endParaRPr lang="en-US"/>
              </a:p>
            </p:txBody>
          </p:sp>
          <p:sp>
            <p:nvSpPr>
              <p:cNvPr id="64" name="Freeform: Shape 63">
                <a:extLst>
                  <a:ext uri="{FF2B5EF4-FFF2-40B4-BE49-F238E27FC236}">
                    <a16:creationId xmlns:a16="http://schemas.microsoft.com/office/drawing/2014/main" id="{4FA09AC9-DA2A-4216-BBFD-96E701FB85D9}"/>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4704778" y="2976752"/>
                <a:ext cx="3356800" cy="2452020"/>
              </a:xfrm>
              <a:custGeom>
                <a:avLst/>
                <a:gdLst>
                  <a:gd name="connsiteX0" fmla="*/ 0 w 3356800"/>
                  <a:gd name="connsiteY0" fmla="*/ 2452021 h 2452020"/>
                  <a:gd name="connsiteX1" fmla="*/ 130874 w 3356800"/>
                  <a:gd name="connsiteY1" fmla="*/ 2247710 h 2452020"/>
                  <a:gd name="connsiteX2" fmla="*/ 437197 w 3356800"/>
                  <a:gd name="connsiteY2" fmla="*/ 1941195 h 2452020"/>
                  <a:gd name="connsiteX3" fmla="*/ 737140 w 3356800"/>
                  <a:gd name="connsiteY3" fmla="*/ 1736884 h 2452020"/>
                  <a:gd name="connsiteX4" fmla="*/ 1031843 w 3356800"/>
                  <a:gd name="connsiteY4" fmla="*/ 1685068 h 2452020"/>
                  <a:gd name="connsiteX5" fmla="*/ 1287304 w 3356800"/>
                  <a:gd name="connsiteY5" fmla="*/ 1655826 h 2452020"/>
                  <a:gd name="connsiteX6" fmla="*/ 1471994 w 3356800"/>
                  <a:gd name="connsiteY6" fmla="*/ 1634300 h 2452020"/>
                  <a:gd name="connsiteX7" fmla="*/ 1898237 w 3356800"/>
                  <a:gd name="connsiteY7" fmla="*/ 1512665 h 2452020"/>
                  <a:gd name="connsiteX8" fmla="*/ 2229136 w 3356800"/>
                  <a:gd name="connsiteY8" fmla="*/ 1355598 h 2452020"/>
                  <a:gd name="connsiteX9" fmla="*/ 2512314 w 3356800"/>
                  <a:gd name="connsiteY9" fmla="*/ 1238631 h 2452020"/>
                  <a:gd name="connsiteX10" fmla="*/ 2758535 w 3356800"/>
                  <a:gd name="connsiteY10" fmla="*/ 1096994 h 2452020"/>
                  <a:gd name="connsiteX11" fmla="*/ 2935510 w 3356800"/>
                  <a:gd name="connsiteY11" fmla="*/ 919925 h 2452020"/>
                  <a:gd name="connsiteX12" fmla="*/ 3081719 w 3356800"/>
                  <a:gd name="connsiteY12" fmla="*/ 687419 h 2452020"/>
                  <a:gd name="connsiteX13" fmla="*/ 3356800 w 3356800"/>
                  <a:gd name="connsiteY13" fmla="*/ 0 h 245202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Lst>
                <a:rect l="l" t="t" r="r" b="b"/>
                <a:pathLst>
                  <a:path w="3356800" h="2452020">
                    <a:moveTo>
                      <a:pt x="0" y="2452021"/>
                    </a:moveTo>
                    <a:cubicBezTo>
                      <a:pt x="0" y="2452021"/>
                      <a:pt x="57150" y="2344198"/>
                      <a:pt x="130874" y="2247710"/>
                    </a:cubicBezTo>
                    <a:cubicBezTo>
                      <a:pt x="218694" y="2132648"/>
                      <a:pt x="328136" y="2036635"/>
                      <a:pt x="437197" y="1941195"/>
                    </a:cubicBezTo>
                    <a:cubicBezTo>
                      <a:pt x="529304" y="1860709"/>
                      <a:pt x="623030" y="1779556"/>
                      <a:pt x="737140" y="1736884"/>
                    </a:cubicBezTo>
                    <a:cubicBezTo>
                      <a:pt x="830866" y="1701736"/>
                      <a:pt x="932021" y="1695450"/>
                      <a:pt x="1031843" y="1685068"/>
                    </a:cubicBezTo>
                    <a:cubicBezTo>
                      <a:pt x="1117092" y="1676210"/>
                      <a:pt x="1202055" y="1665160"/>
                      <a:pt x="1287304" y="1655826"/>
                    </a:cubicBezTo>
                    <a:cubicBezTo>
                      <a:pt x="1348931" y="1649063"/>
                      <a:pt x="1410653" y="1643539"/>
                      <a:pt x="1471994" y="1634300"/>
                    </a:cubicBezTo>
                    <a:cubicBezTo>
                      <a:pt x="1618679" y="1612011"/>
                      <a:pt x="1761935" y="1571149"/>
                      <a:pt x="1898237" y="1512665"/>
                    </a:cubicBezTo>
                    <a:cubicBezTo>
                      <a:pt x="2010442" y="1464564"/>
                      <a:pt x="2117503" y="1405128"/>
                      <a:pt x="2229136" y="1355598"/>
                    </a:cubicBezTo>
                    <a:cubicBezTo>
                      <a:pt x="2322481" y="1314164"/>
                      <a:pt x="2418969" y="1280160"/>
                      <a:pt x="2512314" y="1238631"/>
                    </a:cubicBezTo>
                    <a:cubicBezTo>
                      <a:pt x="2599087" y="1199960"/>
                      <a:pt x="2683193" y="1154811"/>
                      <a:pt x="2758535" y="1096994"/>
                    </a:cubicBezTo>
                    <a:cubicBezTo>
                      <a:pt x="2825020" y="1046035"/>
                      <a:pt x="2883789" y="985837"/>
                      <a:pt x="2935510" y="919925"/>
                    </a:cubicBezTo>
                    <a:cubicBezTo>
                      <a:pt x="2992184" y="847725"/>
                      <a:pt x="3039904" y="769144"/>
                      <a:pt x="3081719" y="687419"/>
                    </a:cubicBezTo>
                    <a:cubicBezTo>
                      <a:pt x="3138297" y="576739"/>
                      <a:pt x="3314129" y="116776"/>
                      <a:pt x="3356800" y="0"/>
                    </a:cubicBezTo>
                  </a:path>
                </a:pathLst>
              </a:custGeom>
              <a:noFill/>
              <a:ln w="9525" cap="rnd">
                <a:solidFill>
                  <a:schemeClr val="accent2">
                    <a:alpha val="35000"/>
                  </a:schemeClr>
                </a:solidFill>
                <a:prstDash val="lgDash"/>
                <a:round/>
              </a:ln>
            </p:spPr>
            <p:txBody>
              <a:bodyPr rtlCol="0" anchor="ctr"/>
              <a:lstStyle/>
              <a:p>
                <a:endParaRPr lang="en-US"/>
              </a:p>
            </p:txBody>
          </p:sp>
        </p:grpSp>
        <p:sp>
          <p:nvSpPr>
            <p:cNvPr id="57" name="Freeform: Shape 56">
              <a:extLst>
                <a:ext uri="{FF2B5EF4-FFF2-40B4-BE49-F238E27FC236}">
                  <a16:creationId xmlns:a16="http://schemas.microsoft.com/office/drawing/2014/main" id="{A8AD4A98-C6D7-49C8-A31E-29C6DB7C067D}"/>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7980400" y="5197178"/>
              <a:ext cx="4211600" cy="1660822"/>
            </a:xfrm>
            <a:custGeom>
              <a:avLst/>
              <a:gdLst>
                <a:gd name="connsiteX0" fmla="*/ 4211600 w 4211600"/>
                <a:gd name="connsiteY0" fmla="*/ 0 h 1660822"/>
                <a:gd name="connsiteX1" fmla="*/ 4211600 w 4211600"/>
                <a:gd name="connsiteY1" fmla="*/ 58430 h 1660822"/>
                <a:gd name="connsiteX2" fmla="*/ 4136524 w 4211600"/>
                <a:gd name="connsiteY2" fmla="*/ 208808 h 1660822"/>
                <a:gd name="connsiteX3" fmla="*/ 3973354 w 4211600"/>
                <a:gd name="connsiteY3" fmla="*/ 437313 h 1660822"/>
                <a:gd name="connsiteX4" fmla="*/ 3884746 w 4211600"/>
                <a:gd name="connsiteY4" fmla="*/ 553613 h 1660822"/>
                <a:gd name="connsiteX5" fmla="*/ 3849435 w 4211600"/>
                <a:gd name="connsiteY5" fmla="*/ 603143 h 1660822"/>
                <a:gd name="connsiteX6" fmla="*/ 3661849 w 4211600"/>
                <a:gd name="connsiteY6" fmla="*/ 819075 h 1660822"/>
                <a:gd name="connsiteX7" fmla="*/ 3402589 w 4211600"/>
                <a:gd name="connsiteY7" fmla="*/ 952996 h 1660822"/>
                <a:gd name="connsiteX8" fmla="*/ 3130202 w 4211600"/>
                <a:gd name="connsiteY8" fmla="*/ 1023386 h 1660822"/>
                <a:gd name="connsiteX9" fmla="*/ 2914657 w 4211600"/>
                <a:gd name="connsiteY9" fmla="*/ 1068058 h 1660822"/>
                <a:gd name="connsiteX10" fmla="*/ 2582149 w 4211600"/>
                <a:gd name="connsiteY10" fmla="*/ 1138924 h 1660822"/>
                <a:gd name="connsiteX11" fmla="*/ 2483958 w 4211600"/>
                <a:gd name="connsiteY11" fmla="*/ 1162356 h 1660822"/>
                <a:gd name="connsiteX12" fmla="*/ 2123750 w 4211600"/>
                <a:gd name="connsiteY12" fmla="*/ 1238651 h 1660822"/>
                <a:gd name="connsiteX13" fmla="*/ 1761444 w 4211600"/>
                <a:gd name="connsiteY13" fmla="*/ 1273417 h 1660822"/>
                <a:gd name="connsiteX14" fmla="*/ 1608382 w 4211600"/>
                <a:gd name="connsiteY14" fmla="*/ 1284466 h 1660822"/>
                <a:gd name="connsiteX15" fmla="*/ 999942 w 4211600"/>
                <a:gd name="connsiteY15" fmla="*/ 1354284 h 1660822"/>
                <a:gd name="connsiteX16" fmla="*/ 484705 w 4211600"/>
                <a:gd name="connsiteY16" fmla="*/ 1450487 h 1660822"/>
                <a:gd name="connsiteX17" fmla="*/ 113310 w 4211600"/>
                <a:gd name="connsiteY17" fmla="*/ 1613700 h 1660822"/>
                <a:gd name="connsiteX18" fmla="*/ 39668 w 4211600"/>
                <a:gd name="connsiteY18" fmla="*/ 1660822 h 1660822"/>
                <a:gd name="connsiteX19" fmla="*/ 0 w 4211600"/>
                <a:gd name="connsiteY19" fmla="*/ 1660822 h 1660822"/>
                <a:gd name="connsiteX20" fmla="*/ 96701 w 4211600"/>
                <a:gd name="connsiteY20" fmla="*/ 1598934 h 1660822"/>
                <a:gd name="connsiteX21" fmla="*/ 474335 w 4211600"/>
                <a:gd name="connsiteY21" fmla="*/ 1433056 h 1660822"/>
                <a:gd name="connsiteX22" fmla="*/ 994299 w 4211600"/>
                <a:gd name="connsiteY22" fmla="*/ 1335806 h 1660822"/>
                <a:gd name="connsiteX23" fmla="*/ 1605231 w 4211600"/>
                <a:gd name="connsiteY23" fmla="*/ 1265702 h 1660822"/>
                <a:gd name="connsiteX24" fmla="*/ 1758819 w 4211600"/>
                <a:gd name="connsiteY24" fmla="*/ 1254558 h 1660822"/>
                <a:gd name="connsiteX25" fmla="*/ 2118106 w 4211600"/>
                <a:gd name="connsiteY25" fmla="*/ 1220077 h 1660822"/>
                <a:gd name="connsiteX26" fmla="*/ 2475557 w 4211600"/>
                <a:gd name="connsiteY26" fmla="*/ 1144353 h 1660822"/>
                <a:gd name="connsiteX27" fmla="*/ 2573878 w 4211600"/>
                <a:gd name="connsiteY27" fmla="*/ 1120827 h 1660822"/>
                <a:gd name="connsiteX28" fmla="*/ 2907437 w 4211600"/>
                <a:gd name="connsiteY28" fmla="*/ 1049675 h 1660822"/>
                <a:gd name="connsiteX29" fmla="*/ 3122589 w 4211600"/>
                <a:gd name="connsiteY29" fmla="*/ 1005098 h 1660822"/>
                <a:gd name="connsiteX30" fmla="*/ 3391169 w 4211600"/>
                <a:gd name="connsiteY30" fmla="*/ 935756 h 1660822"/>
                <a:gd name="connsiteX31" fmla="*/ 3642290 w 4211600"/>
                <a:gd name="connsiteY31" fmla="*/ 806216 h 1660822"/>
                <a:gd name="connsiteX32" fmla="*/ 3825937 w 4211600"/>
                <a:gd name="connsiteY32" fmla="*/ 594475 h 1660822"/>
                <a:gd name="connsiteX33" fmla="*/ 3861381 w 4211600"/>
                <a:gd name="connsiteY33" fmla="*/ 544755 h 1660822"/>
                <a:gd name="connsiteX34" fmla="*/ 3950381 w 4211600"/>
                <a:gd name="connsiteY34" fmla="*/ 427978 h 1660822"/>
                <a:gd name="connsiteX35" fmla="*/ 4112370 w 4211600"/>
                <a:gd name="connsiteY35" fmla="*/ 201378 h 1660822"/>
                <a:gd name="connsiteX36" fmla="*/ 4195989 w 4211600"/>
                <a:gd name="connsiteY36" fmla="*/ 33834 h 166082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Lst>
              <a:rect l="l" t="t" r="r" b="b"/>
              <a:pathLst>
                <a:path w="4211600" h="1660822">
                  <a:moveTo>
                    <a:pt x="4211600" y="0"/>
                  </a:moveTo>
                  <a:lnTo>
                    <a:pt x="4211600" y="58430"/>
                  </a:lnTo>
                  <a:lnTo>
                    <a:pt x="4136524" y="208808"/>
                  </a:lnTo>
                  <a:cubicBezTo>
                    <a:pt x="4089791" y="287770"/>
                    <a:pt x="4030588" y="363780"/>
                    <a:pt x="3973354" y="437313"/>
                  </a:cubicBezTo>
                  <a:cubicBezTo>
                    <a:pt x="3943819" y="475222"/>
                    <a:pt x="3913231" y="514465"/>
                    <a:pt x="3884746" y="553613"/>
                  </a:cubicBezTo>
                  <a:cubicBezTo>
                    <a:pt x="3872801" y="569996"/>
                    <a:pt x="3861119" y="586569"/>
                    <a:pt x="3849435" y="603143"/>
                  </a:cubicBezTo>
                  <a:cubicBezTo>
                    <a:pt x="3796665" y="678009"/>
                    <a:pt x="3742187" y="755352"/>
                    <a:pt x="3661849" y="819075"/>
                  </a:cubicBezTo>
                  <a:cubicBezTo>
                    <a:pt x="3596214" y="871176"/>
                    <a:pt x="3509050" y="916230"/>
                    <a:pt x="3402589" y="952996"/>
                  </a:cubicBezTo>
                  <a:cubicBezTo>
                    <a:pt x="3312406" y="984048"/>
                    <a:pt x="3215660" y="1005003"/>
                    <a:pt x="3130202" y="1023386"/>
                  </a:cubicBezTo>
                  <a:cubicBezTo>
                    <a:pt x="3058529" y="1038816"/>
                    <a:pt x="2985412" y="1053675"/>
                    <a:pt x="2914657" y="1068058"/>
                  </a:cubicBezTo>
                  <a:cubicBezTo>
                    <a:pt x="2805176" y="1090251"/>
                    <a:pt x="2692021" y="1113207"/>
                    <a:pt x="2582149" y="1138924"/>
                  </a:cubicBezTo>
                  <a:cubicBezTo>
                    <a:pt x="2549330" y="1146639"/>
                    <a:pt x="2516644" y="1154450"/>
                    <a:pt x="2483958" y="1162356"/>
                  </a:cubicBezTo>
                  <a:cubicBezTo>
                    <a:pt x="2367257" y="1190550"/>
                    <a:pt x="2246621" y="1219601"/>
                    <a:pt x="2123750" y="1238651"/>
                  </a:cubicBezTo>
                  <a:cubicBezTo>
                    <a:pt x="2004294" y="1257129"/>
                    <a:pt x="1880769" y="1265416"/>
                    <a:pt x="1761444" y="1273417"/>
                  </a:cubicBezTo>
                  <a:cubicBezTo>
                    <a:pt x="1711167" y="1276751"/>
                    <a:pt x="1659184" y="1280275"/>
                    <a:pt x="1608382" y="1284466"/>
                  </a:cubicBezTo>
                  <a:cubicBezTo>
                    <a:pt x="1408589" y="1300944"/>
                    <a:pt x="1214570" y="1325805"/>
                    <a:pt x="999942" y="1354284"/>
                  </a:cubicBezTo>
                  <a:cubicBezTo>
                    <a:pt x="826403" y="1377240"/>
                    <a:pt x="647744" y="1400957"/>
                    <a:pt x="484705" y="1450487"/>
                  </a:cubicBezTo>
                  <a:cubicBezTo>
                    <a:pt x="355831" y="1489635"/>
                    <a:pt x="231387" y="1544374"/>
                    <a:pt x="113310" y="1613700"/>
                  </a:cubicBezTo>
                  <a:lnTo>
                    <a:pt x="39668" y="1660822"/>
                  </a:lnTo>
                  <a:lnTo>
                    <a:pt x="0" y="1660822"/>
                  </a:lnTo>
                  <a:lnTo>
                    <a:pt x="96701" y="1598934"/>
                  </a:lnTo>
                  <a:cubicBezTo>
                    <a:pt x="216635" y="1528533"/>
                    <a:pt x="343196" y="1472919"/>
                    <a:pt x="474335" y="1433056"/>
                  </a:cubicBezTo>
                  <a:cubicBezTo>
                    <a:pt x="639999" y="1382669"/>
                    <a:pt x="820102" y="1358856"/>
                    <a:pt x="994299" y="1335806"/>
                  </a:cubicBezTo>
                  <a:cubicBezTo>
                    <a:pt x="1210239" y="1307231"/>
                    <a:pt x="1404650" y="1282275"/>
                    <a:pt x="1605231" y="1265702"/>
                  </a:cubicBezTo>
                  <a:cubicBezTo>
                    <a:pt x="1656428" y="1261511"/>
                    <a:pt x="1708411" y="1257987"/>
                    <a:pt x="1758819" y="1254558"/>
                  </a:cubicBezTo>
                  <a:cubicBezTo>
                    <a:pt x="1877487" y="1246557"/>
                    <a:pt x="2000094" y="1238365"/>
                    <a:pt x="2118106" y="1220077"/>
                  </a:cubicBezTo>
                  <a:cubicBezTo>
                    <a:pt x="2239531" y="1201313"/>
                    <a:pt x="2359513" y="1172357"/>
                    <a:pt x="2475557" y="1144353"/>
                  </a:cubicBezTo>
                  <a:cubicBezTo>
                    <a:pt x="2508243" y="1136448"/>
                    <a:pt x="2541060" y="1128542"/>
                    <a:pt x="2573878" y="1120827"/>
                  </a:cubicBezTo>
                  <a:cubicBezTo>
                    <a:pt x="2684276" y="1094919"/>
                    <a:pt x="2797694" y="1071963"/>
                    <a:pt x="2907437" y="1049675"/>
                  </a:cubicBezTo>
                  <a:cubicBezTo>
                    <a:pt x="2978061" y="1035387"/>
                    <a:pt x="3051178" y="1020528"/>
                    <a:pt x="3122589" y="1005098"/>
                  </a:cubicBezTo>
                  <a:cubicBezTo>
                    <a:pt x="3206997" y="986810"/>
                    <a:pt x="3302823" y="966141"/>
                    <a:pt x="3391169" y="935756"/>
                  </a:cubicBezTo>
                  <a:cubicBezTo>
                    <a:pt x="3494479" y="900132"/>
                    <a:pt x="3578886" y="856508"/>
                    <a:pt x="3642290" y="806216"/>
                  </a:cubicBezTo>
                  <a:cubicBezTo>
                    <a:pt x="3720133" y="744303"/>
                    <a:pt x="3773953" y="668103"/>
                    <a:pt x="3825937" y="594475"/>
                  </a:cubicBezTo>
                  <a:cubicBezTo>
                    <a:pt x="3837621" y="577902"/>
                    <a:pt x="3849435" y="561233"/>
                    <a:pt x="3861381" y="544755"/>
                  </a:cubicBezTo>
                  <a:cubicBezTo>
                    <a:pt x="3889997" y="505416"/>
                    <a:pt x="3920715" y="465983"/>
                    <a:pt x="3950381" y="427978"/>
                  </a:cubicBezTo>
                  <a:cubicBezTo>
                    <a:pt x="4007353" y="354921"/>
                    <a:pt x="4066163" y="279388"/>
                    <a:pt x="4112370" y="201378"/>
                  </a:cubicBezTo>
                  <a:cubicBezTo>
                    <a:pt x="4144662" y="146800"/>
                    <a:pt x="4170785" y="89364"/>
                    <a:pt x="4195989" y="33834"/>
                  </a:cubicBezTo>
                  <a:close/>
                </a:path>
              </a:pathLst>
            </a:cu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a:p>
          </p:txBody>
        </p:sp>
      </p:grpSp>
    </p:spTree>
    <p:extLst>
      <p:ext uri="{BB962C8B-B14F-4D97-AF65-F5344CB8AC3E}">
        <p14:creationId xmlns:p14="http://schemas.microsoft.com/office/powerpoint/2010/main" val="2444662392"/>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5CF28F54-620A-64E7-9E26-912E2EABE13C}"/>
            </a:ext>
          </a:extLst>
        </p:cNvPr>
        <p:cNvGrpSpPr/>
        <p:nvPr/>
      </p:nvGrpSpPr>
      <p:grpSpPr>
        <a:xfrm>
          <a:off x="0" y="0"/>
          <a:ext cx="0" cy="0"/>
          <a:chOff x="0" y="0"/>
          <a:chExt cx="0" cy="0"/>
        </a:xfrm>
      </p:grpSpPr>
      <p:sp>
        <p:nvSpPr>
          <p:cNvPr id="187" name="Rectangle 186">
            <a:extLst>
              <a:ext uri="{FF2B5EF4-FFF2-40B4-BE49-F238E27FC236}">
                <a16:creationId xmlns:a16="http://schemas.microsoft.com/office/drawing/2014/main" id="{247A131F-D5DE-41A5-B4CF-4F345319B40B}"/>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88952" cy="6858000"/>
          </a:xfrm>
          <a:prstGeom prst="rect">
            <a:avLst/>
          </a:prstGeom>
          <a:solidFill>
            <a:schemeClr val="bg2"/>
          </a:solidFill>
          <a:ln>
            <a:solidFill>
              <a:schemeClr val="bg1">
                <a:lumMod val="9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solidFill>
                <a:schemeClr val="tx1">
                  <a:lumMod val="65000"/>
                  <a:lumOff val="35000"/>
                </a:schemeClr>
              </a:solidFill>
              <a:latin typeface="AvenirNext LT Pro Medium" panose="020B0504020202020204" pitchFamily="34" charset="0"/>
            </a:endParaRPr>
          </a:p>
        </p:txBody>
      </p:sp>
      <p:sp>
        <p:nvSpPr>
          <p:cNvPr id="189" name="Freeform: Shape 188">
            <a:extLst>
              <a:ext uri="{FF2B5EF4-FFF2-40B4-BE49-F238E27FC236}">
                <a16:creationId xmlns:a16="http://schemas.microsoft.com/office/drawing/2014/main" id="{3AF4666D-BD98-40A5-A75F-478B982010B2}"/>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10800000">
            <a:off x="692844" y="-3086"/>
            <a:ext cx="1326111" cy="597603"/>
          </a:xfrm>
          <a:custGeom>
            <a:avLst/>
            <a:gdLst>
              <a:gd name="connsiteX0" fmla="*/ 741051 w 1482102"/>
              <a:gd name="connsiteY0" fmla="*/ 0 h 679363"/>
              <a:gd name="connsiteX1" fmla="*/ 1473822 w 1482102"/>
              <a:gd name="connsiteY1" fmla="*/ 597226 h 679363"/>
              <a:gd name="connsiteX2" fmla="*/ 1482102 w 1482102"/>
              <a:gd name="connsiteY2" fmla="*/ 679363 h 679363"/>
              <a:gd name="connsiteX3" fmla="*/ 0 w 1482102"/>
              <a:gd name="connsiteY3" fmla="*/ 679363 h 679363"/>
              <a:gd name="connsiteX4" fmla="*/ 8280 w 1482102"/>
              <a:gd name="connsiteY4" fmla="*/ 597226 h 679363"/>
              <a:gd name="connsiteX5" fmla="*/ 741051 w 1482102"/>
              <a:gd name="connsiteY5" fmla="*/ 0 h 67936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1482102" h="679363">
                <a:moveTo>
                  <a:pt x="741051" y="0"/>
                </a:moveTo>
                <a:cubicBezTo>
                  <a:pt x="1102506" y="0"/>
                  <a:pt x="1404077" y="256390"/>
                  <a:pt x="1473822" y="597226"/>
                </a:cubicBezTo>
                <a:lnTo>
                  <a:pt x="1482102" y="679363"/>
                </a:lnTo>
                <a:lnTo>
                  <a:pt x="0" y="679363"/>
                </a:lnTo>
                <a:lnTo>
                  <a:pt x="8280" y="597226"/>
                </a:lnTo>
                <a:cubicBezTo>
                  <a:pt x="78025" y="256390"/>
                  <a:pt x="379596" y="0"/>
                  <a:pt x="741051" y="0"/>
                </a:cubicBezTo>
                <a:close/>
              </a:path>
            </a:pathLst>
          </a:cu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spcAft>
                <a:spcPts val="600"/>
              </a:spcAft>
            </a:pPr>
            <a:r>
              <a:rPr lang="en-US" dirty="0">
                <a:solidFill>
                  <a:schemeClr val="tx1">
                    <a:lumMod val="65000"/>
                    <a:lumOff val="35000"/>
                  </a:schemeClr>
                </a:solidFill>
                <a:latin typeface="AvenirNext LT Pro Medium" panose="020B0504020202020204" pitchFamily="34" charset="0"/>
              </a:rPr>
              <a:t> </a:t>
            </a:r>
          </a:p>
        </p:txBody>
      </p:sp>
      <p:sp>
        <p:nvSpPr>
          <p:cNvPr id="191" name="Freeform: Shape 190">
            <a:extLst>
              <a:ext uri="{FF2B5EF4-FFF2-40B4-BE49-F238E27FC236}">
                <a16:creationId xmlns:a16="http://schemas.microsoft.com/office/drawing/2014/main" id="{68680585-71F9-4721-A998-4974171D2EB4}"/>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10439256" y="6172200"/>
            <a:ext cx="1482102" cy="679363"/>
          </a:xfrm>
          <a:custGeom>
            <a:avLst/>
            <a:gdLst>
              <a:gd name="connsiteX0" fmla="*/ 741051 w 1482102"/>
              <a:gd name="connsiteY0" fmla="*/ 0 h 679363"/>
              <a:gd name="connsiteX1" fmla="*/ 1473822 w 1482102"/>
              <a:gd name="connsiteY1" fmla="*/ 597226 h 679363"/>
              <a:gd name="connsiteX2" fmla="*/ 1482102 w 1482102"/>
              <a:gd name="connsiteY2" fmla="*/ 679363 h 679363"/>
              <a:gd name="connsiteX3" fmla="*/ 0 w 1482102"/>
              <a:gd name="connsiteY3" fmla="*/ 679363 h 679363"/>
              <a:gd name="connsiteX4" fmla="*/ 8280 w 1482102"/>
              <a:gd name="connsiteY4" fmla="*/ 597226 h 679363"/>
              <a:gd name="connsiteX5" fmla="*/ 741051 w 1482102"/>
              <a:gd name="connsiteY5" fmla="*/ 0 h 67936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1482102" h="679363">
                <a:moveTo>
                  <a:pt x="741051" y="0"/>
                </a:moveTo>
                <a:cubicBezTo>
                  <a:pt x="1102506" y="0"/>
                  <a:pt x="1404077" y="256390"/>
                  <a:pt x="1473822" y="597226"/>
                </a:cubicBezTo>
                <a:lnTo>
                  <a:pt x="1482102" y="679363"/>
                </a:lnTo>
                <a:lnTo>
                  <a:pt x="0" y="679363"/>
                </a:lnTo>
                <a:lnTo>
                  <a:pt x="8280" y="597226"/>
                </a:lnTo>
                <a:cubicBezTo>
                  <a:pt x="78025" y="256390"/>
                  <a:pt x="379596" y="0"/>
                  <a:pt x="741051" y="0"/>
                </a:cubicBezTo>
                <a:close/>
              </a:path>
            </a:pathLst>
          </a:cu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spcAft>
                <a:spcPts val="600"/>
              </a:spcAft>
            </a:pPr>
            <a:r>
              <a:rPr lang="en-US" dirty="0">
                <a:solidFill>
                  <a:schemeClr val="tx1">
                    <a:lumMod val="65000"/>
                    <a:lumOff val="35000"/>
                  </a:schemeClr>
                </a:solidFill>
                <a:latin typeface="AvenirNext LT Pro Medium" panose="020B0504020202020204" pitchFamily="34" charset="0"/>
              </a:rPr>
              <a:t> </a:t>
            </a:r>
          </a:p>
        </p:txBody>
      </p:sp>
      <p:sp>
        <p:nvSpPr>
          <p:cNvPr id="193" name="Freeform: Shape 192">
            <a:extLst>
              <a:ext uri="{FF2B5EF4-FFF2-40B4-BE49-F238E27FC236}">
                <a16:creationId xmlns:a16="http://schemas.microsoft.com/office/drawing/2014/main" id="{12BC95C2-2EEC-4F59-ABA8-660B0D059CCF}"/>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7977352" y="5197178"/>
            <a:ext cx="4211600" cy="1660822"/>
          </a:xfrm>
          <a:custGeom>
            <a:avLst/>
            <a:gdLst>
              <a:gd name="connsiteX0" fmla="*/ 4211600 w 4211600"/>
              <a:gd name="connsiteY0" fmla="*/ 0 h 1660822"/>
              <a:gd name="connsiteX1" fmla="*/ 4211600 w 4211600"/>
              <a:gd name="connsiteY1" fmla="*/ 58430 h 1660822"/>
              <a:gd name="connsiteX2" fmla="*/ 4136524 w 4211600"/>
              <a:gd name="connsiteY2" fmla="*/ 208808 h 1660822"/>
              <a:gd name="connsiteX3" fmla="*/ 3973354 w 4211600"/>
              <a:gd name="connsiteY3" fmla="*/ 437313 h 1660822"/>
              <a:gd name="connsiteX4" fmla="*/ 3884746 w 4211600"/>
              <a:gd name="connsiteY4" fmla="*/ 553613 h 1660822"/>
              <a:gd name="connsiteX5" fmla="*/ 3849435 w 4211600"/>
              <a:gd name="connsiteY5" fmla="*/ 603143 h 1660822"/>
              <a:gd name="connsiteX6" fmla="*/ 3661849 w 4211600"/>
              <a:gd name="connsiteY6" fmla="*/ 819075 h 1660822"/>
              <a:gd name="connsiteX7" fmla="*/ 3402589 w 4211600"/>
              <a:gd name="connsiteY7" fmla="*/ 952996 h 1660822"/>
              <a:gd name="connsiteX8" fmla="*/ 3130202 w 4211600"/>
              <a:gd name="connsiteY8" fmla="*/ 1023386 h 1660822"/>
              <a:gd name="connsiteX9" fmla="*/ 2914657 w 4211600"/>
              <a:gd name="connsiteY9" fmla="*/ 1068058 h 1660822"/>
              <a:gd name="connsiteX10" fmla="*/ 2582149 w 4211600"/>
              <a:gd name="connsiteY10" fmla="*/ 1138924 h 1660822"/>
              <a:gd name="connsiteX11" fmla="*/ 2483958 w 4211600"/>
              <a:gd name="connsiteY11" fmla="*/ 1162356 h 1660822"/>
              <a:gd name="connsiteX12" fmla="*/ 2123750 w 4211600"/>
              <a:gd name="connsiteY12" fmla="*/ 1238651 h 1660822"/>
              <a:gd name="connsiteX13" fmla="*/ 1761444 w 4211600"/>
              <a:gd name="connsiteY13" fmla="*/ 1273417 h 1660822"/>
              <a:gd name="connsiteX14" fmla="*/ 1608382 w 4211600"/>
              <a:gd name="connsiteY14" fmla="*/ 1284466 h 1660822"/>
              <a:gd name="connsiteX15" fmla="*/ 999942 w 4211600"/>
              <a:gd name="connsiteY15" fmla="*/ 1354284 h 1660822"/>
              <a:gd name="connsiteX16" fmla="*/ 484705 w 4211600"/>
              <a:gd name="connsiteY16" fmla="*/ 1450487 h 1660822"/>
              <a:gd name="connsiteX17" fmla="*/ 113310 w 4211600"/>
              <a:gd name="connsiteY17" fmla="*/ 1613700 h 1660822"/>
              <a:gd name="connsiteX18" fmla="*/ 39668 w 4211600"/>
              <a:gd name="connsiteY18" fmla="*/ 1660822 h 1660822"/>
              <a:gd name="connsiteX19" fmla="*/ 0 w 4211600"/>
              <a:gd name="connsiteY19" fmla="*/ 1660822 h 1660822"/>
              <a:gd name="connsiteX20" fmla="*/ 96701 w 4211600"/>
              <a:gd name="connsiteY20" fmla="*/ 1598934 h 1660822"/>
              <a:gd name="connsiteX21" fmla="*/ 474335 w 4211600"/>
              <a:gd name="connsiteY21" fmla="*/ 1433056 h 1660822"/>
              <a:gd name="connsiteX22" fmla="*/ 994299 w 4211600"/>
              <a:gd name="connsiteY22" fmla="*/ 1335806 h 1660822"/>
              <a:gd name="connsiteX23" fmla="*/ 1605231 w 4211600"/>
              <a:gd name="connsiteY23" fmla="*/ 1265702 h 1660822"/>
              <a:gd name="connsiteX24" fmla="*/ 1758819 w 4211600"/>
              <a:gd name="connsiteY24" fmla="*/ 1254558 h 1660822"/>
              <a:gd name="connsiteX25" fmla="*/ 2118106 w 4211600"/>
              <a:gd name="connsiteY25" fmla="*/ 1220077 h 1660822"/>
              <a:gd name="connsiteX26" fmla="*/ 2475557 w 4211600"/>
              <a:gd name="connsiteY26" fmla="*/ 1144353 h 1660822"/>
              <a:gd name="connsiteX27" fmla="*/ 2573878 w 4211600"/>
              <a:gd name="connsiteY27" fmla="*/ 1120827 h 1660822"/>
              <a:gd name="connsiteX28" fmla="*/ 2907437 w 4211600"/>
              <a:gd name="connsiteY28" fmla="*/ 1049675 h 1660822"/>
              <a:gd name="connsiteX29" fmla="*/ 3122589 w 4211600"/>
              <a:gd name="connsiteY29" fmla="*/ 1005098 h 1660822"/>
              <a:gd name="connsiteX30" fmla="*/ 3391169 w 4211600"/>
              <a:gd name="connsiteY30" fmla="*/ 935756 h 1660822"/>
              <a:gd name="connsiteX31" fmla="*/ 3642290 w 4211600"/>
              <a:gd name="connsiteY31" fmla="*/ 806216 h 1660822"/>
              <a:gd name="connsiteX32" fmla="*/ 3825937 w 4211600"/>
              <a:gd name="connsiteY32" fmla="*/ 594475 h 1660822"/>
              <a:gd name="connsiteX33" fmla="*/ 3861381 w 4211600"/>
              <a:gd name="connsiteY33" fmla="*/ 544755 h 1660822"/>
              <a:gd name="connsiteX34" fmla="*/ 3950381 w 4211600"/>
              <a:gd name="connsiteY34" fmla="*/ 427978 h 1660822"/>
              <a:gd name="connsiteX35" fmla="*/ 4112370 w 4211600"/>
              <a:gd name="connsiteY35" fmla="*/ 201378 h 1660822"/>
              <a:gd name="connsiteX36" fmla="*/ 4195989 w 4211600"/>
              <a:gd name="connsiteY36" fmla="*/ 33834 h 166082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Lst>
            <a:rect l="l" t="t" r="r" b="b"/>
            <a:pathLst>
              <a:path w="4211600" h="1660822">
                <a:moveTo>
                  <a:pt x="4211600" y="0"/>
                </a:moveTo>
                <a:lnTo>
                  <a:pt x="4211600" y="58430"/>
                </a:lnTo>
                <a:lnTo>
                  <a:pt x="4136524" y="208808"/>
                </a:lnTo>
                <a:cubicBezTo>
                  <a:pt x="4089791" y="287770"/>
                  <a:pt x="4030588" y="363780"/>
                  <a:pt x="3973354" y="437313"/>
                </a:cubicBezTo>
                <a:cubicBezTo>
                  <a:pt x="3943819" y="475222"/>
                  <a:pt x="3913231" y="514465"/>
                  <a:pt x="3884746" y="553613"/>
                </a:cubicBezTo>
                <a:cubicBezTo>
                  <a:pt x="3872801" y="569996"/>
                  <a:pt x="3861119" y="586569"/>
                  <a:pt x="3849435" y="603143"/>
                </a:cubicBezTo>
                <a:cubicBezTo>
                  <a:pt x="3796665" y="678009"/>
                  <a:pt x="3742187" y="755352"/>
                  <a:pt x="3661849" y="819075"/>
                </a:cubicBezTo>
                <a:cubicBezTo>
                  <a:pt x="3596214" y="871176"/>
                  <a:pt x="3509050" y="916230"/>
                  <a:pt x="3402589" y="952996"/>
                </a:cubicBezTo>
                <a:cubicBezTo>
                  <a:pt x="3312406" y="984048"/>
                  <a:pt x="3215660" y="1005003"/>
                  <a:pt x="3130202" y="1023386"/>
                </a:cubicBezTo>
                <a:cubicBezTo>
                  <a:pt x="3058529" y="1038816"/>
                  <a:pt x="2985412" y="1053675"/>
                  <a:pt x="2914657" y="1068058"/>
                </a:cubicBezTo>
                <a:cubicBezTo>
                  <a:pt x="2805176" y="1090251"/>
                  <a:pt x="2692021" y="1113207"/>
                  <a:pt x="2582149" y="1138924"/>
                </a:cubicBezTo>
                <a:cubicBezTo>
                  <a:pt x="2549330" y="1146639"/>
                  <a:pt x="2516644" y="1154450"/>
                  <a:pt x="2483958" y="1162356"/>
                </a:cubicBezTo>
                <a:cubicBezTo>
                  <a:pt x="2367257" y="1190550"/>
                  <a:pt x="2246621" y="1219601"/>
                  <a:pt x="2123750" y="1238651"/>
                </a:cubicBezTo>
                <a:cubicBezTo>
                  <a:pt x="2004294" y="1257129"/>
                  <a:pt x="1880769" y="1265416"/>
                  <a:pt x="1761444" y="1273417"/>
                </a:cubicBezTo>
                <a:cubicBezTo>
                  <a:pt x="1711167" y="1276751"/>
                  <a:pt x="1659184" y="1280275"/>
                  <a:pt x="1608382" y="1284466"/>
                </a:cubicBezTo>
                <a:cubicBezTo>
                  <a:pt x="1408589" y="1300944"/>
                  <a:pt x="1214570" y="1325805"/>
                  <a:pt x="999942" y="1354284"/>
                </a:cubicBezTo>
                <a:cubicBezTo>
                  <a:pt x="826403" y="1377240"/>
                  <a:pt x="647744" y="1400957"/>
                  <a:pt x="484705" y="1450487"/>
                </a:cubicBezTo>
                <a:cubicBezTo>
                  <a:pt x="355831" y="1489635"/>
                  <a:pt x="231387" y="1544374"/>
                  <a:pt x="113310" y="1613700"/>
                </a:cubicBezTo>
                <a:lnTo>
                  <a:pt x="39668" y="1660822"/>
                </a:lnTo>
                <a:lnTo>
                  <a:pt x="0" y="1660822"/>
                </a:lnTo>
                <a:lnTo>
                  <a:pt x="96701" y="1598934"/>
                </a:lnTo>
                <a:cubicBezTo>
                  <a:pt x="216635" y="1528533"/>
                  <a:pt x="343196" y="1472919"/>
                  <a:pt x="474335" y="1433056"/>
                </a:cubicBezTo>
                <a:cubicBezTo>
                  <a:pt x="639999" y="1382669"/>
                  <a:pt x="820102" y="1358856"/>
                  <a:pt x="994299" y="1335806"/>
                </a:cubicBezTo>
                <a:cubicBezTo>
                  <a:pt x="1210239" y="1307231"/>
                  <a:pt x="1404650" y="1282275"/>
                  <a:pt x="1605231" y="1265702"/>
                </a:cubicBezTo>
                <a:cubicBezTo>
                  <a:pt x="1656428" y="1261511"/>
                  <a:pt x="1708411" y="1257987"/>
                  <a:pt x="1758819" y="1254558"/>
                </a:cubicBezTo>
                <a:cubicBezTo>
                  <a:pt x="1877487" y="1246557"/>
                  <a:pt x="2000094" y="1238365"/>
                  <a:pt x="2118106" y="1220077"/>
                </a:cubicBezTo>
                <a:cubicBezTo>
                  <a:pt x="2239531" y="1201313"/>
                  <a:pt x="2359513" y="1172357"/>
                  <a:pt x="2475557" y="1144353"/>
                </a:cubicBezTo>
                <a:cubicBezTo>
                  <a:pt x="2508243" y="1136448"/>
                  <a:pt x="2541060" y="1128542"/>
                  <a:pt x="2573878" y="1120827"/>
                </a:cubicBezTo>
                <a:cubicBezTo>
                  <a:pt x="2684276" y="1094919"/>
                  <a:pt x="2797694" y="1071963"/>
                  <a:pt x="2907437" y="1049675"/>
                </a:cubicBezTo>
                <a:cubicBezTo>
                  <a:pt x="2978061" y="1035387"/>
                  <a:pt x="3051178" y="1020528"/>
                  <a:pt x="3122589" y="1005098"/>
                </a:cubicBezTo>
                <a:cubicBezTo>
                  <a:pt x="3206997" y="986810"/>
                  <a:pt x="3302823" y="966141"/>
                  <a:pt x="3391169" y="935756"/>
                </a:cubicBezTo>
                <a:cubicBezTo>
                  <a:pt x="3494479" y="900132"/>
                  <a:pt x="3578886" y="856508"/>
                  <a:pt x="3642290" y="806216"/>
                </a:cubicBezTo>
                <a:cubicBezTo>
                  <a:pt x="3720133" y="744303"/>
                  <a:pt x="3773953" y="668103"/>
                  <a:pt x="3825937" y="594475"/>
                </a:cubicBezTo>
                <a:cubicBezTo>
                  <a:pt x="3837621" y="577902"/>
                  <a:pt x="3849435" y="561233"/>
                  <a:pt x="3861381" y="544755"/>
                </a:cubicBezTo>
                <a:cubicBezTo>
                  <a:pt x="3889997" y="505416"/>
                  <a:pt x="3920715" y="465983"/>
                  <a:pt x="3950381" y="427978"/>
                </a:cubicBezTo>
                <a:cubicBezTo>
                  <a:pt x="4007353" y="354921"/>
                  <a:pt x="4066163" y="279388"/>
                  <a:pt x="4112370" y="201378"/>
                </a:cubicBezTo>
                <a:cubicBezTo>
                  <a:pt x="4144662" y="146800"/>
                  <a:pt x="4170785" y="89364"/>
                  <a:pt x="4195989" y="33834"/>
                </a:cubicBezTo>
                <a:close/>
              </a:path>
            </a:pathLst>
          </a:cu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a:p>
        </p:txBody>
      </p:sp>
      <p:grpSp>
        <p:nvGrpSpPr>
          <p:cNvPr id="195" name="Graphic 141">
            <a:extLst>
              <a:ext uri="{FF2B5EF4-FFF2-40B4-BE49-F238E27FC236}">
                <a16:creationId xmlns:a16="http://schemas.microsoft.com/office/drawing/2014/main" id="{03E9870D-4BBA-43AF-8D44-BBADF020CFF6}"/>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10849" y="15178"/>
            <a:ext cx="2198951" cy="3331254"/>
            <a:chOff x="4473129" y="923925"/>
            <a:chExt cx="3308947" cy="5012817"/>
          </a:xfrm>
          <a:noFill/>
        </p:grpSpPr>
        <p:sp>
          <p:nvSpPr>
            <p:cNvPr id="196" name="Freeform: Shape 195">
              <a:extLst>
                <a:ext uri="{FF2B5EF4-FFF2-40B4-BE49-F238E27FC236}">
                  <a16:creationId xmlns:a16="http://schemas.microsoft.com/office/drawing/2014/main" id="{34BC5055-C77D-43CD-BB1D-A77B6779CDAD}"/>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4485988" y="924020"/>
              <a:ext cx="3296088" cy="5012722"/>
            </a:xfrm>
            <a:custGeom>
              <a:avLst/>
              <a:gdLst>
                <a:gd name="connsiteX0" fmla="*/ 0 w 3296088"/>
                <a:gd name="connsiteY0" fmla="*/ 5012722 h 5012722"/>
                <a:gd name="connsiteX1" fmla="*/ 244031 w 3296088"/>
                <a:gd name="connsiteY1" fmla="*/ 4820222 h 5012722"/>
                <a:gd name="connsiteX2" fmla="*/ 729234 w 3296088"/>
                <a:gd name="connsiteY2" fmla="*/ 4360641 h 5012722"/>
                <a:gd name="connsiteX3" fmla="*/ 881444 w 3296088"/>
                <a:gd name="connsiteY3" fmla="*/ 4173950 h 5012722"/>
                <a:gd name="connsiteX4" fmla="*/ 1151287 w 3296088"/>
                <a:gd name="connsiteY4" fmla="*/ 3972877 h 5012722"/>
                <a:gd name="connsiteX5" fmla="*/ 1498664 w 3296088"/>
                <a:gd name="connsiteY5" fmla="*/ 3786188 h 5012722"/>
                <a:gd name="connsiteX6" fmla="*/ 1716881 w 3296088"/>
                <a:gd name="connsiteY6" fmla="*/ 3674174 h 5012722"/>
                <a:gd name="connsiteX7" fmla="*/ 1913573 w 3296088"/>
                <a:gd name="connsiteY7" fmla="*/ 3477387 h 5012722"/>
                <a:gd name="connsiteX8" fmla="*/ 2167700 w 3296088"/>
                <a:gd name="connsiteY8" fmla="*/ 3042190 h 5012722"/>
                <a:gd name="connsiteX9" fmla="*/ 2273903 w 3296088"/>
                <a:gd name="connsiteY9" fmla="*/ 2775014 h 5012722"/>
                <a:gd name="connsiteX10" fmla="*/ 2463356 w 3296088"/>
                <a:gd name="connsiteY10" fmla="*/ 2335530 h 5012722"/>
                <a:gd name="connsiteX11" fmla="*/ 2741866 w 3296088"/>
                <a:gd name="connsiteY11" fmla="*/ 1982248 h 5012722"/>
                <a:gd name="connsiteX12" fmla="*/ 2985897 w 3296088"/>
                <a:gd name="connsiteY12" fmla="*/ 1634681 h 5012722"/>
                <a:gd name="connsiteX13" fmla="*/ 3212687 w 3296088"/>
                <a:gd name="connsiteY13" fmla="*/ 1226820 h 5012722"/>
                <a:gd name="connsiteX14" fmla="*/ 3281553 w 3296088"/>
                <a:gd name="connsiteY14" fmla="*/ 959644 h 5012722"/>
                <a:gd name="connsiteX15" fmla="*/ 3295936 w 3296088"/>
                <a:gd name="connsiteY15" fmla="*/ 701135 h 5012722"/>
                <a:gd name="connsiteX16" fmla="*/ 3267266 w 3296088"/>
                <a:gd name="connsiteY16" fmla="*/ 436817 h 5012722"/>
                <a:gd name="connsiteX17" fmla="*/ 3105341 w 3296088"/>
                <a:gd name="connsiteY17" fmla="*/ 0 h 501272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Lst>
              <a:rect l="l" t="t" r="r" b="b"/>
              <a:pathLst>
                <a:path w="3296088" h="5012722">
                  <a:moveTo>
                    <a:pt x="0" y="5012722"/>
                  </a:moveTo>
                  <a:cubicBezTo>
                    <a:pt x="81820" y="4949095"/>
                    <a:pt x="163544" y="4885468"/>
                    <a:pt x="244031" y="4820222"/>
                  </a:cubicBezTo>
                  <a:cubicBezTo>
                    <a:pt x="417671" y="4679633"/>
                    <a:pt x="589883" y="4535139"/>
                    <a:pt x="729234" y="4360641"/>
                  </a:cubicBezTo>
                  <a:cubicBezTo>
                    <a:pt x="779431" y="4297776"/>
                    <a:pt x="825818" y="4231958"/>
                    <a:pt x="881444" y="4173950"/>
                  </a:cubicBezTo>
                  <a:cubicBezTo>
                    <a:pt x="959358" y="4092607"/>
                    <a:pt x="1054799" y="4031075"/>
                    <a:pt x="1151287" y="3972877"/>
                  </a:cubicBezTo>
                  <a:cubicBezTo>
                    <a:pt x="1263968" y="3904964"/>
                    <a:pt x="1379315" y="3841337"/>
                    <a:pt x="1498664" y="3786188"/>
                  </a:cubicBezTo>
                  <a:cubicBezTo>
                    <a:pt x="1573149" y="3751802"/>
                    <a:pt x="1649159" y="3720179"/>
                    <a:pt x="1716881" y="3674174"/>
                  </a:cubicBezTo>
                  <a:cubicBezTo>
                    <a:pt x="1794034" y="3621691"/>
                    <a:pt x="1856708" y="3551492"/>
                    <a:pt x="1913573" y="3477387"/>
                  </a:cubicBezTo>
                  <a:cubicBezTo>
                    <a:pt x="2016157" y="3343751"/>
                    <a:pt x="2099024" y="3196114"/>
                    <a:pt x="2167700" y="3042190"/>
                  </a:cubicBezTo>
                  <a:cubicBezTo>
                    <a:pt x="2206752" y="2954655"/>
                    <a:pt x="2241233" y="2865215"/>
                    <a:pt x="2273903" y="2775014"/>
                  </a:cubicBezTo>
                  <a:cubicBezTo>
                    <a:pt x="2328482" y="2624423"/>
                    <a:pt x="2379440" y="2471642"/>
                    <a:pt x="2463356" y="2335530"/>
                  </a:cubicBezTo>
                  <a:cubicBezTo>
                    <a:pt x="2542127" y="2207705"/>
                    <a:pt x="2647855" y="2099501"/>
                    <a:pt x="2741866" y="1982248"/>
                  </a:cubicBezTo>
                  <a:cubicBezTo>
                    <a:pt x="2830449" y="1871758"/>
                    <a:pt x="2908554" y="1753362"/>
                    <a:pt x="2985897" y="1634681"/>
                  </a:cubicBezTo>
                  <a:cubicBezTo>
                    <a:pt x="3071146" y="1503902"/>
                    <a:pt x="3156395" y="1372172"/>
                    <a:pt x="3212687" y="1226820"/>
                  </a:cubicBezTo>
                  <a:cubicBezTo>
                    <a:pt x="3246025" y="1140809"/>
                    <a:pt x="3268790" y="1051084"/>
                    <a:pt x="3281553" y="959644"/>
                  </a:cubicBezTo>
                  <a:cubicBezTo>
                    <a:pt x="3293555" y="874014"/>
                    <a:pt x="3296888" y="787527"/>
                    <a:pt x="3295936" y="701135"/>
                  </a:cubicBezTo>
                  <a:cubicBezTo>
                    <a:pt x="3294888" y="612172"/>
                    <a:pt x="3289268" y="523018"/>
                    <a:pt x="3267266" y="436817"/>
                  </a:cubicBezTo>
                  <a:cubicBezTo>
                    <a:pt x="3227832" y="282416"/>
                    <a:pt x="3105341" y="0"/>
                    <a:pt x="3105341" y="0"/>
                  </a:cubicBezTo>
                </a:path>
              </a:pathLst>
            </a:custGeom>
            <a:noFill/>
            <a:ln w="9525" cap="rnd">
              <a:solidFill>
                <a:schemeClr val="accent2">
                  <a:alpha val="75000"/>
                </a:schemeClr>
              </a:solidFill>
              <a:prstDash val="lgDash"/>
              <a:round/>
            </a:ln>
          </p:spPr>
          <p:txBody>
            <a:bodyPr rtlCol="0" anchor="ctr"/>
            <a:lstStyle/>
            <a:p>
              <a:endParaRPr lang="en-US"/>
            </a:p>
          </p:txBody>
        </p:sp>
        <p:sp>
          <p:nvSpPr>
            <p:cNvPr id="197" name="Freeform: Shape 196">
              <a:extLst>
                <a:ext uri="{FF2B5EF4-FFF2-40B4-BE49-F238E27FC236}">
                  <a16:creationId xmlns:a16="http://schemas.microsoft.com/office/drawing/2014/main" id="{DB12D0B8-9385-489A-85AE-3D14AD0BA2FC}"/>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4473129" y="923925"/>
              <a:ext cx="2977477" cy="4627149"/>
            </a:xfrm>
            <a:custGeom>
              <a:avLst/>
              <a:gdLst>
                <a:gd name="connsiteX0" fmla="*/ 0 w 2977477"/>
                <a:gd name="connsiteY0" fmla="*/ 4627150 h 4627149"/>
                <a:gd name="connsiteX1" fmla="*/ 275082 w 2977477"/>
                <a:gd name="connsiteY1" fmla="*/ 4341590 h 4627149"/>
                <a:gd name="connsiteX2" fmla="*/ 502825 w 2977477"/>
                <a:gd name="connsiteY2" fmla="*/ 4054126 h 4627149"/>
                <a:gd name="connsiteX3" fmla="*/ 666179 w 2977477"/>
                <a:gd name="connsiteY3" fmla="*/ 3890677 h 4627149"/>
                <a:gd name="connsiteX4" fmla="*/ 864203 w 2977477"/>
                <a:gd name="connsiteY4" fmla="*/ 3675983 h 4627149"/>
                <a:gd name="connsiteX5" fmla="*/ 982599 w 2977477"/>
                <a:gd name="connsiteY5" fmla="*/ 3557492 h 4627149"/>
                <a:gd name="connsiteX6" fmla="*/ 1188244 w 2977477"/>
                <a:gd name="connsiteY6" fmla="*/ 3329654 h 4627149"/>
                <a:gd name="connsiteX7" fmla="*/ 1344740 w 2977477"/>
                <a:gd name="connsiteY7" fmla="*/ 3146774 h 4627149"/>
                <a:gd name="connsiteX8" fmla="*/ 1470755 w 2977477"/>
                <a:gd name="connsiteY8" fmla="*/ 2984659 h 4627149"/>
                <a:gd name="connsiteX9" fmla="*/ 1657636 w 2977477"/>
                <a:gd name="connsiteY9" fmla="*/ 2670239 h 4627149"/>
                <a:gd name="connsiteX10" fmla="*/ 1762887 w 2977477"/>
                <a:gd name="connsiteY10" fmla="*/ 2473547 h 4627149"/>
                <a:gd name="connsiteX11" fmla="*/ 1866710 w 2977477"/>
                <a:gd name="connsiteY11" fmla="*/ 2290667 h 4627149"/>
                <a:gd name="connsiteX12" fmla="*/ 2106263 w 2977477"/>
                <a:gd name="connsiteY12" fmla="*/ 2030254 h 4627149"/>
                <a:gd name="connsiteX13" fmla="*/ 2277237 w 2977477"/>
                <a:gd name="connsiteY13" fmla="*/ 1859185 h 4627149"/>
                <a:gd name="connsiteX14" fmla="*/ 2499455 w 2977477"/>
                <a:gd name="connsiteY14" fmla="*/ 1656207 h 4627149"/>
                <a:gd name="connsiteX15" fmla="*/ 2707100 w 2977477"/>
                <a:gd name="connsiteY15" fmla="*/ 1390269 h 4627149"/>
                <a:gd name="connsiteX16" fmla="*/ 2812352 w 2977477"/>
                <a:gd name="connsiteY16" fmla="*/ 1230916 h 4627149"/>
                <a:gd name="connsiteX17" fmla="*/ 2898172 w 2977477"/>
                <a:gd name="connsiteY17" fmla="*/ 1036987 h 4627149"/>
                <a:gd name="connsiteX18" fmla="*/ 2963228 w 2977477"/>
                <a:gd name="connsiteY18" fmla="*/ 850011 h 4627149"/>
                <a:gd name="connsiteX19" fmla="*/ 2977325 w 2977477"/>
                <a:gd name="connsiteY19" fmla="*/ 745427 h 4627149"/>
                <a:gd name="connsiteX20" fmla="*/ 2929509 w 2977477"/>
                <a:gd name="connsiteY20" fmla="*/ 480155 h 4627149"/>
                <a:gd name="connsiteX21" fmla="*/ 2563082 w 2977477"/>
                <a:gd name="connsiteY21" fmla="*/ 0 h 462714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Lst>
              <a:rect l="l" t="t" r="r" b="b"/>
              <a:pathLst>
                <a:path w="2977477" h="4627149">
                  <a:moveTo>
                    <a:pt x="0" y="4627150"/>
                  </a:moveTo>
                  <a:cubicBezTo>
                    <a:pt x="79820" y="4552283"/>
                    <a:pt x="203835" y="4424648"/>
                    <a:pt x="275082" y="4341590"/>
                  </a:cubicBezTo>
                  <a:cubicBezTo>
                    <a:pt x="354711" y="4248722"/>
                    <a:pt x="421005" y="4145090"/>
                    <a:pt x="502825" y="4054126"/>
                  </a:cubicBezTo>
                  <a:cubicBezTo>
                    <a:pt x="554355" y="3996881"/>
                    <a:pt x="612362" y="3945827"/>
                    <a:pt x="666179" y="3890677"/>
                  </a:cubicBezTo>
                  <a:cubicBezTo>
                    <a:pt x="734187" y="3821049"/>
                    <a:pt x="796671" y="3746183"/>
                    <a:pt x="864203" y="3675983"/>
                  </a:cubicBezTo>
                  <a:cubicBezTo>
                    <a:pt x="902875" y="3635788"/>
                    <a:pt x="943642" y="3597593"/>
                    <a:pt x="982599" y="3557492"/>
                  </a:cubicBezTo>
                  <a:cubicBezTo>
                    <a:pt x="1053941" y="3484150"/>
                    <a:pt x="1121378" y="3407093"/>
                    <a:pt x="1188244" y="3329654"/>
                  </a:cubicBezTo>
                  <a:cubicBezTo>
                    <a:pt x="1240631" y="3268885"/>
                    <a:pt x="1293495" y="3208496"/>
                    <a:pt x="1344740" y="3146774"/>
                  </a:cubicBezTo>
                  <a:cubicBezTo>
                    <a:pt x="1388459" y="3094101"/>
                    <a:pt x="1431512" y="3040761"/>
                    <a:pt x="1470755" y="2984659"/>
                  </a:cubicBezTo>
                  <a:cubicBezTo>
                    <a:pt x="1540764" y="2884646"/>
                    <a:pt x="1598771" y="2777109"/>
                    <a:pt x="1657636" y="2670239"/>
                  </a:cubicBezTo>
                  <a:cubicBezTo>
                    <a:pt x="1693545" y="2605088"/>
                    <a:pt x="1728502" y="2539460"/>
                    <a:pt x="1762887" y="2473547"/>
                  </a:cubicBezTo>
                  <a:cubicBezTo>
                    <a:pt x="1795367" y="2411349"/>
                    <a:pt x="1826419" y="2348103"/>
                    <a:pt x="1866710" y="2290667"/>
                  </a:cubicBezTo>
                  <a:cubicBezTo>
                    <a:pt x="1934623" y="2193893"/>
                    <a:pt x="2022729" y="2114169"/>
                    <a:pt x="2106263" y="2030254"/>
                  </a:cubicBezTo>
                  <a:cubicBezTo>
                    <a:pt x="2163128" y="1973104"/>
                    <a:pt x="2218182" y="1914049"/>
                    <a:pt x="2277237" y="1859185"/>
                  </a:cubicBezTo>
                  <a:cubicBezTo>
                    <a:pt x="2350770" y="1790891"/>
                    <a:pt x="2430304" y="1728978"/>
                    <a:pt x="2499455" y="1656207"/>
                  </a:cubicBezTo>
                  <a:cubicBezTo>
                    <a:pt x="2576989" y="1574578"/>
                    <a:pt x="2641568" y="1481900"/>
                    <a:pt x="2707100" y="1390269"/>
                  </a:cubicBezTo>
                  <a:cubicBezTo>
                    <a:pt x="2744153" y="1338453"/>
                    <a:pt x="2781586" y="1286732"/>
                    <a:pt x="2812352" y="1230916"/>
                  </a:cubicBezTo>
                  <a:cubicBezTo>
                    <a:pt x="2846546" y="1168908"/>
                    <a:pt x="2872550" y="1102900"/>
                    <a:pt x="2898172" y="1036987"/>
                  </a:cubicBezTo>
                  <a:cubicBezTo>
                    <a:pt x="2922175" y="975455"/>
                    <a:pt x="2948273" y="914305"/>
                    <a:pt x="2963228" y="850011"/>
                  </a:cubicBezTo>
                  <a:cubicBezTo>
                    <a:pt x="2971229" y="815626"/>
                    <a:pt x="2976563" y="780764"/>
                    <a:pt x="2977325" y="745427"/>
                  </a:cubicBezTo>
                  <a:cubicBezTo>
                    <a:pt x="2979230" y="654844"/>
                    <a:pt x="2963323" y="564261"/>
                    <a:pt x="2929509" y="480155"/>
                  </a:cubicBezTo>
                  <a:cubicBezTo>
                    <a:pt x="2851309" y="285655"/>
                    <a:pt x="2563082" y="0"/>
                    <a:pt x="2563082" y="0"/>
                  </a:cubicBezTo>
                </a:path>
              </a:pathLst>
            </a:custGeom>
            <a:noFill/>
            <a:ln w="9525" cap="rnd">
              <a:solidFill>
                <a:schemeClr val="accent2">
                  <a:alpha val="75000"/>
                </a:schemeClr>
              </a:solidFill>
              <a:prstDash val="lgDash"/>
              <a:round/>
            </a:ln>
          </p:spPr>
          <p:txBody>
            <a:bodyPr rtlCol="0" anchor="ctr"/>
            <a:lstStyle/>
            <a:p>
              <a:endParaRPr lang="en-US"/>
            </a:p>
          </p:txBody>
        </p:sp>
        <p:sp>
          <p:nvSpPr>
            <p:cNvPr id="198" name="Freeform: Shape 197">
              <a:extLst>
                <a:ext uri="{FF2B5EF4-FFF2-40B4-BE49-F238E27FC236}">
                  <a16:creationId xmlns:a16="http://schemas.microsoft.com/office/drawing/2014/main" id="{D158A14A-147E-4130-A5E2-38FD84B181AF}"/>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4494561" y="923925"/>
              <a:ext cx="2356712" cy="4118991"/>
            </a:xfrm>
            <a:custGeom>
              <a:avLst/>
              <a:gdLst>
                <a:gd name="connsiteX0" fmla="*/ 1707071 w 2356712"/>
                <a:gd name="connsiteY0" fmla="*/ 0 h 4118991"/>
                <a:gd name="connsiteX1" fmla="*/ 1824514 w 2356712"/>
                <a:gd name="connsiteY1" fmla="*/ 244697 h 4118991"/>
                <a:gd name="connsiteX2" fmla="*/ 1908715 w 2356712"/>
                <a:gd name="connsiteY2" fmla="*/ 328994 h 4118991"/>
                <a:gd name="connsiteX3" fmla="*/ 2226469 w 2356712"/>
                <a:gd name="connsiteY3" fmla="*/ 603695 h 4118991"/>
                <a:gd name="connsiteX4" fmla="*/ 2355628 w 2356712"/>
                <a:gd name="connsiteY4" fmla="*/ 900494 h 4118991"/>
                <a:gd name="connsiteX5" fmla="*/ 2281428 w 2356712"/>
                <a:gd name="connsiteY5" fmla="*/ 1206913 h 4118991"/>
                <a:gd name="connsiteX6" fmla="*/ 2092452 w 2356712"/>
                <a:gd name="connsiteY6" fmla="*/ 1460659 h 4118991"/>
                <a:gd name="connsiteX7" fmla="*/ 1834039 w 2356712"/>
                <a:gd name="connsiteY7" fmla="*/ 1625822 h 4118991"/>
                <a:gd name="connsiteX8" fmla="*/ 1558862 w 2356712"/>
                <a:gd name="connsiteY8" fmla="*/ 1743075 h 4118991"/>
                <a:gd name="connsiteX9" fmla="*/ 1386554 w 2356712"/>
                <a:gd name="connsiteY9" fmla="*/ 1869948 h 4118991"/>
                <a:gd name="connsiteX10" fmla="*/ 1271683 w 2356712"/>
                <a:gd name="connsiteY10" fmla="*/ 2073402 h 4118991"/>
                <a:gd name="connsiteX11" fmla="*/ 1178338 w 2356712"/>
                <a:gd name="connsiteY11" fmla="*/ 2355914 h 4118991"/>
                <a:gd name="connsiteX12" fmla="*/ 1113758 w 2356712"/>
                <a:gd name="connsiteY12" fmla="*/ 2578513 h 4118991"/>
                <a:gd name="connsiteX13" fmla="*/ 1034796 w 2356712"/>
                <a:gd name="connsiteY13" fmla="*/ 2834640 h 4118991"/>
                <a:gd name="connsiteX14" fmla="*/ 905637 w 2356712"/>
                <a:gd name="connsiteY14" fmla="*/ 3081242 h 4118991"/>
                <a:gd name="connsiteX15" fmla="*/ 793147 w 2356712"/>
                <a:gd name="connsiteY15" fmla="*/ 3258407 h 4118991"/>
                <a:gd name="connsiteX16" fmla="*/ 546735 w 2356712"/>
                <a:gd name="connsiteY16" fmla="*/ 3571970 h 4118991"/>
                <a:gd name="connsiteX17" fmla="*/ 346996 w 2356712"/>
                <a:gd name="connsiteY17" fmla="*/ 3771900 h 4118991"/>
                <a:gd name="connsiteX18" fmla="*/ 174689 w 2356712"/>
                <a:gd name="connsiteY18" fmla="*/ 3944207 h 4118991"/>
                <a:gd name="connsiteX19" fmla="*/ 0 w 2356712"/>
                <a:gd name="connsiteY19" fmla="*/ 4118991 h 411899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Lst>
              <a:rect l="l" t="t" r="r" b="b"/>
              <a:pathLst>
                <a:path w="2356712" h="4118991">
                  <a:moveTo>
                    <a:pt x="1707071" y="0"/>
                  </a:moveTo>
                  <a:cubicBezTo>
                    <a:pt x="1715357" y="22098"/>
                    <a:pt x="1812608" y="224409"/>
                    <a:pt x="1824514" y="244697"/>
                  </a:cubicBezTo>
                  <a:cubicBezTo>
                    <a:pt x="1844802" y="279273"/>
                    <a:pt x="1876996" y="304324"/>
                    <a:pt x="1908715" y="328994"/>
                  </a:cubicBezTo>
                  <a:cubicBezTo>
                    <a:pt x="2019967" y="415195"/>
                    <a:pt x="2137886" y="494633"/>
                    <a:pt x="2226469" y="603695"/>
                  </a:cubicBezTo>
                  <a:cubicBezTo>
                    <a:pt x="2296287" y="689610"/>
                    <a:pt x="2347817" y="790480"/>
                    <a:pt x="2355628" y="900494"/>
                  </a:cubicBezTo>
                  <a:cubicBezTo>
                    <a:pt x="2363248" y="1007078"/>
                    <a:pt x="2329910" y="1111187"/>
                    <a:pt x="2281428" y="1206913"/>
                  </a:cubicBezTo>
                  <a:cubicBezTo>
                    <a:pt x="2233422" y="1301877"/>
                    <a:pt x="2170938" y="1388936"/>
                    <a:pt x="2092452" y="1460659"/>
                  </a:cubicBezTo>
                  <a:cubicBezTo>
                    <a:pt x="2016538" y="1530001"/>
                    <a:pt x="1927765" y="1583436"/>
                    <a:pt x="1834039" y="1625822"/>
                  </a:cubicBezTo>
                  <a:cubicBezTo>
                    <a:pt x="1743075" y="1666970"/>
                    <a:pt x="1647730" y="1697736"/>
                    <a:pt x="1558862" y="1743075"/>
                  </a:cubicBezTo>
                  <a:cubicBezTo>
                    <a:pt x="1494758" y="1775841"/>
                    <a:pt x="1434275" y="1816132"/>
                    <a:pt x="1386554" y="1869948"/>
                  </a:cubicBezTo>
                  <a:cubicBezTo>
                    <a:pt x="1334548" y="1928622"/>
                    <a:pt x="1300544" y="2000345"/>
                    <a:pt x="1271683" y="2073402"/>
                  </a:cubicBezTo>
                  <a:cubicBezTo>
                    <a:pt x="1235202" y="2165699"/>
                    <a:pt x="1206722" y="2260759"/>
                    <a:pt x="1178338" y="2355914"/>
                  </a:cubicBezTo>
                  <a:cubicBezTo>
                    <a:pt x="1156240" y="2429923"/>
                    <a:pt x="1134237" y="2504028"/>
                    <a:pt x="1113758" y="2578513"/>
                  </a:cubicBezTo>
                  <a:cubicBezTo>
                    <a:pt x="1090041" y="2664714"/>
                    <a:pt x="1068134" y="2751678"/>
                    <a:pt x="1034796" y="2834640"/>
                  </a:cubicBezTo>
                  <a:cubicBezTo>
                    <a:pt x="1000125" y="2920841"/>
                    <a:pt x="953643" y="3001613"/>
                    <a:pt x="905637" y="3081242"/>
                  </a:cubicBezTo>
                  <a:cubicBezTo>
                    <a:pt x="869442" y="3141155"/>
                    <a:pt x="832295" y="3200400"/>
                    <a:pt x="793147" y="3258407"/>
                  </a:cubicBezTo>
                  <a:cubicBezTo>
                    <a:pt x="718661" y="3368802"/>
                    <a:pt x="637223" y="3474434"/>
                    <a:pt x="546735" y="3571970"/>
                  </a:cubicBezTo>
                  <a:cubicBezTo>
                    <a:pt x="482632" y="3641027"/>
                    <a:pt x="414147" y="3705797"/>
                    <a:pt x="346996" y="3771900"/>
                  </a:cubicBezTo>
                  <a:cubicBezTo>
                    <a:pt x="288989" y="3828764"/>
                    <a:pt x="232029" y="3886676"/>
                    <a:pt x="174689" y="3944207"/>
                  </a:cubicBezTo>
                  <a:cubicBezTo>
                    <a:pt x="116586" y="4002596"/>
                    <a:pt x="58293" y="4060698"/>
                    <a:pt x="0" y="4118991"/>
                  </a:cubicBezTo>
                </a:path>
              </a:pathLst>
            </a:custGeom>
            <a:noFill/>
            <a:ln w="9525" cap="rnd">
              <a:solidFill>
                <a:schemeClr val="accent2">
                  <a:alpha val="75000"/>
                </a:schemeClr>
              </a:solidFill>
              <a:prstDash val="lgDash"/>
              <a:round/>
            </a:ln>
          </p:spPr>
          <p:txBody>
            <a:bodyPr rtlCol="0" anchor="ctr"/>
            <a:lstStyle/>
            <a:p>
              <a:endParaRPr lang="en-US"/>
            </a:p>
          </p:txBody>
        </p:sp>
        <p:sp>
          <p:nvSpPr>
            <p:cNvPr id="199" name="Freeform: Shape 198">
              <a:extLst>
                <a:ext uri="{FF2B5EF4-FFF2-40B4-BE49-F238E27FC236}">
                  <a16:creationId xmlns:a16="http://schemas.microsoft.com/office/drawing/2014/main" id="{75B8B1EB-5E2B-472C-AE60-2EC5961F16F9}"/>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4473129" y="923925"/>
              <a:ext cx="2059193" cy="3980116"/>
            </a:xfrm>
            <a:custGeom>
              <a:avLst/>
              <a:gdLst>
                <a:gd name="connsiteX0" fmla="*/ 0 w 2059193"/>
                <a:gd name="connsiteY0" fmla="*/ 3980116 h 3980116"/>
                <a:gd name="connsiteX1" fmla="*/ 471583 w 2059193"/>
                <a:gd name="connsiteY1" fmla="*/ 3515678 h 3980116"/>
                <a:gd name="connsiteX2" fmla="*/ 758666 w 2059193"/>
                <a:gd name="connsiteY2" fmla="*/ 3163824 h 3980116"/>
                <a:gd name="connsiteX3" fmla="*/ 940499 w 2059193"/>
                <a:gd name="connsiteY3" fmla="*/ 2780824 h 3980116"/>
                <a:gd name="connsiteX4" fmla="*/ 1055370 w 2059193"/>
                <a:gd name="connsiteY4" fmla="*/ 2242185 h 3980116"/>
                <a:gd name="connsiteX5" fmla="*/ 1136714 w 2059193"/>
                <a:gd name="connsiteY5" fmla="*/ 1878330 h 3980116"/>
                <a:gd name="connsiteX6" fmla="*/ 1246727 w 2059193"/>
                <a:gd name="connsiteY6" fmla="*/ 1562386 h 3980116"/>
                <a:gd name="connsiteX7" fmla="*/ 1378363 w 2059193"/>
                <a:gd name="connsiteY7" fmla="*/ 1430750 h 3980116"/>
                <a:gd name="connsiteX8" fmla="*/ 1691831 w 2059193"/>
                <a:gd name="connsiteY8" fmla="*/ 1394841 h 3980116"/>
                <a:gd name="connsiteX9" fmla="*/ 1914335 w 2059193"/>
                <a:gd name="connsiteY9" fmla="*/ 1323023 h 3980116"/>
                <a:gd name="connsiteX10" fmla="*/ 2055495 w 2059193"/>
                <a:gd name="connsiteY10" fmla="*/ 1098042 h 3980116"/>
                <a:gd name="connsiteX11" fmla="*/ 2033969 w 2059193"/>
                <a:gd name="connsiteY11" fmla="*/ 930497 h 3980116"/>
                <a:gd name="connsiteX12" fmla="*/ 1885664 w 2059193"/>
                <a:gd name="connsiteY12" fmla="*/ 760571 h 3980116"/>
                <a:gd name="connsiteX13" fmla="*/ 1636871 w 2059193"/>
                <a:gd name="connsiteY13" fmla="*/ 612172 h 3980116"/>
                <a:gd name="connsiteX14" fmla="*/ 1335405 w 2059193"/>
                <a:gd name="connsiteY14" fmla="*/ 459010 h 3980116"/>
                <a:gd name="connsiteX15" fmla="*/ 1234916 w 2059193"/>
                <a:gd name="connsiteY15" fmla="*/ 269939 h 3980116"/>
                <a:gd name="connsiteX16" fmla="*/ 1386935 w 2059193"/>
                <a:gd name="connsiteY16" fmla="*/ 0 h 398011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Lst>
              <a:rect l="l" t="t" r="r" b="b"/>
              <a:pathLst>
                <a:path w="2059193" h="3980116">
                  <a:moveTo>
                    <a:pt x="0" y="3980116"/>
                  </a:moveTo>
                  <a:cubicBezTo>
                    <a:pt x="91345" y="3889534"/>
                    <a:pt x="382715" y="3608737"/>
                    <a:pt x="471583" y="3515678"/>
                  </a:cubicBezTo>
                  <a:cubicBezTo>
                    <a:pt x="576358" y="3405949"/>
                    <a:pt x="675989" y="3290983"/>
                    <a:pt x="758666" y="3163824"/>
                  </a:cubicBezTo>
                  <a:cubicBezTo>
                    <a:pt x="836105" y="3044857"/>
                    <a:pt x="897445" y="2916079"/>
                    <a:pt x="940499" y="2780824"/>
                  </a:cubicBezTo>
                  <a:cubicBezTo>
                    <a:pt x="996315" y="2605754"/>
                    <a:pt x="1020985" y="2422874"/>
                    <a:pt x="1055370" y="2242185"/>
                  </a:cubicBezTo>
                  <a:cubicBezTo>
                    <a:pt x="1078611" y="2120075"/>
                    <a:pt x="1107472" y="1999107"/>
                    <a:pt x="1136714" y="1878330"/>
                  </a:cubicBezTo>
                  <a:cubicBezTo>
                    <a:pt x="1163098" y="1769174"/>
                    <a:pt x="1189482" y="1658588"/>
                    <a:pt x="1246727" y="1562386"/>
                  </a:cubicBezTo>
                  <a:cubicBezTo>
                    <a:pt x="1279208" y="1507808"/>
                    <a:pt x="1321689" y="1459039"/>
                    <a:pt x="1378363" y="1430750"/>
                  </a:cubicBezTo>
                  <a:cubicBezTo>
                    <a:pt x="1473327" y="1383221"/>
                    <a:pt x="1584865" y="1402652"/>
                    <a:pt x="1691831" y="1394841"/>
                  </a:cubicBezTo>
                  <a:cubicBezTo>
                    <a:pt x="1771079" y="1389031"/>
                    <a:pt x="1849279" y="1368266"/>
                    <a:pt x="1914335" y="1323023"/>
                  </a:cubicBezTo>
                  <a:cubicBezTo>
                    <a:pt x="1989963" y="1270445"/>
                    <a:pt x="2041493" y="1189101"/>
                    <a:pt x="2055495" y="1098042"/>
                  </a:cubicBezTo>
                  <a:cubicBezTo>
                    <a:pt x="2064258" y="1041178"/>
                    <a:pt x="2057591" y="982980"/>
                    <a:pt x="2033969" y="930497"/>
                  </a:cubicBezTo>
                  <a:cubicBezTo>
                    <a:pt x="2002727" y="861060"/>
                    <a:pt x="1945958" y="807625"/>
                    <a:pt x="1885664" y="760571"/>
                  </a:cubicBezTo>
                  <a:cubicBezTo>
                    <a:pt x="1809179" y="700945"/>
                    <a:pt x="1725549" y="651415"/>
                    <a:pt x="1636871" y="612172"/>
                  </a:cubicBezTo>
                  <a:cubicBezTo>
                    <a:pt x="1532763" y="566071"/>
                    <a:pt x="1421606" y="532543"/>
                    <a:pt x="1335405" y="459010"/>
                  </a:cubicBezTo>
                  <a:cubicBezTo>
                    <a:pt x="1277969" y="409956"/>
                    <a:pt x="1232059" y="344615"/>
                    <a:pt x="1234916" y="269939"/>
                  </a:cubicBezTo>
                  <a:cubicBezTo>
                    <a:pt x="1237012" y="211741"/>
                    <a:pt x="1386935" y="0"/>
                    <a:pt x="1386935" y="0"/>
                  </a:cubicBezTo>
                </a:path>
              </a:pathLst>
            </a:custGeom>
            <a:noFill/>
            <a:ln w="9525" cap="rnd">
              <a:solidFill>
                <a:schemeClr val="accent2">
                  <a:alpha val="75000"/>
                </a:schemeClr>
              </a:solidFill>
              <a:prstDash val="lgDash"/>
              <a:round/>
            </a:ln>
          </p:spPr>
          <p:txBody>
            <a:bodyPr rtlCol="0" anchor="ctr"/>
            <a:lstStyle/>
            <a:p>
              <a:endParaRPr lang="en-US"/>
            </a:p>
          </p:txBody>
        </p:sp>
        <p:sp>
          <p:nvSpPr>
            <p:cNvPr id="200" name="Freeform: Shape 199">
              <a:extLst>
                <a:ext uri="{FF2B5EF4-FFF2-40B4-BE49-F238E27FC236}">
                  <a16:creationId xmlns:a16="http://schemas.microsoft.com/office/drawing/2014/main" id="{B4F5BD77-58D7-4B61-A666-1B4139A63A28}"/>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4485131" y="1719357"/>
              <a:ext cx="743796" cy="2867501"/>
            </a:xfrm>
            <a:custGeom>
              <a:avLst/>
              <a:gdLst>
                <a:gd name="connsiteX0" fmla="*/ 11144 w 743796"/>
                <a:gd name="connsiteY0" fmla="*/ 0 h 2867501"/>
                <a:gd name="connsiteX1" fmla="*/ 353663 w 743796"/>
                <a:gd name="connsiteY1" fmla="*/ 55245 h 2867501"/>
                <a:gd name="connsiteX2" fmla="*/ 571405 w 743796"/>
                <a:gd name="connsiteY2" fmla="*/ 179737 h 2867501"/>
                <a:gd name="connsiteX3" fmla="*/ 688658 w 743796"/>
                <a:gd name="connsiteY3" fmla="*/ 368808 h 2867501"/>
                <a:gd name="connsiteX4" fmla="*/ 731711 w 743796"/>
                <a:gd name="connsiteY4" fmla="*/ 612934 h 2867501"/>
                <a:gd name="connsiteX5" fmla="*/ 725233 w 743796"/>
                <a:gd name="connsiteY5" fmla="*/ 995648 h 2867501"/>
                <a:gd name="connsiteX6" fmla="*/ 742855 w 743796"/>
                <a:gd name="connsiteY6" fmla="*/ 1499330 h 2867501"/>
                <a:gd name="connsiteX7" fmla="*/ 707898 w 743796"/>
                <a:gd name="connsiteY7" fmla="*/ 1793081 h 2867501"/>
                <a:gd name="connsiteX8" fmla="*/ 633222 w 743796"/>
                <a:gd name="connsiteY8" fmla="*/ 2073592 h 2867501"/>
                <a:gd name="connsiteX9" fmla="*/ 404527 w 743796"/>
                <a:gd name="connsiteY9" fmla="*/ 2472404 h 2867501"/>
                <a:gd name="connsiteX10" fmla="*/ 0 w 743796"/>
                <a:gd name="connsiteY10" fmla="*/ 2867501 h 286750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743796" h="2867501">
                  <a:moveTo>
                    <a:pt x="11144" y="0"/>
                  </a:moveTo>
                  <a:cubicBezTo>
                    <a:pt x="101060" y="2953"/>
                    <a:pt x="268796" y="25146"/>
                    <a:pt x="353663" y="55245"/>
                  </a:cubicBezTo>
                  <a:cubicBezTo>
                    <a:pt x="433483" y="83534"/>
                    <a:pt x="510635" y="120967"/>
                    <a:pt x="571405" y="179737"/>
                  </a:cubicBezTo>
                  <a:cubicBezTo>
                    <a:pt x="625412" y="231934"/>
                    <a:pt x="663607" y="297942"/>
                    <a:pt x="688658" y="368808"/>
                  </a:cubicBezTo>
                  <a:cubicBezTo>
                    <a:pt x="716375" y="447103"/>
                    <a:pt x="727996" y="529876"/>
                    <a:pt x="731711" y="612934"/>
                  </a:cubicBezTo>
                  <a:cubicBezTo>
                    <a:pt x="737426" y="740474"/>
                    <a:pt x="724948" y="867918"/>
                    <a:pt x="725233" y="995648"/>
                  </a:cubicBezTo>
                  <a:cubicBezTo>
                    <a:pt x="725710" y="1163765"/>
                    <a:pt x="748665" y="1331309"/>
                    <a:pt x="742855" y="1499330"/>
                  </a:cubicBezTo>
                  <a:cubicBezTo>
                    <a:pt x="739426" y="1598009"/>
                    <a:pt x="725996" y="1696022"/>
                    <a:pt x="707898" y="1793081"/>
                  </a:cubicBezTo>
                  <a:cubicBezTo>
                    <a:pt x="690086" y="1888426"/>
                    <a:pt x="666845" y="1982724"/>
                    <a:pt x="633222" y="2073592"/>
                  </a:cubicBezTo>
                  <a:cubicBezTo>
                    <a:pt x="579692" y="2218182"/>
                    <a:pt x="499682" y="2351056"/>
                    <a:pt x="404527" y="2472404"/>
                  </a:cubicBezTo>
                  <a:cubicBezTo>
                    <a:pt x="266033" y="2648902"/>
                    <a:pt x="179642" y="2732818"/>
                    <a:pt x="0" y="2867501"/>
                  </a:cubicBezTo>
                </a:path>
              </a:pathLst>
            </a:custGeom>
            <a:noFill/>
            <a:ln w="9525" cap="rnd">
              <a:solidFill>
                <a:schemeClr val="accent2">
                  <a:alpha val="75000"/>
                </a:schemeClr>
              </a:solidFill>
              <a:prstDash val="lgDash"/>
              <a:round/>
            </a:ln>
          </p:spPr>
          <p:txBody>
            <a:bodyPr rtlCol="0" anchor="ctr"/>
            <a:lstStyle/>
            <a:p>
              <a:endParaRPr lang="en-US"/>
            </a:p>
          </p:txBody>
        </p:sp>
        <p:sp>
          <p:nvSpPr>
            <p:cNvPr id="201" name="Freeform: Shape 200">
              <a:extLst>
                <a:ext uri="{FF2B5EF4-FFF2-40B4-BE49-F238E27FC236}">
                  <a16:creationId xmlns:a16="http://schemas.microsoft.com/office/drawing/2014/main" id="{F5CBEC6B-EDB6-40B8-8771-E5AF41B8D698}"/>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4473129" y="1912731"/>
              <a:ext cx="597294" cy="2543540"/>
            </a:xfrm>
            <a:custGeom>
              <a:avLst/>
              <a:gdLst>
                <a:gd name="connsiteX0" fmla="*/ 16478 w 597294"/>
                <a:gd name="connsiteY0" fmla="*/ 2079 h 2543540"/>
                <a:gd name="connsiteX1" fmla="*/ 299847 w 597294"/>
                <a:gd name="connsiteY1" fmla="*/ 53991 h 2543540"/>
                <a:gd name="connsiteX2" fmla="*/ 503206 w 597294"/>
                <a:gd name="connsiteY2" fmla="*/ 291354 h 2543540"/>
                <a:gd name="connsiteX3" fmla="*/ 525113 w 597294"/>
                <a:gd name="connsiteY3" fmla="*/ 724265 h 2543540"/>
                <a:gd name="connsiteX4" fmla="*/ 578930 w 597294"/>
                <a:gd name="connsiteY4" fmla="*/ 1117267 h 2543540"/>
                <a:gd name="connsiteX5" fmla="*/ 592931 w 597294"/>
                <a:gd name="connsiteY5" fmla="*/ 1476359 h 2543540"/>
                <a:gd name="connsiteX6" fmla="*/ 503206 w 597294"/>
                <a:gd name="connsiteY6" fmla="*/ 1859359 h 2543540"/>
                <a:gd name="connsiteX7" fmla="*/ 291846 w 597294"/>
                <a:gd name="connsiteY7" fmla="*/ 2250361 h 2543540"/>
                <a:gd name="connsiteX8" fmla="*/ 0 w 597294"/>
                <a:gd name="connsiteY8" fmla="*/ 2543540 h 254354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597294" h="2543540">
                  <a:moveTo>
                    <a:pt x="16478" y="2079"/>
                  </a:moveTo>
                  <a:cubicBezTo>
                    <a:pt x="101441" y="-6684"/>
                    <a:pt x="224885" y="12557"/>
                    <a:pt x="299847" y="53991"/>
                  </a:cubicBezTo>
                  <a:cubicBezTo>
                    <a:pt x="394240" y="106092"/>
                    <a:pt x="468440" y="189341"/>
                    <a:pt x="503206" y="291354"/>
                  </a:cubicBezTo>
                  <a:cubicBezTo>
                    <a:pt x="550069" y="429085"/>
                    <a:pt x="520827" y="577770"/>
                    <a:pt x="525113" y="724265"/>
                  </a:cubicBezTo>
                  <a:cubicBezTo>
                    <a:pt x="529019" y="856472"/>
                    <a:pt x="561118" y="986012"/>
                    <a:pt x="578930" y="1117267"/>
                  </a:cubicBezTo>
                  <a:cubicBezTo>
                    <a:pt x="595122" y="1236234"/>
                    <a:pt x="602742" y="1356630"/>
                    <a:pt x="592931" y="1476359"/>
                  </a:cubicBezTo>
                  <a:cubicBezTo>
                    <a:pt x="582073" y="1607709"/>
                    <a:pt x="549783" y="1736011"/>
                    <a:pt x="503206" y="1859359"/>
                  </a:cubicBezTo>
                  <a:cubicBezTo>
                    <a:pt x="450628" y="1998710"/>
                    <a:pt x="383857" y="2133298"/>
                    <a:pt x="291846" y="2250361"/>
                  </a:cubicBezTo>
                  <a:cubicBezTo>
                    <a:pt x="231553" y="2327132"/>
                    <a:pt x="73819" y="2479532"/>
                    <a:pt x="0" y="2543540"/>
                  </a:cubicBezTo>
                </a:path>
              </a:pathLst>
            </a:custGeom>
            <a:noFill/>
            <a:ln w="9525" cap="rnd">
              <a:solidFill>
                <a:schemeClr val="accent2">
                  <a:alpha val="75000"/>
                </a:schemeClr>
              </a:solidFill>
              <a:prstDash val="lgDash"/>
              <a:round/>
            </a:ln>
          </p:spPr>
          <p:txBody>
            <a:bodyPr rtlCol="0" anchor="ctr"/>
            <a:lstStyle/>
            <a:p>
              <a:endParaRPr lang="en-US"/>
            </a:p>
          </p:txBody>
        </p:sp>
        <p:sp>
          <p:nvSpPr>
            <p:cNvPr id="202" name="Freeform: Shape 201">
              <a:extLst>
                <a:ext uri="{FF2B5EF4-FFF2-40B4-BE49-F238E27FC236}">
                  <a16:creationId xmlns:a16="http://schemas.microsoft.com/office/drawing/2014/main" id="{91BD0EE8-AA47-4044-9251-9F5A4B820120}"/>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4491417" y="2227197"/>
              <a:ext cx="389425" cy="2011236"/>
            </a:xfrm>
            <a:custGeom>
              <a:avLst/>
              <a:gdLst>
                <a:gd name="connsiteX0" fmla="*/ 0 w 389425"/>
                <a:gd name="connsiteY0" fmla="*/ 33 h 2011236"/>
                <a:gd name="connsiteX1" fmla="*/ 171260 w 389425"/>
                <a:gd name="connsiteY1" fmla="*/ 60326 h 2011236"/>
                <a:gd name="connsiteX2" fmla="*/ 211455 w 389425"/>
                <a:gd name="connsiteY2" fmla="*/ 221204 h 2011236"/>
                <a:gd name="connsiteX3" fmla="*/ 243078 w 389425"/>
                <a:gd name="connsiteY3" fmla="*/ 448089 h 2011236"/>
                <a:gd name="connsiteX4" fmla="*/ 346424 w 389425"/>
                <a:gd name="connsiteY4" fmla="*/ 789941 h 2011236"/>
                <a:gd name="connsiteX5" fmla="*/ 372237 w 389425"/>
                <a:gd name="connsiteY5" fmla="*/ 942151 h 2011236"/>
                <a:gd name="connsiteX6" fmla="*/ 386620 w 389425"/>
                <a:gd name="connsiteY6" fmla="*/ 1272478 h 2011236"/>
                <a:gd name="connsiteX7" fmla="*/ 280416 w 389425"/>
                <a:gd name="connsiteY7" fmla="*/ 1660241 h 2011236"/>
                <a:gd name="connsiteX8" fmla="*/ 151257 w 389425"/>
                <a:gd name="connsiteY8" fmla="*/ 1844073 h 2011236"/>
                <a:gd name="connsiteX9" fmla="*/ 1905 w 389425"/>
                <a:gd name="connsiteY9" fmla="*/ 2011237 h 201123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389425" h="2011236">
                  <a:moveTo>
                    <a:pt x="0" y="33"/>
                  </a:moveTo>
                  <a:cubicBezTo>
                    <a:pt x="57912" y="-824"/>
                    <a:pt x="136112" y="14892"/>
                    <a:pt x="171260" y="60326"/>
                  </a:cubicBezTo>
                  <a:cubicBezTo>
                    <a:pt x="205645" y="104903"/>
                    <a:pt x="207740" y="164244"/>
                    <a:pt x="211455" y="221204"/>
                  </a:cubicBezTo>
                  <a:cubicBezTo>
                    <a:pt x="216408" y="297594"/>
                    <a:pt x="225838" y="373604"/>
                    <a:pt x="243078" y="448089"/>
                  </a:cubicBezTo>
                  <a:cubicBezTo>
                    <a:pt x="269939" y="564199"/>
                    <a:pt x="319183" y="673927"/>
                    <a:pt x="346424" y="789941"/>
                  </a:cubicBezTo>
                  <a:cubicBezTo>
                    <a:pt x="358235" y="840043"/>
                    <a:pt x="365951" y="891097"/>
                    <a:pt x="372237" y="942151"/>
                  </a:cubicBezTo>
                  <a:cubicBezTo>
                    <a:pt x="385858" y="1051784"/>
                    <a:pt x="394049" y="1162274"/>
                    <a:pt x="386620" y="1272478"/>
                  </a:cubicBezTo>
                  <a:cubicBezTo>
                    <a:pt x="377476" y="1407828"/>
                    <a:pt x="344996" y="1541178"/>
                    <a:pt x="280416" y="1660241"/>
                  </a:cubicBezTo>
                  <a:cubicBezTo>
                    <a:pt x="244602" y="1726249"/>
                    <a:pt x="199358" y="1786352"/>
                    <a:pt x="151257" y="1844073"/>
                  </a:cubicBezTo>
                  <a:cubicBezTo>
                    <a:pt x="79534" y="1930084"/>
                    <a:pt x="89345" y="1941419"/>
                    <a:pt x="1905" y="2011237"/>
                  </a:cubicBezTo>
                </a:path>
              </a:pathLst>
            </a:custGeom>
            <a:noFill/>
            <a:ln w="9525" cap="rnd">
              <a:solidFill>
                <a:schemeClr val="accent2">
                  <a:alpha val="75000"/>
                </a:schemeClr>
              </a:solidFill>
              <a:prstDash val="lgDash"/>
              <a:round/>
            </a:ln>
          </p:spPr>
          <p:txBody>
            <a:bodyPr rtlCol="0" anchor="ctr"/>
            <a:lstStyle/>
            <a:p>
              <a:endParaRPr lang="en-US" dirty="0"/>
            </a:p>
          </p:txBody>
        </p:sp>
      </p:grpSp>
      <p:grpSp>
        <p:nvGrpSpPr>
          <p:cNvPr id="204" name="Graphic 157">
            <a:extLst>
              <a:ext uri="{FF2B5EF4-FFF2-40B4-BE49-F238E27FC236}">
                <a16:creationId xmlns:a16="http://schemas.microsoft.com/office/drawing/2014/main" id="{C3279E8D-2BAA-4CB1-834B-09FADD54DE56}"/>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8610600" y="3276600"/>
            <a:ext cx="3529260" cy="3581398"/>
            <a:chOff x="4114800" y="1423987"/>
            <a:chExt cx="3961542" cy="4007547"/>
          </a:xfrm>
          <a:noFill/>
        </p:grpSpPr>
        <p:sp>
          <p:nvSpPr>
            <p:cNvPr id="205" name="Freeform: Shape 204">
              <a:extLst>
                <a:ext uri="{FF2B5EF4-FFF2-40B4-BE49-F238E27FC236}">
                  <a16:creationId xmlns:a16="http://schemas.microsoft.com/office/drawing/2014/main" id="{3456F18E-4F61-486D-9CD6-65B30372C534}"/>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4114800" y="1423987"/>
              <a:ext cx="3946874" cy="3989641"/>
            </a:xfrm>
            <a:custGeom>
              <a:avLst/>
              <a:gdLst>
                <a:gd name="connsiteX0" fmla="*/ 0 w 3946874"/>
                <a:gd name="connsiteY0" fmla="*/ 3989641 h 3989641"/>
                <a:gd name="connsiteX1" fmla="*/ 79439 w 3946874"/>
                <a:gd name="connsiteY1" fmla="*/ 3891153 h 3989641"/>
                <a:gd name="connsiteX2" fmla="*/ 297371 w 3946874"/>
                <a:gd name="connsiteY2" fmla="*/ 3626930 h 3989641"/>
                <a:gd name="connsiteX3" fmla="*/ 454343 w 3946874"/>
                <a:gd name="connsiteY3" fmla="*/ 3440335 h 3989641"/>
                <a:gd name="connsiteX4" fmla="*/ 622363 w 3946874"/>
                <a:gd name="connsiteY4" fmla="*/ 3290697 h 3989641"/>
                <a:gd name="connsiteX5" fmla="*/ 927068 w 3946874"/>
                <a:gd name="connsiteY5" fmla="*/ 3087434 h 3989641"/>
                <a:gd name="connsiteX6" fmla="*/ 1176338 w 3946874"/>
                <a:gd name="connsiteY6" fmla="*/ 2915603 h 3989641"/>
                <a:gd name="connsiteX7" fmla="*/ 1394270 w 3946874"/>
                <a:gd name="connsiteY7" fmla="*/ 2780729 h 3989641"/>
                <a:gd name="connsiteX8" fmla="*/ 1601057 w 3946874"/>
                <a:gd name="connsiteY8" fmla="*/ 2723483 h 3989641"/>
                <a:gd name="connsiteX9" fmla="*/ 1756220 w 3946874"/>
                <a:gd name="connsiteY9" fmla="*/ 2743772 h 3989641"/>
                <a:gd name="connsiteX10" fmla="*/ 1889189 w 3946874"/>
                <a:gd name="connsiteY10" fmla="*/ 2765965 h 3989641"/>
                <a:gd name="connsiteX11" fmla="*/ 2007394 w 3946874"/>
                <a:gd name="connsiteY11" fmla="*/ 2765965 h 3989641"/>
                <a:gd name="connsiteX12" fmla="*/ 2184654 w 3946874"/>
                <a:gd name="connsiteY12" fmla="*/ 2671763 h 3989641"/>
                <a:gd name="connsiteX13" fmla="*/ 2372773 w 3946874"/>
                <a:gd name="connsiteY13" fmla="*/ 2538984 h 3989641"/>
                <a:gd name="connsiteX14" fmla="*/ 2439543 w 3946874"/>
                <a:gd name="connsiteY14" fmla="*/ 2510504 h 3989641"/>
                <a:gd name="connsiteX15" fmla="*/ 2650617 w 3946874"/>
                <a:gd name="connsiteY15" fmla="*/ 2434781 h 3989641"/>
                <a:gd name="connsiteX16" fmla="*/ 2785110 w 3946874"/>
                <a:gd name="connsiteY16" fmla="*/ 2383060 h 3989641"/>
                <a:gd name="connsiteX17" fmla="*/ 2897315 w 3946874"/>
                <a:gd name="connsiteY17" fmla="*/ 2318861 h 3989641"/>
                <a:gd name="connsiteX18" fmla="*/ 2997994 w 3946874"/>
                <a:gd name="connsiteY18" fmla="*/ 2226183 h 3989641"/>
                <a:gd name="connsiteX19" fmla="*/ 3061240 w 3946874"/>
                <a:gd name="connsiteY19" fmla="*/ 2141506 h 3989641"/>
                <a:gd name="connsiteX20" fmla="*/ 3152108 w 3946874"/>
                <a:gd name="connsiteY20" fmla="*/ 2005203 h 3989641"/>
                <a:gd name="connsiteX21" fmla="*/ 3274124 w 3946874"/>
                <a:gd name="connsiteY21" fmla="*/ 1871567 h 3989641"/>
                <a:gd name="connsiteX22" fmla="*/ 3388138 w 3946874"/>
                <a:gd name="connsiteY22" fmla="*/ 1770888 h 3989641"/>
                <a:gd name="connsiteX23" fmla="*/ 3466529 w 3946874"/>
                <a:gd name="connsiteY23" fmla="*/ 1679162 h 3989641"/>
                <a:gd name="connsiteX24" fmla="*/ 3538633 w 3946874"/>
                <a:gd name="connsiteY24" fmla="*/ 1551718 h 3989641"/>
                <a:gd name="connsiteX25" fmla="*/ 3588544 w 3946874"/>
                <a:gd name="connsiteY25" fmla="*/ 1376172 h 3989641"/>
                <a:gd name="connsiteX26" fmla="*/ 3597402 w 3946874"/>
                <a:gd name="connsiteY26" fmla="*/ 1293305 h 3989641"/>
                <a:gd name="connsiteX27" fmla="*/ 3721227 w 3946874"/>
                <a:gd name="connsiteY27" fmla="*/ 880491 h 3989641"/>
                <a:gd name="connsiteX28" fmla="*/ 3761137 w 3946874"/>
                <a:gd name="connsiteY28" fmla="*/ 463677 h 3989641"/>
                <a:gd name="connsiteX29" fmla="*/ 3946874 w 3946874"/>
                <a:gd name="connsiteY29" fmla="*/ 0 h 398964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Lst>
              <a:rect l="l" t="t" r="r" b="b"/>
              <a:pathLst>
                <a:path w="3946874" h="3989641">
                  <a:moveTo>
                    <a:pt x="0" y="3989641"/>
                  </a:moveTo>
                  <a:cubicBezTo>
                    <a:pt x="19050" y="3957257"/>
                    <a:pt x="50959" y="3916013"/>
                    <a:pt x="79439" y="3891153"/>
                  </a:cubicBezTo>
                  <a:cubicBezTo>
                    <a:pt x="165544" y="3815906"/>
                    <a:pt x="227933" y="3717989"/>
                    <a:pt x="297371" y="3626930"/>
                  </a:cubicBezTo>
                  <a:cubicBezTo>
                    <a:pt x="346615" y="3562255"/>
                    <a:pt x="398050" y="3499009"/>
                    <a:pt x="454343" y="3440335"/>
                  </a:cubicBezTo>
                  <a:cubicBezTo>
                    <a:pt x="506349" y="3386042"/>
                    <a:pt x="562642" y="3336227"/>
                    <a:pt x="622363" y="3290697"/>
                  </a:cubicBezTo>
                  <a:cubicBezTo>
                    <a:pt x="719519" y="3216688"/>
                    <a:pt x="824960" y="3154585"/>
                    <a:pt x="927068" y="3087434"/>
                  </a:cubicBezTo>
                  <a:cubicBezTo>
                    <a:pt x="1011365" y="3031998"/>
                    <a:pt x="1093565" y="2973324"/>
                    <a:pt x="1176338" y="2915603"/>
                  </a:cubicBezTo>
                  <a:cubicBezTo>
                    <a:pt x="1246537" y="2866644"/>
                    <a:pt x="1317308" y="2818066"/>
                    <a:pt x="1394270" y="2780729"/>
                  </a:cubicBezTo>
                  <a:cubicBezTo>
                    <a:pt x="1459421" y="2749106"/>
                    <a:pt x="1528763" y="2724436"/>
                    <a:pt x="1601057" y="2723483"/>
                  </a:cubicBezTo>
                  <a:cubicBezTo>
                    <a:pt x="1653350" y="2722721"/>
                    <a:pt x="1704785" y="2733485"/>
                    <a:pt x="1756220" y="2743772"/>
                  </a:cubicBezTo>
                  <a:cubicBezTo>
                    <a:pt x="1800320" y="2752630"/>
                    <a:pt x="1844612" y="2760250"/>
                    <a:pt x="1889189" y="2765965"/>
                  </a:cubicBezTo>
                  <a:cubicBezTo>
                    <a:pt x="1928622" y="2771013"/>
                    <a:pt x="1968437" y="2773299"/>
                    <a:pt x="2007394" y="2765965"/>
                  </a:cubicBezTo>
                  <a:cubicBezTo>
                    <a:pt x="2073878" y="2753487"/>
                    <a:pt x="2130647" y="2712911"/>
                    <a:pt x="2184654" y="2671763"/>
                  </a:cubicBezTo>
                  <a:cubicBezTo>
                    <a:pt x="2245900" y="2625090"/>
                    <a:pt x="2304002" y="2573465"/>
                    <a:pt x="2372773" y="2538984"/>
                  </a:cubicBezTo>
                  <a:cubicBezTo>
                    <a:pt x="2394395" y="2528126"/>
                    <a:pt x="2416874" y="2518982"/>
                    <a:pt x="2439543" y="2510504"/>
                  </a:cubicBezTo>
                  <a:cubicBezTo>
                    <a:pt x="2509552" y="2484215"/>
                    <a:pt x="2580037" y="2459450"/>
                    <a:pt x="2650617" y="2434781"/>
                  </a:cubicBezTo>
                  <a:cubicBezTo>
                    <a:pt x="2695956" y="2418874"/>
                    <a:pt x="2741295" y="2402872"/>
                    <a:pt x="2785110" y="2383060"/>
                  </a:cubicBezTo>
                  <a:cubicBezTo>
                    <a:pt x="2824448" y="2365248"/>
                    <a:pt x="2862358" y="2344198"/>
                    <a:pt x="2897315" y="2318861"/>
                  </a:cubicBezTo>
                  <a:cubicBezTo>
                    <a:pt x="2934367" y="2292096"/>
                    <a:pt x="2968085" y="2260854"/>
                    <a:pt x="2997994" y="2226183"/>
                  </a:cubicBezTo>
                  <a:cubicBezTo>
                    <a:pt x="3020949" y="2199513"/>
                    <a:pt x="3041714" y="2170938"/>
                    <a:pt x="3061240" y="2141506"/>
                  </a:cubicBezTo>
                  <a:cubicBezTo>
                    <a:pt x="3091529" y="2095976"/>
                    <a:pt x="3119533" y="2049018"/>
                    <a:pt x="3152108" y="2005203"/>
                  </a:cubicBezTo>
                  <a:cubicBezTo>
                    <a:pt x="3188113" y="1956626"/>
                    <a:pt x="3229261" y="1912144"/>
                    <a:pt x="3274124" y="1871567"/>
                  </a:cubicBezTo>
                  <a:cubicBezTo>
                    <a:pt x="3311747" y="1837563"/>
                    <a:pt x="3351848" y="1806321"/>
                    <a:pt x="3388138" y="1770888"/>
                  </a:cubicBezTo>
                  <a:cubicBezTo>
                    <a:pt x="3416999" y="1742694"/>
                    <a:pt x="3443002" y="1711833"/>
                    <a:pt x="3466529" y="1679162"/>
                  </a:cubicBezTo>
                  <a:cubicBezTo>
                    <a:pt x="3495008" y="1639348"/>
                    <a:pt x="3519392" y="1596771"/>
                    <a:pt x="3538633" y="1551718"/>
                  </a:cubicBezTo>
                  <a:cubicBezTo>
                    <a:pt x="3562731" y="1495616"/>
                    <a:pt x="3578924" y="1436465"/>
                    <a:pt x="3588544" y="1376172"/>
                  </a:cubicBezTo>
                  <a:cubicBezTo>
                    <a:pt x="3592925" y="1348740"/>
                    <a:pt x="3595688" y="1321022"/>
                    <a:pt x="3597402" y="1293305"/>
                  </a:cubicBezTo>
                  <a:cubicBezTo>
                    <a:pt x="3605974" y="1155859"/>
                    <a:pt x="3717703" y="1018127"/>
                    <a:pt x="3721227" y="880491"/>
                  </a:cubicBezTo>
                  <a:cubicBezTo>
                    <a:pt x="3724751" y="740855"/>
                    <a:pt x="3743135" y="602171"/>
                    <a:pt x="3761137" y="463677"/>
                  </a:cubicBezTo>
                  <a:cubicBezTo>
                    <a:pt x="3776186" y="347758"/>
                    <a:pt x="3934968" y="116205"/>
                    <a:pt x="3946874" y="0"/>
                  </a:cubicBezTo>
                </a:path>
              </a:pathLst>
            </a:custGeom>
            <a:noFill/>
            <a:ln w="9525" cap="rnd">
              <a:solidFill>
                <a:schemeClr val="accent2">
                  <a:alpha val="75000"/>
                </a:schemeClr>
              </a:solidFill>
              <a:prstDash val="lgDash"/>
              <a:round/>
            </a:ln>
          </p:spPr>
          <p:txBody>
            <a:bodyPr rtlCol="0" anchor="ctr"/>
            <a:lstStyle/>
            <a:p>
              <a:endParaRPr lang="en-US"/>
            </a:p>
          </p:txBody>
        </p:sp>
        <p:sp>
          <p:nvSpPr>
            <p:cNvPr id="206" name="Freeform: Shape 205">
              <a:extLst>
                <a:ext uri="{FF2B5EF4-FFF2-40B4-BE49-F238E27FC236}">
                  <a16:creationId xmlns:a16="http://schemas.microsoft.com/office/drawing/2014/main" id="{318DDF45-08F0-46B6-A0B7-133735C94F47}"/>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4395978" y="2441733"/>
              <a:ext cx="3665410" cy="2985611"/>
            </a:xfrm>
            <a:custGeom>
              <a:avLst/>
              <a:gdLst>
                <a:gd name="connsiteX0" fmla="*/ 0 w 3665410"/>
                <a:gd name="connsiteY0" fmla="*/ 2985611 h 2985611"/>
                <a:gd name="connsiteX1" fmla="*/ 166211 w 3665410"/>
                <a:gd name="connsiteY1" fmla="*/ 2699766 h 2985611"/>
                <a:gd name="connsiteX2" fmla="*/ 397002 w 3665410"/>
                <a:gd name="connsiteY2" fmla="*/ 2414969 h 2985611"/>
                <a:gd name="connsiteX3" fmla="*/ 620173 w 3665410"/>
                <a:gd name="connsiteY3" fmla="*/ 2237899 h 2985611"/>
                <a:gd name="connsiteX4" fmla="*/ 823341 w 3665410"/>
                <a:gd name="connsiteY4" fmla="*/ 2085499 h 2985611"/>
                <a:gd name="connsiteX5" fmla="*/ 1089565 w 3665410"/>
                <a:gd name="connsiteY5" fmla="*/ 1911477 h 2985611"/>
                <a:gd name="connsiteX6" fmla="*/ 1145000 w 3665410"/>
                <a:gd name="connsiteY6" fmla="*/ 1886807 h 2985611"/>
                <a:gd name="connsiteX7" fmla="*/ 1375791 w 3665410"/>
                <a:gd name="connsiteY7" fmla="*/ 1842135 h 2985611"/>
                <a:gd name="connsiteX8" fmla="*/ 1486567 w 3665410"/>
                <a:gd name="connsiteY8" fmla="*/ 1857566 h 2985611"/>
                <a:gd name="connsiteX9" fmla="*/ 1568101 w 3665410"/>
                <a:gd name="connsiteY9" fmla="*/ 1871377 h 2985611"/>
                <a:gd name="connsiteX10" fmla="*/ 1810607 w 3665410"/>
                <a:gd name="connsiteY10" fmla="*/ 1871377 h 2985611"/>
                <a:gd name="connsiteX11" fmla="*/ 1997964 w 3665410"/>
                <a:gd name="connsiteY11" fmla="*/ 1790605 h 2985611"/>
                <a:gd name="connsiteX12" fmla="*/ 2109883 w 3665410"/>
                <a:gd name="connsiteY12" fmla="*/ 1702784 h 2985611"/>
                <a:gd name="connsiteX13" fmla="*/ 2321433 w 3665410"/>
                <a:gd name="connsiteY13" fmla="*/ 1552384 h 2985611"/>
                <a:gd name="connsiteX14" fmla="*/ 2558891 w 3665410"/>
                <a:gd name="connsiteY14" fmla="*/ 1453420 h 2985611"/>
                <a:gd name="connsiteX15" fmla="*/ 2709767 w 3665410"/>
                <a:gd name="connsiteY15" fmla="*/ 1377887 h 2985611"/>
                <a:gd name="connsiteX16" fmla="*/ 2885408 w 3665410"/>
                <a:gd name="connsiteY16" fmla="*/ 1237393 h 2985611"/>
                <a:gd name="connsiteX17" fmla="*/ 3017711 w 3665410"/>
                <a:gd name="connsiteY17" fmla="*/ 1072229 h 2985611"/>
                <a:gd name="connsiteX18" fmla="*/ 3150680 w 3665410"/>
                <a:gd name="connsiteY18" fmla="*/ 921830 h 2985611"/>
                <a:gd name="connsiteX19" fmla="*/ 3255169 w 3665410"/>
                <a:gd name="connsiteY19" fmla="*/ 801815 h 2985611"/>
                <a:gd name="connsiteX20" fmla="*/ 3339275 w 3665410"/>
                <a:gd name="connsiteY20" fmla="*/ 694182 h 2985611"/>
                <a:gd name="connsiteX21" fmla="*/ 3409188 w 3665410"/>
                <a:gd name="connsiteY21" fmla="*/ 546926 h 2985611"/>
                <a:gd name="connsiteX22" fmla="*/ 3464243 w 3665410"/>
                <a:gd name="connsiteY22" fmla="*/ 347663 h 2985611"/>
                <a:gd name="connsiteX23" fmla="*/ 3665411 w 3665410"/>
                <a:gd name="connsiteY23" fmla="*/ 0 h 298561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Lst>
              <a:rect l="l" t="t" r="r" b="b"/>
              <a:pathLst>
                <a:path w="3665410" h="2985611">
                  <a:moveTo>
                    <a:pt x="0" y="2985611"/>
                  </a:moveTo>
                  <a:cubicBezTo>
                    <a:pt x="0" y="2985611"/>
                    <a:pt x="86773" y="2802827"/>
                    <a:pt x="166211" y="2699766"/>
                  </a:cubicBezTo>
                  <a:cubicBezTo>
                    <a:pt x="240983" y="2602706"/>
                    <a:pt x="309182" y="2500122"/>
                    <a:pt x="397002" y="2414969"/>
                  </a:cubicBezTo>
                  <a:cubicBezTo>
                    <a:pt x="465296" y="2348865"/>
                    <a:pt x="543592" y="2294477"/>
                    <a:pt x="620173" y="2237899"/>
                  </a:cubicBezTo>
                  <a:cubicBezTo>
                    <a:pt x="688277" y="2187607"/>
                    <a:pt x="755333" y="2135886"/>
                    <a:pt x="823341" y="2085499"/>
                  </a:cubicBezTo>
                  <a:cubicBezTo>
                    <a:pt x="908685" y="2022253"/>
                    <a:pt x="994791" y="1959197"/>
                    <a:pt x="1089565" y="1911477"/>
                  </a:cubicBezTo>
                  <a:cubicBezTo>
                    <a:pt x="1107662" y="1902428"/>
                    <a:pt x="1126141" y="1894141"/>
                    <a:pt x="1145000" y="1886807"/>
                  </a:cubicBezTo>
                  <a:cubicBezTo>
                    <a:pt x="1218819" y="1858232"/>
                    <a:pt x="1296924" y="1838611"/>
                    <a:pt x="1375791" y="1842135"/>
                  </a:cubicBezTo>
                  <a:cubicBezTo>
                    <a:pt x="1413129" y="1843754"/>
                    <a:pt x="1449896" y="1850422"/>
                    <a:pt x="1486567" y="1857566"/>
                  </a:cubicBezTo>
                  <a:cubicBezTo>
                    <a:pt x="1513618" y="1862804"/>
                    <a:pt x="1540859" y="1867376"/>
                    <a:pt x="1568101" y="1871377"/>
                  </a:cubicBezTo>
                  <a:cubicBezTo>
                    <a:pt x="1648778" y="1883188"/>
                    <a:pt x="1730978" y="1887665"/>
                    <a:pt x="1810607" y="1871377"/>
                  </a:cubicBezTo>
                  <a:cubicBezTo>
                    <a:pt x="1877854" y="1857661"/>
                    <a:pt x="1941100" y="1829086"/>
                    <a:pt x="1997964" y="1790605"/>
                  </a:cubicBezTo>
                  <a:cubicBezTo>
                    <a:pt x="2037302" y="1764030"/>
                    <a:pt x="2073497" y="1733264"/>
                    <a:pt x="2109883" y="1702784"/>
                  </a:cubicBezTo>
                  <a:cubicBezTo>
                    <a:pt x="2176367" y="1647063"/>
                    <a:pt x="2244852" y="1593151"/>
                    <a:pt x="2321433" y="1552384"/>
                  </a:cubicBezTo>
                  <a:cubicBezTo>
                    <a:pt x="2397157" y="1512094"/>
                    <a:pt x="2479548" y="1486281"/>
                    <a:pt x="2558891" y="1453420"/>
                  </a:cubicBezTo>
                  <a:cubicBezTo>
                    <a:pt x="2610898" y="1431798"/>
                    <a:pt x="2661571" y="1407033"/>
                    <a:pt x="2709767" y="1377887"/>
                  </a:cubicBezTo>
                  <a:cubicBezTo>
                    <a:pt x="2774252" y="1338929"/>
                    <a:pt x="2834069" y="1292447"/>
                    <a:pt x="2885408" y="1237393"/>
                  </a:cubicBezTo>
                  <a:cubicBezTo>
                    <a:pt x="2933605" y="1185767"/>
                    <a:pt x="2973324" y="1127093"/>
                    <a:pt x="3017711" y="1072229"/>
                  </a:cubicBezTo>
                  <a:cubicBezTo>
                    <a:pt x="3059811" y="1020223"/>
                    <a:pt x="3105912" y="971645"/>
                    <a:pt x="3150680" y="921830"/>
                  </a:cubicBezTo>
                  <a:cubicBezTo>
                    <a:pt x="3186113" y="882396"/>
                    <a:pt x="3220593" y="842010"/>
                    <a:pt x="3255169" y="801815"/>
                  </a:cubicBezTo>
                  <a:cubicBezTo>
                    <a:pt x="3284887" y="767239"/>
                    <a:pt x="3314605" y="732473"/>
                    <a:pt x="3339275" y="694182"/>
                  </a:cubicBezTo>
                  <a:cubicBezTo>
                    <a:pt x="3368707" y="648367"/>
                    <a:pt x="3390138" y="597980"/>
                    <a:pt x="3409188" y="546926"/>
                  </a:cubicBezTo>
                  <a:cubicBezTo>
                    <a:pt x="3433382" y="482156"/>
                    <a:pt x="3453384" y="415861"/>
                    <a:pt x="3464243" y="347663"/>
                  </a:cubicBezTo>
                  <a:cubicBezTo>
                    <a:pt x="3476244" y="272224"/>
                    <a:pt x="3661696" y="76295"/>
                    <a:pt x="3665411" y="0"/>
                  </a:cubicBezTo>
                </a:path>
              </a:pathLst>
            </a:custGeom>
            <a:noFill/>
            <a:ln w="9525" cap="rnd">
              <a:solidFill>
                <a:schemeClr val="accent2">
                  <a:alpha val="75000"/>
                </a:schemeClr>
              </a:solidFill>
              <a:prstDash val="lgDash"/>
              <a:round/>
            </a:ln>
          </p:spPr>
          <p:txBody>
            <a:bodyPr rtlCol="0" anchor="ctr"/>
            <a:lstStyle/>
            <a:p>
              <a:endParaRPr lang="en-US"/>
            </a:p>
          </p:txBody>
        </p:sp>
        <p:sp>
          <p:nvSpPr>
            <p:cNvPr id="207" name="Freeform: Shape 206">
              <a:extLst>
                <a:ext uri="{FF2B5EF4-FFF2-40B4-BE49-F238E27FC236}">
                  <a16:creationId xmlns:a16="http://schemas.microsoft.com/office/drawing/2014/main" id="{B9D0CC0F-710D-43F4-BC86-763767420133}"/>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7790402" y="5229700"/>
              <a:ext cx="285940" cy="199072"/>
            </a:xfrm>
            <a:custGeom>
              <a:avLst/>
              <a:gdLst>
                <a:gd name="connsiteX0" fmla="*/ 0 w 285940"/>
                <a:gd name="connsiteY0" fmla="*/ 199073 h 199072"/>
                <a:gd name="connsiteX1" fmla="*/ 285940 w 285940"/>
                <a:gd name="connsiteY1" fmla="*/ 0 h 199072"/>
              </a:gdLst>
              <a:ahLst/>
              <a:cxnLst>
                <a:cxn ang="0">
                  <a:pos x="connsiteX0" y="connsiteY0"/>
                </a:cxn>
                <a:cxn ang="0">
                  <a:pos x="connsiteX1" y="connsiteY1"/>
                </a:cxn>
              </a:cxnLst>
              <a:rect l="l" t="t" r="r" b="b"/>
              <a:pathLst>
                <a:path w="285940" h="199072">
                  <a:moveTo>
                    <a:pt x="0" y="199073"/>
                  </a:moveTo>
                  <a:cubicBezTo>
                    <a:pt x="0" y="199073"/>
                    <a:pt x="242125" y="39243"/>
                    <a:pt x="285940" y="0"/>
                  </a:cubicBezTo>
                </a:path>
              </a:pathLst>
            </a:custGeom>
            <a:noFill/>
            <a:ln w="9525" cap="rnd">
              <a:solidFill>
                <a:schemeClr val="accent2">
                  <a:alpha val="75000"/>
                </a:schemeClr>
              </a:solidFill>
              <a:prstDash val="lgDash"/>
              <a:round/>
            </a:ln>
          </p:spPr>
          <p:txBody>
            <a:bodyPr rtlCol="0" anchor="ctr"/>
            <a:lstStyle/>
            <a:p>
              <a:endParaRPr lang="en-US"/>
            </a:p>
          </p:txBody>
        </p:sp>
        <p:sp>
          <p:nvSpPr>
            <p:cNvPr id="208" name="Freeform: Shape 207">
              <a:extLst>
                <a:ext uri="{FF2B5EF4-FFF2-40B4-BE49-F238E27FC236}">
                  <a16:creationId xmlns:a16="http://schemas.microsoft.com/office/drawing/2014/main" id="{6FB36AB6-CB81-495A-8A33-C0BCE67D6F23}"/>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7393114" y="5049773"/>
              <a:ext cx="655796" cy="381190"/>
            </a:xfrm>
            <a:custGeom>
              <a:avLst/>
              <a:gdLst>
                <a:gd name="connsiteX0" fmla="*/ 0 w 655796"/>
                <a:gd name="connsiteY0" fmla="*/ 381190 h 381190"/>
                <a:gd name="connsiteX1" fmla="*/ 655796 w 655796"/>
                <a:gd name="connsiteY1" fmla="*/ 0 h 381190"/>
              </a:gdLst>
              <a:ahLst/>
              <a:cxnLst>
                <a:cxn ang="0">
                  <a:pos x="connsiteX0" y="connsiteY0"/>
                </a:cxn>
                <a:cxn ang="0">
                  <a:pos x="connsiteX1" y="connsiteY1"/>
                </a:cxn>
              </a:cxnLst>
              <a:rect l="l" t="t" r="r" b="b"/>
              <a:pathLst>
                <a:path w="655796" h="381190">
                  <a:moveTo>
                    <a:pt x="0" y="381190"/>
                  </a:moveTo>
                  <a:cubicBezTo>
                    <a:pt x="0" y="381190"/>
                    <a:pt x="461105" y="172117"/>
                    <a:pt x="655796" y="0"/>
                  </a:cubicBezTo>
                </a:path>
              </a:pathLst>
            </a:custGeom>
            <a:noFill/>
            <a:ln w="9525" cap="rnd">
              <a:solidFill>
                <a:schemeClr val="accent2">
                  <a:alpha val="75000"/>
                </a:schemeClr>
              </a:solidFill>
              <a:prstDash val="lgDash"/>
              <a:round/>
            </a:ln>
          </p:spPr>
          <p:txBody>
            <a:bodyPr rtlCol="0" anchor="ctr"/>
            <a:lstStyle/>
            <a:p>
              <a:endParaRPr lang="en-US"/>
            </a:p>
          </p:txBody>
        </p:sp>
        <p:sp>
          <p:nvSpPr>
            <p:cNvPr id="209" name="Freeform: Shape 208">
              <a:extLst>
                <a:ext uri="{FF2B5EF4-FFF2-40B4-BE49-F238E27FC236}">
                  <a16:creationId xmlns:a16="http://schemas.microsoft.com/office/drawing/2014/main" id="{1993F7E6-ABF6-482D-BEA5-B4E607DDB433}"/>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154072" y="3867816"/>
              <a:ext cx="2907315" cy="1544764"/>
            </a:xfrm>
            <a:custGeom>
              <a:avLst/>
              <a:gdLst>
                <a:gd name="connsiteX0" fmla="*/ 0 w 2907315"/>
                <a:gd name="connsiteY0" fmla="*/ 1544764 h 1544764"/>
                <a:gd name="connsiteX1" fmla="*/ 201644 w 2907315"/>
                <a:gd name="connsiteY1" fmla="*/ 1352550 h 1544764"/>
                <a:gd name="connsiteX2" fmla="*/ 423196 w 2907315"/>
                <a:gd name="connsiteY2" fmla="*/ 1196054 h 1544764"/>
                <a:gd name="connsiteX3" fmla="*/ 782193 w 2907315"/>
                <a:gd name="connsiteY3" fmla="*/ 1099947 h 1544764"/>
                <a:gd name="connsiteX4" fmla="*/ 1052513 w 2907315"/>
                <a:gd name="connsiteY4" fmla="*/ 1042321 h 1544764"/>
                <a:gd name="connsiteX5" fmla="*/ 1311783 w 2907315"/>
                <a:gd name="connsiteY5" fmla="*/ 1056037 h 1544764"/>
                <a:gd name="connsiteX6" fmla="*/ 1484662 w 2907315"/>
                <a:gd name="connsiteY6" fmla="*/ 1083469 h 1544764"/>
                <a:gd name="connsiteX7" fmla="*/ 1788224 w 2907315"/>
                <a:gd name="connsiteY7" fmla="*/ 1023080 h 1544764"/>
                <a:gd name="connsiteX8" fmla="*/ 2269045 w 2907315"/>
                <a:gd name="connsiteY8" fmla="*/ 734758 h 1544764"/>
                <a:gd name="connsiteX9" fmla="*/ 2534984 w 2907315"/>
                <a:gd name="connsiteY9" fmla="*/ 572738 h 1544764"/>
                <a:gd name="connsiteX10" fmla="*/ 2907316 w 2907315"/>
                <a:gd name="connsiteY10" fmla="*/ 0 h 154476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2907315" h="1544764">
                  <a:moveTo>
                    <a:pt x="0" y="1544764"/>
                  </a:moveTo>
                  <a:cubicBezTo>
                    <a:pt x="0" y="1544764"/>
                    <a:pt x="98012" y="1443990"/>
                    <a:pt x="201644" y="1352550"/>
                  </a:cubicBezTo>
                  <a:cubicBezTo>
                    <a:pt x="271272" y="1291209"/>
                    <a:pt x="343662" y="1234249"/>
                    <a:pt x="423196" y="1196054"/>
                  </a:cubicBezTo>
                  <a:cubicBezTo>
                    <a:pt x="537591" y="1141095"/>
                    <a:pt x="661226" y="1127189"/>
                    <a:pt x="782193" y="1099947"/>
                  </a:cubicBezTo>
                  <a:cubicBezTo>
                    <a:pt x="872300" y="1079659"/>
                    <a:pt x="961358" y="1051370"/>
                    <a:pt x="1052513" y="1042321"/>
                  </a:cubicBezTo>
                  <a:cubicBezTo>
                    <a:pt x="1139000" y="1033653"/>
                    <a:pt x="1225868" y="1040321"/>
                    <a:pt x="1311783" y="1056037"/>
                  </a:cubicBezTo>
                  <a:cubicBezTo>
                    <a:pt x="1369314" y="1066609"/>
                    <a:pt x="1426559" y="1079373"/>
                    <a:pt x="1484662" y="1083469"/>
                  </a:cubicBezTo>
                  <a:cubicBezTo>
                    <a:pt x="1587913" y="1090803"/>
                    <a:pt x="1690402" y="1064800"/>
                    <a:pt x="1788224" y="1023080"/>
                  </a:cubicBezTo>
                  <a:cubicBezTo>
                    <a:pt x="1956721" y="951262"/>
                    <a:pt x="2106549" y="825722"/>
                    <a:pt x="2269045" y="734758"/>
                  </a:cubicBezTo>
                  <a:cubicBezTo>
                    <a:pt x="2359438" y="684181"/>
                    <a:pt x="2452497" y="640556"/>
                    <a:pt x="2534984" y="572738"/>
                  </a:cubicBezTo>
                  <a:cubicBezTo>
                    <a:pt x="2673001" y="459391"/>
                    <a:pt x="2847023" y="191453"/>
                    <a:pt x="2907316" y="0"/>
                  </a:cubicBezTo>
                </a:path>
              </a:pathLst>
            </a:custGeom>
            <a:noFill/>
            <a:ln w="9525" cap="rnd">
              <a:solidFill>
                <a:schemeClr val="accent2">
                  <a:alpha val="75000"/>
                </a:schemeClr>
              </a:solidFill>
              <a:prstDash val="lgDash"/>
              <a:round/>
            </a:ln>
          </p:spPr>
          <p:txBody>
            <a:bodyPr rtlCol="0" anchor="ctr"/>
            <a:lstStyle/>
            <a:p>
              <a:endParaRPr lang="en-US"/>
            </a:p>
          </p:txBody>
        </p:sp>
        <p:sp>
          <p:nvSpPr>
            <p:cNvPr id="210" name="Freeform: Shape 209">
              <a:extLst>
                <a:ext uri="{FF2B5EF4-FFF2-40B4-BE49-F238E27FC236}">
                  <a16:creationId xmlns:a16="http://schemas.microsoft.com/office/drawing/2014/main" id="{DCA0B097-C21A-40B4-95E4-2FFA9697F824}"/>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4907946" y="3479100"/>
              <a:ext cx="3168300" cy="1952434"/>
            </a:xfrm>
            <a:custGeom>
              <a:avLst/>
              <a:gdLst>
                <a:gd name="connsiteX0" fmla="*/ 0 w 3168300"/>
                <a:gd name="connsiteY0" fmla="*/ 1952435 h 1952434"/>
                <a:gd name="connsiteX1" fmla="*/ 202121 w 3168300"/>
                <a:gd name="connsiteY1" fmla="*/ 1687068 h 1952434"/>
                <a:gd name="connsiteX2" fmla="*/ 545116 w 3168300"/>
                <a:gd name="connsiteY2" fmla="*/ 1450277 h 1952434"/>
                <a:gd name="connsiteX3" fmla="*/ 906780 w 3168300"/>
                <a:gd name="connsiteY3" fmla="*/ 1354455 h 1952434"/>
                <a:gd name="connsiteX4" fmla="*/ 1332262 w 3168300"/>
                <a:gd name="connsiteY4" fmla="*/ 1285304 h 1952434"/>
                <a:gd name="connsiteX5" fmla="*/ 1691259 w 3168300"/>
                <a:gd name="connsiteY5" fmla="*/ 1240060 h 1952434"/>
                <a:gd name="connsiteX6" fmla="*/ 2010346 w 3168300"/>
                <a:gd name="connsiteY6" fmla="*/ 1141667 h 1952434"/>
                <a:gd name="connsiteX7" fmla="*/ 2393252 w 3168300"/>
                <a:gd name="connsiteY7" fmla="*/ 1027271 h 1952434"/>
                <a:gd name="connsiteX8" fmla="*/ 2582037 w 3168300"/>
                <a:gd name="connsiteY8" fmla="*/ 958120 h 1952434"/>
                <a:gd name="connsiteX9" fmla="*/ 2760155 w 3168300"/>
                <a:gd name="connsiteY9" fmla="*/ 827723 h 1952434"/>
                <a:gd name="connsiteX10" fmla="*/ 2914364 w 3168300"/>
                <a:gd name="connsiteY10" fmla="*/ 567023 h 1952434"/>
                <a:gd name="connsiteX11" fmla="*/ 3168301 w 3168300"/>
                <a:gd name="connsiteY11" fmla="*/ 0 h 195243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3168300" h="1952434">
                  <a:moveTo>
                    <a:pt x="0" y="1952435"/>
                  </a:moveTo>
                  <a:cubicBezTo>
                    <a:pt x="0" y="1952435"/>
                    <a:pt x="91059" y="1796415"/>
                    <a:pt x="202121" y="1687068"/>
                  </a:cubicBezTo>
                  <a:cubicBezTo>
                    <a:pt x="301943" y="1588675"/>
                    <a:pt x="416528" y="1505617"/>
                    <a:pt x="545116" y="1450277"/>
                  </a:cubicBezTo>
                  <a:cubicBezTo>
                    <a:pt x="659987" y="1400747"/>
                    <a:pt x="783622" y="1377601"/>
                    <a:pt x="906780" y="1354455"/>
                  </a:cubicBezTo>
                  <a:cubicBezTo>
                    <a:pt x="1048036" y="1327976"/>
                    <a:pt x="1189482" y="1301972"/>
                    <a:pt x="1332262" y="1285304"/>
                  </a:cubicBezTo>
                  <a:cubicBezTo>
                    <a:pt x="1452182" y="1271302"/>
                    <a:pt x="1573340" y="1265873"/>
                    <a:pt x="1691259" y="1240060"/>
                  </a:cubicBezTo>
                  <a:cubicBezTo>
                    <a:pt x="1800035" y="1216247"/>
                    <a:pt x="1904619" y="1176718"/>
                    <a:pt x="2010346" y="1141667"/>
                  </a:cubicBezTo>
                  <a:cubicBezTo>
                    <a:pt x="2136743" y="1099661"/>
                    <a:pt x="2265902" y="1066229"/>
                    <a:pt x="2393252" y="1027271"/>
                  </a:cubicBezTo>
                  <a:cubicBezTo>
                    <a:pt x="2457450" y="1007650"/>
                    <a:pt x="2521744" y="987552"/>
                    <a:pt x="2582037" y="958120"/>
                  </a:cubicBezTo>
                  <a:cubicBezTo>
                    <a:pt x="2648807" y="925449"/>
                    <a:pt x="2710815" y="883349"/>
                    <a:pt x="2760155" y="827723"/>
                  </a:cubicBezTo>
                  <a:cubicBezTo>
                    <a:pt x="2827496" y="751904"/>
                    <a:pt x="2867978" y="657511"/>
                    <a:pt x="2914364" y="567023"/>
                  </a:cubicBezTo>
                  <a:cubicBezTo>
                    <a:pt x="2972753" y="453200"/>
                    <a:pt x="3119152" y="118015"/>
                    <a:pt x="3168301" y="0"/>
                  </a:cubicBezTo>
                </a:path>
              </a:pathLst>
            </a:custGeom>
            <a:noFill/>
            <a:ln w="9525" cap="rnd">
              <a:solidFill>
                <a:schemeClr val="accent2">
                  <a:alpha val="75000"/>
                </a:schemeClr>
              </a:solidFill>
              <a:prstDash val="lgDash"/>
              <a:round/>
            </a:ln>
          </p:spPr>
          <p:txBody>
            <a:bodyPr rtlCol="0" anchor="ctr"/>
            <a:lstStyle/>
            <a:p>
              <a:endParaRPr lang="en-US"/>
            </a:p>
          </p:txBody>
        </p:sp>
        <p:sp>
          <p:nvSpPr>
            <p:cNvPr id="211" name="Freeform: Shape 210">
              <a:extLst>
                <a:ext uri="{FF2B5EF4-FFF2-40B4-BE49-F238E27FC236}">
                  <a16:creationId xmlns:a16="http://schemas.microsoft.com/office/drawing/2014/main" id="{AB2AF0F5-7EAA-4BAB-8DE2-D84E124170FA}"/>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4704778" y="2976752"/>
              <a:ext cx="3356800" cy="2452020"/>
            </a:xfrm>
            <a:custGeom>
              <a:avLst/>
              <a:gdLst>
                <a:gd name="connsiteX0" fmla="*/ 0 w 3356800"/>
                <a:gd name="connsiteY0" fmla="*/ 2452021 h 2452020"/>
                <a:gd name="connsiteX1" fmla="*/ 130874 w 3356800"/>
                <a:gd name="connsiteY1" fmla="*/ 2247710 h 2452020"/>
                <a:gd name="connsiteX2" fmla="*/ 437197 w 3356800"/>
                <a:gd name="connsiteY2" fmla="*/ 1941195 h 2452020"/>
                <a:gd name="connsiteX3" fmla="*/ 737140 w 3356800"/>
                <a:gd name="connsiteY3" fmla="*/ 1736884 h 2452020"/>
                <a:gd name="connsiteX4" fmla="*/ 1031843 w 3356800"/>
                <a:gd name="connsiteY4" fmla="*/ 1685068 h 2452020"/>
                <a:gd name="connsiteX5" fmla="*/ 1287304 w 3356800"/>
                <a:gd name="connsiteY5" fmla="*/ 1655826 h 2452020"/>
                <a:gd name="connsiteX6" fmla="*/ 1471994 w 3356800"/>
                <a:gd name="connsiteY6" fmla="*/ 1634300 h 2452020"/>
                <a:gd name="connsiteX7" fmla="*/ 1898237 w 3356800"/>
                <a:gd name="connsiteY7" fmla="*/ 1512665 h 2452020"/>
                <a:gd name="connsiteX8" fmla="*/ 2229136 w 3356800"/>
                <a:gd name="connsiteY8" fmla="*/ 1355598 h 2452020"/>
                <a:gd name="connsiteX9" fmla="*/ 2512314 w 3356800"/>
                <a:gd name="connsiteY9" fmla="*/ 1238631 h 2452020"/>
                <a:gd name="connsiteX10" fmla="*/ 2758535 w 3356800"/>
                <a:gd name="connsiteY10" fmla="*/ 1096994 h 2452020"/>
                <a:gd name="connsiteX11" fmla="*/ 2935510 w 3356800"/>
                <a:gd name="connsiteY11" fmla="*/ 919925 h 2452020"/>
                <a:gd name="connsiteX12" fmla="*/ 3081719 w 3356800"/>
                <a:gd name="connsiteY12" fmla="*/ 687419 h 2452020"/>
                <a:gd name="connsiteX13" fmla="*/ 3356800 w 3356800"/>
                <a:gd name="connsiteY13" fmla="*/ 0 h 245202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Lst>
              <a:rect l="l" t="t" r="r" b="b"/>
              <a:pathLst>
                <a:path w="3356800" h="2452020">
                  <a:moveTo>
                    <a:pt x="0" y="2452021"/>
                  </a:moveTo>
                  <a:cubicBezTo>
                    <a:pt x="0" y="2452021"/>
                    <a:pt x="57150" y="2344198"/>
                    <a:pt x="130874" y="2247710"/>
                  </a:cubicBezTo>
                  <a:cubicBezTo>
                    <a:pt x="218694" y="2132648"/>
                    <a:pt x="328136" y="2036635"/>
                    <a:pt x="437197" y="1941195"/>
                  </a:cubicBezTo>
                  <a:cubicBezTo>
                    <a:pt x="529304" y="1860709"/>
                    <a:pt x="623030" y="1779556"/>
                    <a:pt x="737140" y="1736884"/>
                  </a:cubicBezTo>
                  <a:cubicBezTo>
                    <a:pt x="830866" y="1701736"/>
                    <a:pt x="932021" y="1695450"/>
                    <a:pt x="1031843" y="1685068"/>
                  </a:cubicBezTo>
                  <a:cubicBezTo>
                    <a:pt x="1117092" y="1676210"/>
                    <a:pt x="1202055" y="1665160"/>
                    <a:pt x="1287304" y="1655826"/>
                  </a:cubicBezTo>
                  <a:cubicBezTo>
                    <a:pt x="1348931" y="1649063"/>
                    <a:pt x="1410653" y="1643539"/>
                    <a:pt x="1471994" y="1634300"/>
                  </a:cubicBezTo>
                  <a:cubicBezTo>
                    <a:pt x="1618679" y="1612011"/>
                    <a:pt x="1761935" y="1571149"/>
                    <a:pt x="1898237" y="1512665"/>
                  </a:cubicBezTo>
                  <a:cubicBezTo>
                    <a:pt x="2010442" y="1464564"/>
                    <a:pt x="2117503" y="1405128"/>
                    <a:pt x="2229136" y="1355598"/>
                  </a:cubicBezTo>
                  <a:cubicBezTo>
                    <a:pt x="2322481" y="1314164"/>
                    <a:pt x="2418969" y="1280160"/>
                    <a:pt x="2512314" y="1238631"/>
                  </a:cubicBezTo>
                  <a:cubicBezTo>
                    <a:pt x="2599087" y="1199960"/>
                    <a:pt x="2683193" y="1154811"/>
                    <a:pt x="2758535" y="1096994"/>
                  </a:cubicBezTo>
                  <a:cubicBezTo>
                    <a:pt x="2825020" y="1046035"/>
                    <a:pt x="2883789" y="985837"/>
                    <a:pt x="2935510" y="919925"/>
                  </a:cubicBezTo>
                  <a:cubicBezTo>
                    <a:pt x="2992184" y="847725"/>
                    <a:pt x="3039904" y="769144"/>
                    <a:pt x="3081719" y="687419"/>
                  </a:cubicBezTo>
                  <a:cubicBezTo>
                    <a:pt x="3138297" y="576739"/>
                    <a:pt x="3314129" y="116776"/>
                    <a:pt x="3356800" y="0"/>
                  </a:cubicBezTo>
                </a:path>
              </a:pathLst>
            </a:custGeom>
            <a:noFill/>
            <a:ln w="9525" cap="rnd">
              <a:solidFill>
                <a:schemeClr val="accent2">
                  <a:alpha val="75000"/>
                </a:schemeClr>
              </a:solidFill>
              <a:prstDash val="lgDash"/>
              <a:round/>
            </a:ln>
          </p:spPr>
          <p:txBody>
            <a:bodyPr rtlCol="0" anchor="ctr"/>
            <a:lstStyle/>
            <a:p>
              <a:endParaRPr lang="en-US"/>
            </a:p>
          </p:txBody>
        </p:sp>
      </p:grpSp>
      <p:sp useBgFill="1">
        <p:nvSpPr>
          <p:cNvPr id="213" name="Rectangle 212">
            <a:extLst>
              <a:ext uri="{FF2B5EF4-FFF2-40B4-BE49-F238E27FC236}">
                <a16:creationId xmlns:a16="http://schemas.microsoft.com/office/drawing/2014/main" id="{F1174801-1395-44C5-9B00-CCAC45C056E7}"/>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88952" cy="6858000"/>
          </a:xfrm>
          <a:prstGeom prst="rect">
            <a:avLst/>
          </a:prstGeom>
          <a:ln>
            <a:solidFill>
              <a:schemeClr val="bg1">
                <a:lumMod val="9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solidFill>
                <a:schemeClr val="tx1">
                  <a:lumMod val="65000"/>
                  <a:lumOff val="35000"/>
                </a:schemeClr>
              </a:solidFill>
              <a:latin typeface="AvenirNext LT Pro Medium" panose="020B0504020202020204" pitchFamily="34" charset="0"/>
            </a:endParaRPr>
          </a:p>
        </p:txBody>
      </p:sp>
      <p:sp>
        <p:nvSpPr>
          <p:cNvPr id="215" name="Rectangle 214">
            <a:extLst>
              <a:ext uri="{FF2B5EF4-FFF2-40B4-BE49-F238E27FC236}">
                <a16:creationId xmlns:a16="http://schemas.microsoft.com/office/drawing/2014/main" id="{996DFAFB-BCE1-4BEC-82FB-D574234DEF0A}"/>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88952" cy="6858000"/>
          </a:xfrm>
          <a:prstGeom prst="rect">
            <a:avLst/>
          </a:prstGeom>
          <a:solidFill>
            <a:schemeClr val="bg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solidFill>
                <a:schemeClr val="tx1">
                  <a:lumMod val="65000"/>
                  <a:lumOff val="35000"/>
                </a:schemeClr>
              </a:solidFill>
              <a:latin typeface="AvenirNext LT Pro Medium" panose="020B0504020202020204" pitchFamily="34" charset="0"/>
            </a:endParaRPr>
          </a:p>
        </p:txBody>
      </p:sp>
      <p:grpSp>
        <p:nvGrpSpPr>
          <p:cNvPr id="217" name="Top left">
            <a:extLst>
              <a:ext uri="{FF2B5EF4-FFF2-40B4-BE49-F238E27FC236}">
                <a16:creationId xmlns:a16="http://schemas.microsoft.com/office/drawing/2014/main" id="{E4A71F22-0E43-4930-8185-0D8C17363485}"/>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10849" y="-3086"/>
            <a:ext cx="2198951" cy="3349518"/>
            <a:chOff x="10849" y="-3086"/>
            <a:chExt cx="2198951" cy="3349518"/>
          </a:xfrm>
        </p:grpSpPr>
        <p:sp>
          <p:nvSpPr>
            <p:cNvPr id="218" name="Freeform: Shape 217">
              <a:extLst>
                <a:ext uri="{FF2B5EF4-FFF2-40B4-BE49-F238E27FC236}">
                  <a16:creationId xmlns:a16="http://schemas.microsoft.com/office/drawing/2014/main" id="{E337B2BE-9368-41E7-B9D3-4F1F971F94C8}"/>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rot="10800000">
              <a:off x="692844" y="-3086"/>
              <a:ext cx="1326111" cy="597603"/>
            </a:xfrm>
            <a:custGeom>
              <a:avLst/>
              <a:gdLst>
                <a:gd name="connsiteX0" fmla="*/ 741051 w 1482102"/>
                <a:gd name="connsiteY0" fmla="*/ 0 h 679363"/>
                <a:gd name="connsiteX1" fmla="*/ 1473822 w 1482102"/>
                <a:gd name="connsiteY1" fmla="*/ 597226 h 679363"/>
                <a:gd name="connsiteX2" fmla="*/ 1482102 w 1482102"/>
                <a:gd name="connsiteY2" fmla="*/ 679363 h 679363"/>
                <a:gd name="connsiteX3" fmla="*/ 0 w 1482102"/>
                <a:gd name="connsiteY3" fmla="*/ 679363 h 679363"/>
                <a:gd name="connsiteX4" fmla="*/ 8280 w 1482102"/>
                <a:gd name="connsiteY4" fmla="*/ 597226 h 679363"/>
                <a:gd name="connsiteX5" fmla="*/ 741051 w 1482102"/>
                <a:gd name="connsiteY5" fmla="*/ 0 h 67936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1482102" h="679363">
                  <a:moveTo>
                    <a:pt x="741051" y="0"/>
                  </a:moveTo>
                  <a:cubicBezTo>
                    <a:pt x="1102506" y="0"/>
                    <a:pt x="1404077" y="256390"/>
                    <a:pt x="1473822" y="597226"/>
                  </a:cubicBezTo>
                  <a:lnTo>
                    <a:pt x="1482102" y="679363"/>
                  </a:lnTo>
                  <a:lnTo>
                    <a:pt x="0" y="679363"/>
                  </a:lnTo>
                  <a:lnTo>
                    <a:pt x="8280" y="597226"/>
                  </a:lnTo>
                  <a:cubicBezTo>
                    <a:pt x="78025" y="256390"/>
                    <a:pt x="379596" y="0"/>
                    <a:pt x="741051" y="0"/>
                  </a:cubicBezTo>
                  <a:close/>
                </a:path>
              </a:pathLst>
            </a:cu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dirty="0">
                <a:solidFill>
                  <a:schemeClr val="tx1">
                    <a:lumMod val="65000"/>
                    <a:lumOff val="35000"/>
                  </a:schemeClr>
                </a:solidFill>
                <a:latin typeface="AvenirNext LT Pro Medium" panose="020B0504020202020204" pitchFamily="34" charset="0"/>
              </a:endParaRPr>
            </a:p>
          </p:txBody>
        </p:sp>
        <p:sp>
          <p:nvSpPr>
            <p:cNvPr id="219" name="Freeform: Shape 218">
              <a:extLst>
                <a:ext uri="{FF2B5EF4-FFF2-40B4-BE49-F238E27FC236}">
                  <a16:creationId xmlns:a16="http://schemas.microsoft.com/office/drawing/2014/main" id="{C7EDF3EA-3138-4266-8511-D57CECF0A12F}"/>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19394" y="15241"/>
              <a:ext cx="2190406" cy="3331191"/>
            </a:xfrm>
            <a:custGeom>
              <a:avLst/>
              <a:gdLst>
                <a:gd name="connsiteX0" fmla="*/ 0 w 3296088"/>
                <a:gd name="connsiteY0" fmla="*/ 5012722 h 5012722"/>
                <a:gd name="connsiteX1" fmla="*/ 244031 w 3296088"/>
                <a:gd name="connsiteY1" fmla="*/ 4820222 h 5012722"/>
                <a:gd name="connsiteX2" fmla="*/ 729234 w 3296088"/>
                <a:gd name="connsiteY2" fmla="*/ 4360641 h 5012722"/>
                <a:gd name="connsiteX3" fmla="*/ 881444 w 3296088"/>
                <a:gd name="connsiteY3" fmla="*/ 4173950 h 5012722"/>
                <a:gd name="connsiteX4" fmla="*/ 1151287 w 3296088"/>
                <a:gd name="connsiteY4" fmla="*/ 3972877 h 5012722"/>
                <a:gd name="connsiteX5" fmla="*/ 1498664 w 3296088"/>
                <a:gd name="connsiteY5" fmla="*/ 3786188 h 5012722"/>
                <a:gd name="connsiteX6" fmla="*/ 1716881 w 3296088"/>
                <a:gd name="connsiteY6" fmla="*/ 3674174 h 5012722"/>
                <a:gd name="connsiteX7" fmla="*/ 1913573 w 3296088"/>
                <a:gd name="connsiteY7" fmla="*/ 3477387 h 5012722"/>
                <a:gd name="connsiteX8" fmla="*/ 2167700 w 3296088"/>
                <a:gd name="connsiteY8" fmla="*/ 3042190 h 5012722"/>
                <a:gd name="connsiteX9" fmla="*/ 2273903 w 3296088"/>
                <a:gd name="connsiteY9" fmla="*/ 2775014 h 5012722"/>
                <a:gd name="connsiteX10" fmla="*/ 2463356 w 3296088"/>
                <a:gd name="connsiteY10" fmla="*/ 2335530 h 5012722"/>
                <a:gd name="connsiteX11" fmla="*/ 2741866 w 3296088"/>
                <a:gd name="connsiteY11" fmla="*/ 1982248 h 5012722"/>
                <a:gd name="connsiteX12" fmla="*/ 2985897 w 3296088"/>
                <a:gd name="connsiteY12" fmla="*/ 1634681 h 5012722"/>
                <a:gd name="connsiteX13" fmla="*/ 3212687 w 3296088"/>
                <a:gd name="connsiteY13" fmla="*/ 1226820 h 5012722"/>
                <a:gd name="connsiteX14" fmla="*/ 3281553 w 3296088"/>
                <a:gd name="connsiteY14" fmla="*/ 959644 h 5012722"/>
                <a:gd name="connsiteX15" fmla="*/ 3295936 w 3296088"/>
                <a:gd name="connsiteY15" fmla="*/ 701135 h 5012722"/>
                <a:gd name="connsiteX16" fmla="*/ 3267266 w 3296088"/>
                <a:gd name="connsiteY16" fmla="*/ 436817 h 5012722"/>
                <a:gd name="connsiteX17" fmla="*/ 3105341 w 3296088"/>
                <a:gd name="connsiteY17" fmla="*/ 0 h 501272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Lst>
              <a:rect l="l" t="t" r="r" b="b"/>
              <a:pathLst>
                <a:path w="3296088" h="5012722">
                  <a:moveTo>
                    <a:pt x="0" y="5012722"/>
                  </a:moveTo>
                  <a:cubicBezTo>
                    <a:pt x="81820" y="4949095"/>
                    <a:pt x="163544" y="4885468"/>
                    <a:pt x="244031" y="4820222"/>
                  </a:cubicBezTo>
                  <a:cubicBezTo>
                    <a:pt x="417671" y="4679633"/>
                    <a:pt x="589883" y="4535139"/>
                    <a:pt x="729234" y="4360641"/>
                  </a:cubicBezTo>
                  <a:cubicBezTo>
                    <a:pt x="779431" y="4297776"/>
                    <a:pt x="825818" y="4231958"/>
                    <a:pt x="881444" y="4173950"/>
                  </a:cubicBezTo>
                  <a:cubicBezTo>
                    <a:pt x="959358" y="4092607"/>
                    <a:pt x="1054799" y="4031075"/>
                    <a:pt x="1151287" y="3972877"/>
                  </a:cubicBezTo>
                  <a:cubicBezTo>
                    <a:pt x="1263968" y="3904964"/>
                    <a:pt x="1379315" y="3841337"/>
                    <a:pt x="1498664" y="3786188"/>
                  </a:cubicBezTo>
                  <a:cubicBezTo>
                    <a:pt x="1573149" y="3751802"/>
                    <a:pt x="1649159" y="3720179"/>
                    <a:pt x="1716881" y="3674174"/>
                  </a:cubicBezTo>
                  <a:cubicBezTo>
                    <a:pt x="1794034" y="3621691"/>
                    <a:pt x="1856708" y="3551492"/>
                    <a:pt x="1913573" y="3477387"/>
                  </a:cubicBezTo>
                  <a:cubicBezTo>
                    <a:pt x="2016157" y="3343751"/>
                    <a:pt x="2099024" y="3196114"/>
                    <a:pt x="2167700" y="3042190"/>
                  </a:cubicBezTo>
                  <a:cubicBezTo>
                    <a:pt x="2206752" y="2954655"/>
                    <a:pt x="2241233" y="2865215"/>
                    <a:pt x="2273903" y="2775014"/>
                  </a:cubicBezTo>
                  <a:cubicBezTo>
                    <a:pt x="2328482" y="2624423"/>
                    <a:pt x="2379440" y="2471642"/>
                    <a:pt x="2463356" y="2335530"/>
                  </a:cubicBezTo>
                  <a:cubicBezTo>
                    <a:pt x="2542127" y="2207705"/>
                    <a:pt x="2647855" y="2099501"/>
                    <a:pt x="2741866" y="1982248"/>
                  </a:cubicBezTo>
                  <a:cubicBezTo>
                    <a:pt x="2830449" y="1871758"/>
                    <a:pt x="2908554" y="1753362"/>
                    <a:pt x="2985897" y="1634681"/>
                  </a:cubicBezTo>
                  <a:cubicBezTo>
                    <a:pt x="3071146" y="1503902"/>
                    <a:pt x="3156395" y="1372172"/>
                    <a:pt x="3212687" y="1226820"/>
                  </a:cubicBezTo>
                  <a:cubicBezTo>
                    <a:pt x="3246025" y="1140809"/>
                    <a:pt x="3268790" y="1051084"/>
                    <a:pt x="3281553" y="959644"/>
                  </a:cubicBezTo>
                  <a:cubicBezTo>
                    <a:pt x="3293555" y="874014"/>
                    <a:pt x="3296888" y="787527"/>
                    <a:pt x="3295936" y="701135"/>
                  </a:cubicBezTo>
                  <a:cubicBezTo>
                    <a:pt x="3294888" y="612172"/>
                    <a:pt x="3289268" y="523018"/>
                    <a:pt x="3267266" y="436817"/>
                  </a:cubicBezTo>
                  <a:cubicBezTo>
                    <a:pt x="3227832" y="282416"/>
                    <a:pt x="3105341" y="0"/>
                    <a:pt x="3105341" y="0"/>
                  </a:cubicBezTo>
                </a:path>
              </a:pathLst>
            </a:custGeom>
            <a:noFill/>
            <a:ln w="9525" cap="rnd">
              <a:solidFill>
                <a:schemeClr val="accent2">
                  <a:alpha val="50000"/>
                </a:schemeClr>
              </a:solidFill>
              <a:prstDash val="lgDash"/>
              <a:round/>
            </a:ln>
          </p:spPr>
          <p:txBody>
            <a:bodyPr rtlCol="0" anchor="ctr"/>
            <a:lstStyle/>
            <a:p>
              <a:endParaRPr lang="en-US"/>
            </a:p>
          </p:txBody>
        </p:sp>
        <p:sp>
          <p:nvSpPr>
            <p:cNvPr id="220" name="Freeform: Shape 219">
              <a:extLst>
                <a:ext uri="{FF2B5EF4-FFF2-40B4-BE49-F238E27FC236}">
                  <a16:creationId xmlns:a16="http://schemas.microsoft.com/office/drawing/2014/main" id="{EA12DCF8-5403-4AA2-818F-2DF853DC1F99}"/>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10849" y="15178"/>
              <a:ext cx="1978674" cy="3074959"/>
            </a:xfrm>
            <a:custGeom>
              <a:avLst/>
              <a:gdLst>
                <a:gd name="connsiteX0" fmla="*/ 0 w 2977477"/>
                <a:gd name="connsiteY0" fmla="*/ 4627150 h 4627149"/>
                <a:gd name="connsiteX1" fmla="*/ 275082 w 2977477"/>
                <a:gd name="connsiteY1" fmla="*/ 4341590 h 4627149"/>
                <a:gd name="connsiteX2" fmla="*/ 502825 w 2977477"/>
                <a:gd name="connsiteY2" fmla="*/ 4054126 h 4627149"/>
                <a:gd name="connsiteX3" fmla="*/ 666179 w 2977477"/>
                <a:gd name="connsiteY3" fmla="*/ 3890677 h 4627149"/>
                <a:gd name="connsiteX4" fmla="*/ 864203 w 2977477"/>
                <a:gd name="connsiteY4" fmla="*/ 3675983 h 4627149"/>
                <a:gd name="connsiteX5" fmla="*/ 982599 w 2977477"/>
                <a:gd name="connsiteY5" fmla="*/ 3557492 h 4627149"/>
                <a:gd name="connsiteX6" fmla="*/ 1188244 w 2977477"/>
                <a:gd name="connsiteY6" fmla="*/ 3329654 h 4627149"/>
                <a:gd name="connsiteX7" fmla="*/ 1344740 w 2977477"/>
                <a:gd name="connsiteY7" fmla="*/ 3146774 h 4627149"/>
                <a:gd name="connsiteX8" fmla="*/ 1470755 w 2977477"/>
                <a:gd name="connsiteY8" fmla="*/ 2984659 h 4627149"/>
                <a:gd name="connsiteX9" fmla="*/ 1657636 w 2977477"/>
                <a:gd name="connsiteY9" fmla="*/ 2670239 h 4627149"/>
                <a:gd name="connsiteX10" fmla="*/ 1762887 w 2977477"/>
                <a:gd name="connsiteY10" fmla="*/ 2473547 h 4627149"/>
                <a:gd name="connsiteX11" fmla="*/ 1866710 w 2977477"/>
                <a:gd name="connsiteY11" fmla="*/ 2290667 h 4627149"/>
                <a:gd name="connsiteX12" fmla="*/ 2106263 w 2977477"/>
                <a:gd name="connsiteY12" fmla="*/ 2030254 h 4627149"/>
                <a:gd name="connsiteX13" fmla="*/ 2277237 w 2977477"/>
                <a:gd name="connsiteY13" fmla="*/ 1859185 h 4627149"/>
                <a:gd name="connsiteX14" fmla="*/ 2499455 w 2977477"/>
                <a:gd name="connsiteY14" fmla="*/ 1656207 h 4627149"/>
                <a:gd name="connsiteX15" fmla="*/ 2707100 w 2977477"/>
                <a:gd name="connsiteY15" fmla="*/ 1390269 h 4627149"/>
                <a:gd name="connsiteX16" fmla="*/ 2812352 w 2977477"/>
                <a:gd name="connsiteY16" fmla="*/ 1230916 h 4627149"/>
                <a:gd name="connsiteX17" fmla="*/ 2898172 w 2977477"/>
                <a:gd name="connsiteY17" fmla="*/ 1036987 h 4627149"/>
                <a:gd name="connsiteX18" fmla="*/ 2963228 w 2977477"/>
                <a:gd name="connsiteY18" fmla="*/ 850011 h 4627149"/>
                <a:gd name="connsiteX19" fmla="*/ 2977325 w 2977477"/>
                <a:gd name="connsiteY19" fmla="*/ 745427 h 4627149"/>
                <a:gd name="connsiteX20" fmla="*/ 2929509 w 2977477"/>
                <a:gd name="connsiteY20" fmla="*/ 480155 h 4627149"/>
                <a:gd name="connsiteX21" fmla="*/ 2563082 w 2977477"/>
                <a:gd name="connsiteY21" fmla="*/ 0 h 462714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Lst>
              <a:rect l="l" t="t" r="r" b="b"/>
              <a:pathLst>
                <a:path w="2977477" h="4627149">
                  <a:moveTo>
                    <a:pt x="0" y="4627150"/>
                  </a:moveTo>
                  <a:cubicBezTo>
                    <a:pt x="79820" y="4552283"/>
                    <a:pt x="203835" y="4424648"/>
                    <a:pt x="275082" y="4341590"/>
                  </a:cubicBezTo>
                  <a:cubicBezTo>
                    <a:pt x="354711" y="4248722"/>
                    <a:pt x="421005" y="4145090"/>
                    <a:pt x="502825" y="4054126"/>
                  </a:cubicBezTo>
                  <a:cubicBezTo>
                    <a:pt x="554355" y="3996881"/>
                    <a:pt x="612362" y="3945827"/>
                    <a:pt x="666179" y="3890677"/>
                  </a:cubicBezTo>
                  <a:cubicBezTo>
                    <a:pt x="734187" y="3821049"/>
                    <a:pt x="796671" y="3746183"/>
                    <a:pt x="864203" y="3675983"/>
                  </a:cubicBezTo>
                  <a:cubicBezTo>
                    <a:pt x="902875" y="3635788"/>
                    <a:pt x="943642" y="3597593"/>
                    <a:pt x="982599" y="3557492"/>
                  </a:cubicBezTo>
                  <a:cubicBezTo>
                    <a:pt x="1053941" y="3484150"/>
                    <a:pt x="1121378" y="3407093"/>
                    <a:pt x="1188244" y="3329654"/>
                  </a:cubicBezTo>
                  <a:cubicBezTo>
                    <a:pt x="1240631" y="3268885"/>
                    <a:pt x="1293495" y="3208496"/>
                    <a:pt x="1344740" y="3146774"/>
                  </a:cubicBezTo>
                  <a:cubicBezTo>
                    <a:pt x="1388459" y="3094101"/>
                    <a:pt x="1431512" y="3040761"/>
                    <a:pt x="1470755" y="2984659"/>
                  </a:cubicBezTo>
                  <a:cubicBezTo>
                    <a:pt x="1540764" y="2884646"/>
                    <a:pt x="1598771" y="2777109"/>
                    <a:pt x="1657636" y="2670239"/>
                  </a:cubicBezTo>
                  <a:cubicBezTo>
                    <a:pt x="1693545" y="2605088"/>
                    <a:pt x="1728502" y="2539460"/>
                    <a:pt x="1762887" y="2473547"/>
                  </a:cubicBezTo>
                  <a:cubicBezTo>
                    <a:pt x="1795367" y="2411349"/>
                    <a:pt x="1826419" y="2348103"/>
                    <a:pt x="1866710" y="2290667"/>
                  </a:cubicBezTo>
                  <a:cubicBezTo>
                    <a:pt x="1934623" y="2193893"/>
                    <a:pt x="2022729" y="2114169"/>
                    <a:pt x="2106263" y="2030254"/>
                  </a:cubicBezTo>
                  <a:cubicBezTo>
                    <a:pt x="2163128" y="1973104"/>
                    <a:pt x="2218182" y="1914049"/>
                    <a:pt x="2277237" y="1859185"/>
                  </a:cubicBezTo>
                  <a:cubicBezTo>
                    <a:pt x="2350770" y="1790891"/>
                    <a:pt x="2430304" y="1728978"/>
                    <a:pt x="2499455" y="1656207"/>
                  </a:cubicBezTo>
                  <a:cubicBezTo>
                    <a:pt x="2576989" y="1574578"/>
                    <a:pt x="2641568" y="1481900"/>
                    <a:pt x="2707100" y="1390269"/>
                  </a:cubicBezTo>
                  <a:cubicBezTo>
                    <a:pt x="2744153" y="1338453"/>
                    <a:pt x="2781586" y="1286732"/>
                    <a:pt x="2812352" y="1230916"/>
                  </a:cubicBezTo>
                  <a:cubicBezTo>
                    <a:pt x="2846546" y="1168908"/>
                    <a:pt x="2872550" y="1102900"/>
                    <a:pt x="2898172" y="1036987"/>
                  </a:cubicBezTo>
                  <a:cubicBezTo>
                    <a:pt x="2922175" y="975455"/>
                    <a:pt x="2948273" y="914305"/>
                    <a:pt x="2963228" y="850011"/>
                  </a:cubicBezTo>
                  <a:cubicBezTo>
                    <a:pt x="2971229" y="815626"/>
                    <a:pt x="2976563" y="780764"/>
                    <a:pt x="2977325" y="745427"/>
                  </a:cubicBezTo>
                  <a:cubicBezTo>
                    <a:pt x="2979230" y="654844"/>
                    <a:pt x="2963323" y="564261"/>
                    <a:pt x="2929509" y="480155"/>
                  </a:cubicBezTo>
                  <a:cubicBezTo>
                    <a:pt x="2851309" y="285655"/>
                    <a:pt x="2563082" y="0"/>
                    <a:pt x="2563082" y="0"/>
                  </a:cubicBezTo>
                </a:path>
              </a:pathLst>
            </a:custGeom>
            <a:noFill/>
            <a:ln w="9525" cap="rnd">
              <a:solidFill>
                <a:schemeClr val="accent2">
                  <a:alpha val="50000"/>
                </a:schemeClr>
              </a:solidFill>
              <a:prstDash val="lgDash"/>
              <a:round/>
            </a:ln>
          </p:spPr>
          <p:txBody>
            <a:bodyPr rtlCol="0" anchor="ctr"/>
            <a:lstStyle/>
            <a:p>
              <a:endParaRPr lang="en-US"/>
            </a:p>
          </p:txBody>
        </p:sp>
        <p:sp>
          <p:nvSpPr>
            <p:cNvPr id="221" name="Freeform: Shape 220">
              <a:extLst>
                <a:ext uri="{FF2B5EF4-FFF2-40B4-BE49-F238E27FC236}">
                  <a16:creationId xmlns:a16="http://schemas.microsoft.com/office/drawing/2014/main" id="{AD89B414-72F6-4409-A12B-4F23F1CE0F3C}"/>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25092" y="15178"/>
              <a:ext cx="1566146" cy="2737264"/>
            </a:xfrm>
            <a:custGeom>
              <a:avLst/>
              <a:gdLst>
                <a:gd name="connsiteX0" fmla="*/ 1707071 w 2356712"/>
                <a:gd name="connsiteY0" fmla="*/ 0 h 4118991"/>
                <a:gd name="connsiteX1" fmla="*/ 1824514 w 2356712"/>
                <a:gd name="connsiteY1" fmla="*/ 244697 h 4118991"/>
                <a:gd name="connsiteX2" fmla="*/ 1908715 w 2356712"/>
                <a:gd name="connsiteY2" fmla="*/ 328994 h 4118991"/>
                <a:gd name="connsiteX3" fmla="*/ 2226469 w 2356712"/>
                <a:gd name="connsiteY3" fmla="*/ 603695 h 4118991"/>
                <a:gd name="connsiteX4" fmla="*/ 2355628 w 2356712"/>
                <a:gd name="connsiteY4" fmla="*/ 900494 h 4118991"/>
                <a:gd name="connsiteX5" fmla="*/ 2281428 w 2356712"/>
                <a:gd name="connsiteY5" fmla="*/ 1206913 h 4118991"/>
                <a:gd name="connsiteX6" fmla="*/ 2092452 w 2356712"/>
                <a:gd name="connsiteY6" fmla="*/ 1460659 h 4118991"/>
                <a:gd name="connsiteX7" fmla="*/ 1834039 w 2356712"/>
                <a:gd name="connsiteY7" fmla="*/ 1625822 h 4118991"/>
                <a:gd name="connsiteX8" fmla="*/ 1558862 w 2356712"/>
                <a:gd name="connsiteY8" fmla="*/ 1743075 h 4118991"/>
                <a:gd name="connsiteX9" fmla="*/ 1386554 w 2356712"/>
                <a:gd name="connsiteY9" fmla="*/ 1869948 h 4118991"/>
                <a:gd name="connsiteX10" fmla="*/ 1271683 w 2356712"/>
                <a:gd name="connsiteY10" fmla="*/ 2073402 h 4118991"/>
                <a:gd name="connsiteX11" fmla="*/ 1178338 w 2356712"/>
                <a:gd name="connsiteY11" fmla="*/ 2355914 h 4118991"/>
                <a:gd name="connsiteX12" fmla="*/ 1113758 w 2356712"/>
                <a:gd name="connsiteY12" fmla="*/ 2578513 h 4118991"/>
                <a:gd name="connsiteX13" fmla="*/ 1034796 w 2356712"/>
                <a:gd name="connsiteY13" fmla="*/ 2834640 h 4118991"/>
                <a:gd name="connsiteX14" fmla="*/ 905637 w 2356712"/>
                <a:gd name="connsiteY14" fmla="*/ 3081242 h 4118991"/>
                <a:gd name="connsiteX15" fmla="*/ 793147 w 2356712"/>
                <a:gd name="connsiteY15" fmla="*/ 3258407 h 4118991"/>
                <a:gd name="connsiteX16" fmla="*/ 546735 w 2356712"/>
                <a:gd name="connsiteY16" fmla="*/ 3571970 h 4118991"/>
                <a:gd name="connsiteX17" fmla="*/ 346996 w 2356712"/>
                <a:gd name="connsiteY17" fmla="*/ 3771900 h 4118991"/>
                <a:gd name="connsiteX18" fmla="*/ 174689 w 2356712"/>
                <a:gd name="connsiteY18" fmla="*/ 3944207 h 4118991"/>
                <a:gd name="connsiteX19" fmla="*/ 0 w 2356712"/>
                <a:gd name="connsiteY19" fmla="*/ 4118991 h 411899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Lst>
              <a:rect l="l" t="t" r="r" b="b"/>
              <a:pathLst>
                <a:path w="2356712" h="4118991">
                  <a:moveTo>
                    <a:pt x="1707071" y="0"/>
                  </a:moveTo>
                  <a:cubicBezTo>
                    <a:pt x="1715357" y="22098"/>
                    <a:pt x="1812608" y="224409"/>
                    <a:pt x="1824514" y="244697"/>
                  </a:cubicBezTo>
                  <a:cubicBezTo>
                    <a:pt x="1844802" y="279273"/>
                    <a:pt x="1876996" y="304324"/>
                    <a:pt x="1908715" y="328994"/>
                  </a:cubicBezTo>
                  <a:cubicBezTo>
                    <a:pt x="2019967" y="415195"/>
                    <a:pt x="2137886" y="494633"/>
                    <a:pt x="2226469" y="603695"/>
                  </a:cubicBezTo>
                  <a:cubicBezTo>
                    <a:pt x="2296287" y="689610"/>
                    <a:pt x="2347817" y="790480"/>
                    <a:pt x="2355628" y="900494"/>
                  </a:cubicBezTo>
                  <a:cubicBezTo>
                    <a:pt x="2363248" y="1007078"/>
                    <a:pt x="2329910" y="1111187"/>
                    <a:pt x="2281428" y="1206913"/>
                  </a:cubicBezTo>
                  <a:cubicBezTo>
                    <a:pt x="2233422" y="1301877"/>
                    <a:pt x="2170938" y="1388936"/>
                    <a:pt x="2092452" y="1460659"/>
                  </a:cubicBezTo>
                  <a:cubicBezTo>
                    <a:pt x="2016538" y="1530001"/>
                    <a:pt x="1927765" y="1583436"/>
                    <a:pt x="1834039" y="1625822"/>
                  </a:cubicBezTo>
                  <a:cubicBezTo>
                    <a:pt x="1743075" y="1666970"/>
                    <a:pt x="1647730" y="1697736"/>
                    <a:pt x="1558862" y="1743075"/>
                  </a:cubicBezTo>
                  <a:cubicBezTo>
                    <a:pt x="1494758" y="1775841"/>
                    <a:pt x="1434275" y="1816132"/>
                    <a:pt x="1386554" y="1869948"/>
                  </a:cubicBezTo>
                  <a:cubicBezTo>
                    <a:pt x="1334548" y="1928622"/>
                    <a:pt x="1300544" y="2000345"/>
                    <a:pt x="1271683" y="2073402"/>
                  </a:cubicBezTo>
                  <a:cubicBezTo>
                    <a:pt x="1235202" y="2165699"/>
                    <a:pt x="1206722" y="2260759"/>
                    <a:pt x="1178338" y="2355914"/>
                  </a:cubicBezTo>
                  <a:cubicBezTo>
                    <a:pt x="1156240" y="2429923"/>
                    <a:pt x="1134237" y="2504028"/>
                    <a:pt x="1113758" y="2578513"/>
                  </a:cubicBezTo>
                  <a:cubicBezTo>
                    <a:pt x="1090041" y="2664714"/>
                    <a:pt x="1068134" y="2751678"/>
                    <a:pt x="1034796" y="2834640"/>
                  </a:cubicBezTo>
                  <a:cubicBezTo>
                    <a:pt x="1000125" y="2920841"/>
                    <a:pt x="953643" y="3001613"/>
                    <a:pt x="905637" y="3081242"/>
                  </a:cubicBezTo>
                  <a:cubicBezTo>
                    <a:pt x="869442" y="3141155"/>
                    <a:pt x="832295" y="3200400"/>
                    <a:pt x="793147" y="3258407"/>
                  </a:cubicBezTo>
                  <a:cubicBezTo>
                    <a:pt x="718661" y="3368802"/>
                    <a:pt x="637223" y="3474434"/>
                    <a:pt x="546735" y="3571970"/>
                  </a:cubicBezTo>
                  <a:cubicBezTo>
                    <a:pt x="482632" y="3641027"/>
                    <a:pt x="414147" y="3705797"/>
                    <a:pt x="346996" y="3771900"/>
                  </a:cubicBezTo>
                  <a:cubicBezTo>
                    <a:pt x="288989" y="3828764"/>
                    <a:pt x="232029" y="3886676"/>
                    <a:pt x="174689" y="3944207"/>
                  </a:cubicBezTo>
                  <a:cubicBezTo>
                    <a:pt x="116586" y="4002596"/>
                    <a:pt x="58293" y="4060698"/>
                    <a:pt x="0" y="4118991"/>
                  </a:cubicBezTo>
                </a:path>
              </a:pathLst>
            </a:custGeom>
            <a:noFill/>
            <a:ln w="9525" cap="rnd">
              <a:solidFill>
                <a:schemeClr val="accent2">
                  <a:alpha val="50000"/>
                </a:schemeClr>
              </a:solidFill>
              <a:prstDash val="lgDash"/>
              <a:round/>
            </a:ln>
          </p:spPr>
          <p:txBody>
            <a:bodyPr rtlCol="0" anchor="ctr"/>
            <a:lstStyle/>
            <a:p>
              <a:endParaRPr lang="en-US"/>
            </a:p>
          </p:txBody>
        </p:sp>
        <p:sp>
          <p:nvSpPr>
            <p:cNvPr id="222" name="Freeform: Shape 221">
              <a:extLst>
                <a:ext uri="{FF2B5EF4-FFF2-40B4-BE49-F238E27FC236}">
                  <a16:creationId xmlns:a16="http://schemas.microsoft.com/office/drawing/2014/main" id="{214BA161-43C1-4B9D-A341-694B88127DC4}"/>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10849" y="15178"/>
              <a:ext cx="1368431" cy="2644975"/>
            </a:xfrm>
            <a:custGeom>
              <a:avLst/>
              <a:gdLst>
                <a:gd name="connsiteX0" fmla="*/ 0 w 2059193"/>
                <a:gd name="connsiteY0" fmla="*/ 3980116 h 3980116"/>
                <a:gd name="connsiteX1" fmla="*/ 471583 w 2059193"/>
                <a:gd name="connsiteY1" fmla="*/ 3515678 h 3980116"/>
                <a:gd name="connsiteX2" fmla="*/ 758666 w 2059193"/>
                <a:gd name="connsiteY2" fmla="*/ 3163824 h 3980116"/>
                <a:gd name="connsiteX3" fmla="*/ 940499 w 2059193"/>
                <a:gd name="connsiteY3" fmla="*/ 2780824 h 3980116"/>
                <a:gd name="connsiteX4" fmla="*/ 1055370 w 2059193"/>
                <a:gd name="connsiteY4" fmla="*/ 2242185 h 3980116"/>
                <a:gd name="connsiteX5" fmla="*/ 1136714 w 2059193"/>
                <a:gd name="connsiteY5" fmla="*/ 1878330 h 3980116"/>
                <a:gd name="connsiteX6" fmla="*/ 1246727 w 2059193"/>
                <a:gd name="connsiteY6" fmla="*/ 1562386 h 3980116"/>
                <a:gd name="connsiteX7" fmla="*/ 1378363 w 2059193"/>
                <a:gd name="connsiteY7" fmla="*/ 1430750 h 3980116"/>
                <a:gd name="connsiteX8" fmla="*/ 1691831 w 2059193"/>
                <a:gd name="connsiteY8" fmla="*/ 1394841 h 3980116"/>
                <a:gd name="connsiteX9" fmla="*/ 1914335 w 2059193"/>
                <a:gd name="connsiteY9" fmla="*/ 1323023 h 3980116"/>
                <a:gd name="connsiteX10" fmla="*/ 2055495 w 2059193"/>
                <a:gd name="connsiteY10" fmla="*/ 1098042 h 3980116"/>
                <a:gd name="connsiteX11" fmla="*/ 2033969 w 2059193"/>
                <a:gd name="connsiteY11" fmla="*/ 930497 h 3980116"/>
                <a:gd name="connsiteX12" fmla="*/ 1885664 w 2059193"/>
                <a:gd name="connsiteY12" fmla="*/ 760571 h 3980116"/>
                <a:gd name="connsiteX13" fmla="*/ 1636871 w 2059193"/>
                <a:gd name="connsiteY13" fmla="*/ 612172 h 3980116"/>
                <a:gd name="connsiteX14" fmla="*/ 1335405 w 2059193"/>
                <a:gd name="connsiteY14" fmla="*/ 459010 h 3980116"/>
                <a:gd name="connsiteX15" fmla="*/ 1234916 w 2059193"/>
                <a:gd name="connsiteY15" fmla="*/ 269939 h 3980116"/>
                <a:gd name="connsiteX16" fmla="*/ 1386935 w 2059193"/>
                <a:gd name="connsiteY16" fmla="*/ 0 h 398011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Lst>
              <a:rect l="l" t="t" r="r" b="b"/>
              <a:pathLst>
                <a:path w="2059193" h="3980116">
                  <a:moveTo>
                    <a:pt x="0" y="3980116"/>
                  </a:moveTo>
                  <a:cubicBezTo>
                    <a:pt x="91345" y="3889534"/>
                    <a:pt x="382715" y="3608737"/>
                    <a:pt x="471583" y="3515678"/>
                  </a:cubicBezTo>
                  <a:cubicBezTo>
                    <a:pt x="576358" y="3405949"/>
                    <a:pt x="675989" y="3290983"/>
                    <a:pt x="758666" y="3163824"/>
                  </a:cubicBezTo>
                  <a:cubicBezTo>
                    <a:pt x="836105" y="3044857"/>
                    <a:pt x="897445" y="2916079"/>
                    <a:pt x="940499" y="2780824"/>
                  </a:cubicBezTo>
                  <a:cubicBezTo>
                    <a:pt x="996315" y="2605754"/>
                    <a:pt x="1020985" y="2422874"/>
                    <a:pt x="1055370" y="2242185"/>
                  </a:cubicBezTo>
                  <a:cubicBezTo>
                    <a:pt x="1078611" y="2120075"/>
                    <a:pt x="1107472" y="1999107"/>
                    <a:pt x="1136714" y="1878330"/>
                  </a:cubicBezTo>
                  <a:cubicBezTo>
                    <a:pt x="1163098" y="1769174"/>
                    <a:pt x="1189482" y="1658588"/>
                    <a:pt x="1246727" y="1562386"/>
                  </a:cubicBezTo>
                  <a:cubicBezTo>
                    <a:pt x="1279208" y="1507808"/>
                    <a:pt x="1321689" y="1459039"/>
                    <a:pt x="1378363" y="1430750"/>
                  </a:cubicBezTo>
                  <a:cubicBezTo>
                    <a:pt x="1473327" y="1383221"/>
                    <a:pt x="1584865" y="1402652"/>
                    <a:pt x="1691831" y="1394841"/>
                  </a:cubicBezTo>
                  <a:cubicBezTo>
                    <a:pt x="1771079" y="1389031"/>
                    <a:pt x="1849279" y="1368266"/>
                    <a:pt x="1914335" y="1323023"/>
                  </a:cubicBezTo>
                  <a:cubicBezTo>
                    <a:pt x="1989963" y="1270445"/>
                    <a:pt x="2041493" y="1189101"/>
                    <a:pt x="2055495" y="1098042"/>
                  </a:cubicBezTo>
                  <a:cubicBezTo>
                    <a:pt x="2064258" y="1041178"/>
                    <a:pt x="2057591" y="982980"/>
                    <a:pt x="2033969" y="930497"/>
                  </a:cubicBezTo>
                  <a:cubicBezTo>
                    <a:pt x="2002727" y="861060"/>
                    <a:pt x="1945958" y="807625"/>
                    <a:pt x="1885664" y="760571"/>
                  </a:cubicBezTo>
                  <a:cubicBezTo>
                    <a:pt x="1809179" y="700945"/>
                    <a:pt x="1725549" y="651415"/>
                    <a:pt x="1636871" y="612172"/>
                  </a:cubicBezTo>
                  <a:cubicBezTo>
                    <a:pt x="1532763" y="566071"/>
                    <a:pt x="1421606" y="532543"/>
                    <a:pt x="1335405" y="459010"/>
                  </a:cubicBezTo>
                  <a:cubicBezTo>
                    <a:pt x="1277969" y="409956"/>
                    <a:pt x="1232059" y="344615"/>
                    <a:pt x="1234916" y="269939"/>
                  </a:cubicBezTo>
                  <a:cubicBezTo>
                    <a:pt x="1237012" y="211741"/>
                    <a:pt x="1386935" y="0"/>
                    <a:pt x="1386935" y="0"/>
                  </a:cubicBezTo>
                </a:path>
              </a:pathLst>
            </a:custGeom>
            <a:noFill/>
            <a:ln w="9525" cap="rnd">
              <a:solidFill>
                <a:schemeClr val="accent2">
                  <a:alpha val="50000"/>
                </a:schemeClr>
              </a:solidFill>
              <a:prstDash val="lgDash"/>
              <a:round/>
            </a:ln>
          </p:spPr>
          <p:txBody>
            <a:bodyPr rtlCol="0" anchor="ctr"/>
            <a:lstStyle/>
            <a:p>
              <a:endParaRPr lang="en-US"/>
            </a:p>
          </p:txBody>
        </p:sp>
        <p:sp>
          <p:nvSpPr>
            <p:cNvPr id="223" name="Freeform: Shape 222">
              <a:extLst>
                <a:ext uri="{FF2B5EF4-FFF2-40B4-BE49-F238E27FC236}">
                  <a16:creationId xmlns:a16="http://schemas.microsoft.com/office/drawing/2014/main" id="{B211E8CC-9B3E-4E58-821A-069B7C1098DE}"/>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18825" y="543780"/>
              <a:ext cx="494287" cy="1905590"/>
            </a:xfrm>
            <a:custGeom>
              <a:avLst/>
              <a:gdLst>
                <a:gd name="connsiteX0" fmla="*/ 11144 w 743796"/>
                <a:gd name="connsiteY0" fmla="*/ 0 h 2867501"/>
                <a:gd name="connsiteX1" fmla="*/ 353663 w 743796"/>
                <a:gd name="connsiteY1" fmla="*/ 55245 h 2867501"/>
                <a:gd name="connsiteX2" fmla="*/ 571405 w 743796"/>
                <a:gd name="connsiteY2" fmla="*/ 179737 h 2867501"/>
                <a:gd name="connsiteX3" fmla="*/ 688658 w 743796"/>
                <a:gd name="connsiteY3" fmla="*/ 368808 h 2867501"/>
                <a:gd name="connsiteX4" fmla="*/ 731711 w 743796"/>
                <a:gd name="connsiteY4" fmla="*/ 612934 h 2867501"/>
                <a:gd name="connsiteX5" fmla="*/ 725233 w 743796"/>
                <a:gd name="connsiteY5" fmla="*/ 995648 h 2867501"/>
                <a:gd name="connsiteX6" fmla="*/ 742855 w 743796"/>
                <a:gd name="connsiteY6" fmla="*/ 1499330 h 2867501"/>
                <a:gd name="connsiteX7" fmla="*/ 707898 w 743796"/>
                <a:gd name="connsiteY7" fmla="*/ 1793081 h 2867501"/>
                <a:gd name="connsiteX8" fmla="*/ 633222 w 743796"/>
                <a:gd name="connsiteY8" fmla="*/ 2073592 h 2867501"/>
                <a:gd name="connsiteX9" fmla="*/ 404527 w 743796"/>
                <a:gd name="connsiteY9" fmla="*/ 2472404 h 2867501"/>
                <a:gd name="connsiteX10" fmla="*/ 0 w 743796"/>
                <a:gd name="connsiteY10" fmla="*/ 2867501 h 286750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743796" h="2867501">
                  <a:moveTo>
                    <a:pt x="11144" y="0"/>
                  </a:moveTo>
                  <a:cubicBezTo>
                    <a:pt x="101060" y="2953"/>
                    <a:pt x="268796" y="25146"/>
                    <a:pt x="353663" y="55245"/>
                  </a:cubicBezTo>
                  <a:cubicBezTo>
                    <a:pt x="433483" y="83534"/>
                    <a:pt x="510635" y="120967"/>
                    <a:pt x="571405" y="179737"/>
                  </a:cubicBezTo>
                  <a:cubicBezTo>
                    <a:pt x="625412" y="231934"/>
                    <a:pt x="663607" y="297942"/>
                    <a:pt x="688658" y="368808"/>
                  </a:cubicBezTo>
                  <a:cubicBezTo>
                    <a:pt x="716375" y="447103"/>
                    <a:pt x="727996" y="529876"/>
                    <a:pt x="731711" y="612934"/>
                  </a:cubicBezTo>
                  <a:cubicBezTo>
                    <a:pt x="737426" y="740474"/>
                    <a:pt x="724948" y="867918"/>
                    <a:pt x="725233" y="995648"/>
                  </a:cubicBezTo>
                  <a:cubicBezTo>
                    <a:pt x="725710" y="1163765"/>
                    <a:pt x="748665" y="1331309"/>
                    <a:pt x="742855" y="1499330"/>
                  </a:cubicBezTo>
                  <a:cubicBezTo>
                    <a:pt x="739426" y="1598009"/>
                    <a:pt x="725996" y="1696022"/>
                    <a:pt x="707898" y="1793081"/>
                  </a:cubicBezTo>
                  <a:cubicBezTo>
                    <a:pt x="690086" y="1888426"/>
                    <a:pt x="666845" y="1982724"/>
                    <a:pt x="633222" y="2073592"/>
                  </a:cubicBezTo>
                  <a:cubicBezTo>
                    <a:pt x="579692" y="2218182"/>
                    <a:pt x="499682" y="2351056"/>
                    <a:pt x="404527" y="2472404"/>
                  </a:cubicBezTo>
                  <a:cubicBezTo>
                    <a:pt x="266033" y="2648902"/>
                    <a:pt x="179642" y="2732818"/>
                    <a:pt x="0" y="2867501"/>
                  </a:cubicBezTo>
                </a:path>
              </a:pathLst>
            </a:custGeom>
            <a:noFill/>
            <a:ln w="9525" cap="rnd">
              <a:solidFill>
                <a:schemeClr val="accent2">
                  <a:alpha val="50000"/>
                </a:schemeClr>
              </a:solidFill>
              <a:prstDash val="lgDash"/>
              <a:round/>
            </a:ln>
          </p:spPr>
          <p:txBody>
            <a:bodyPr rtlCol="0" anchor="ctr"/>
            <a:lstStyle/>
            <a:p>
              <a:endParaRPr lang="en-US"/>
            </a:p>
          </p:txBody>
        </p:sp>
        <p:sp>
          <p:nvSpPr>
            <p:cNvPr id="224" name="Freeform: Shape 223">
              <a:extLst>
                <a:ext uri="{FF2B5EF4-FFF2-40B4-BE49-F238E27FC236}">
                  <a16:creationId xmlns:a16="http://schemas.microsoft.com/office/drawing/2014/main" id="{B29FA542-0294-4239-B976-E5D20656CA52}"/>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10849" y="672286"/>
              <a:ext cx="396930" cy="1690303"/>
            </a:xfrm>
            <a:custGeom>
              <a:avLst/>
              <a:gdLst>
                <a:gd name="connsiteX0" fmla="*/ 16478 w 597294"/>
                <a:gd name="connsiteY0" fmla="*/ 2079 h 2543540"/>
                <a:gd name="connsiteX1" fmla="*/ 299847 w 597294"/>
                <a:gd name="connsiteY1" fmla="*/ 53991 h 2543540"/>
                <a:gd name="connsiteX2" fmla="*/ 503206 w 597294"/>
                <a:gd name="connsiteY2" fmla="*/ 291354 h 2543540"/>
                <a:gd name="connsiteX3" fmla="*/ 525113 w 597294"/>
                <a:gd name="connsiteY3" fmla="*/ 724265 h 2543540"/>
                <a:gd name="connsiteX4" fmla="*/ 578930 w 597294"/>
                <a:gd name="connsiteY4" fmla="*/ 1117267 h 2543540"/>
                <a:gd name="connsiteX5" fmla="*/ 592931 w 597294"/>
                <a:gd name="connsiteY5" fmla="*/ 1476359 h 2543540"/>
                <a:gd name="connsiteX6" fmla="*/ 503206 w 597294"/>
                <a:gd name="connsiteY6" fmla="*/ 1859359 h 2543540"/>
                <a:gd name="connsiteX7" fmla="*/ 291846 w 597294"/>
                <a:gd name="connsiteY7" fmla="*/ 2250361 h 2543540"/>
                <a:gd name="connsiteX8" fmla="*/ 0 w 597294"/>
                <a:gd name="connsiteY8" fmla="*/ 2543540 h 254354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597294" h="2543540">
                  <a:moveTo>
                    <a:pt x="16478" y="2079"/>
                  </a:moveTo>
                  <a:cubicBezTo>
                    <a:pt x="101441" y="-6684"/>
                    <a:pt x="224885" y="12557"/>
                    <a:pt x="299847" y="53991"/>
                  </a:cubicBezTo>
                  <a:cubicBezTo>
                    <a:pt x="394240" y="106092"/>
                    <a:pt x="468440" y="189341"/>
                    <a:pt x="503206" y="291354"/>
                  </a:cubicBezTo>
                  <a:cubicBezTo>
                    <a:pt x="550069" y="429085"/>
                    <a:pt x="520827" y="577770"/>
                    <a:pt x="525113" y="724265"/>
                  </a:cubicBezTo>
                  <a:cubicBezTo>
                    <a:pt x="529019" y="856472"/>
                    <a:pt x="561118" y="986012"/>
                    <a:pt x="578930" y="1117267"/>
                  </a:cubicBezTo>
                  <a:cubicBezTo>
                    <a:pt x="595122" y="1236234"/>
                    <a:pt x="602742" y="1356630"/>
                    <a:pt x="592931" y="1476359"/>
                  </a:cubicBezTo>
                  <a:cubicBezTo>
                    <a:pt x="582073" y="1607709"/>
                    <a:pt x="549783" y="1736011"/>
                    <a:pt x="503206" y="1859359"/>
                  </a:cubicBezTo>
                  <a:cubicBezTo>
                    <a:pt x="450628" y="1998710"/>
                    <a:pt x="383857" y="2133298"/>
                    <a:pt x="291846" y="2250361"/>
                  </a:cubicBezTo>
                  <a:cubicBezTo>
                    <a:pt x="231553" y="2327132"/>
                    <a:pt x="73819" y="2479532"/>
                    <a:pt x="0" y="2543540"/>
                  </a:cubicBezTo>
                </a:path>
              </a:pathLst>
            </a:custGeom>
            <a:noFill/>
            <a:ln w="9525" cap="rnd">
              <a:solidFill>
                <a:schemeClr val="accent2">
                  <a:alpha val="50000"/>
                </a:schemeClr>
              </a:solidFill>
              <a:prstDash val="lgDash"/>
              <a:round/>
            </a:ln>
          </p:spPr>
          <p:txBody>
            <a:bodyPr rtlCol="0" anchor="ctr"/>
            <a:lstStyle/>
            <a:p>
              <a:endParaRPr lang="en-US"/>
            </a:p>
          </p:txBody>
        </p:sp>
        <p:sp>
          <p:nvSpPr>
            <p:cNvPr id="225" name="Freeform: Shape 224">
              <a:extLst>
                <a:ext uri="{FF2B5EF4-FFF2-40B4-BE49-F238E27FC236}">
                  <a16:creationId xmlns:a16="http://schemas.microsoft.com/office/drawing/2014/main" id="{EA9045A3-208C-4023-9F44-D62234135622}"/>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23002" y="881264"/>
              <a:ext cx="258791" cy="1336561"/>
            </a:xfrm>
            <a:custGeom>
              <a:avLst/>
              <a:gdLst>
                <a:gd name="connsiteX0" fmla="*/ 0 w 389425"/>
                <a:gd name="connsiteY0" fmla="*/ 33 h 2011236"/>
                <a:gd name="connsiteX1" fmla="*/ 171260 w 389425"/>
                <a:gd name="connsiteY1" fmla="*/ 60326 h 2011236"/>
                <a:gd name="connsiteX2" fmla="*/ 211455 w 389425"/>
                <a:gd name="connsiteY2" fmla="*/ 221204 h 2011236"/>
                <a:gd name="connsiteX3" fmla="*/ 243078 w 389425"/>
                <a:gd name="connsiteY3" fmla="*/ 448089 h 2011236"/>
                <a:gd name="connsiteX4" fmla="*/ 346424 w 389425"/>
                <a:gd name="connsiteY4" fmla="*/ 789941 h 2011236"/>
                <a:gd name="connsiteX5" fmla="*/ 372237 w 389425"/>
                <a:gd name="connsiteY5" fmla="*/ 942151 h 2011236"/>
                <a:gd name="connsiteX6" fmla="*/ 386620 w 389425"/>
                <a:gd name="connsiteY6" fmla="*/ 1272478 h 2011236"/>
                <a:gd name="connsiteX7" fmla="*/ 280416 w 389425"/>
                <a:gd name="connsiteY7" fmla="*/ 1660241 h 2011236"/>
                <a:gd name="connsiteX8" fmla="*/ 151257 w 389425"/>
                <a:gd name="connsiteY8" fmla="*/ 1844073 h 2011236"/>
                <a:gd name="connsiteX9" fmla="*/ 1905 w 389425"/>
                <a:gd name="connsiteY9" fmla="*/ 2011237 h 201123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389425" h="2011236">
                  <a:moveTo>
                    <a:pt x="0" y="33"/>
                  </a:moveTo>
                  <a:cubicBezTo>
                    <a:pt x="57912" y="-824"/>
                    <a:pt x="136112" y="14892"/>
                    <a:pt x="171260" y="60326"/>
                  </a:cubicBezTo>
                  <a:cubicBezTo>
                    <a:pt x="205645" y="104903"/>
                    <a:pt x="207740" y="164244"/>
                    <a:pt x="211455" y="221204"/>
                  </a:cubicBezTo>
                  <a:cubicBezTo>
                    <a:pt x="216408" y="297594"/>
                    <a:pt x="225838" y="373604"/>
                    <a:pt x="243078" y="448089"/>
                  </a:cubicBezTo>
                  <a:cubicBezTo>
                    <a:pt x="269939" y="564199"/>
                    <a:pt x="319183" y="673927"/>
                    <a:pt x="346424" y="789941"/>
                  </a:cubicBezTo>
                  <a:cubicBezTo>
                    <a:pt x="358235" y="840043"/>
                    <a:pt x="365951" y="891097"/>
                    <a:pt x="372237" y="942151"/>
                  </a:cubicBezTo>
                  <a:cubicBezTo>
                    <a:pt x="385858" y="1051784"/>
                    <a:pt x="394049" y="1162274"/>
                    <a:pt x="386620" y="1272478"/>
                  </a:cubicBezTo>
                  <a:cubicBezTo>
                    <a:pt x="377476" y="1407828"/>
                    <a:pt x="344996" y="1541178"/>
                    <a:pt x="280416" y="1660241"/>
                  </a:cubicBezTo>
                  <a:cubicBezTo>
                    <a:pt x="244602" y="1726249"/>
                    <a:pt x="199358" y="1786352"/>
                    <a:pt x="151257" y="1844073"/>
                  </a:cubicBezTo>
                  <a:cubicBezTo>
                    <a:pt x="79534" y="1930084"/>
                    <a:pt x="89345" y="1941419"/>
                    <a:pt x="1905" y="2011237"/>
                  </a:cubicBezTo>
                </a:path>
              </a:pathLst>
            </a:custGeom>
            <a:noFill/>
            <a:ln w="9525" cap="rnd">
              <a:solidFill>
                <a:schemeClr val="accent2">
                  <a:alpha val="50000"/>
                </a:schemeClr>
              </a:solidFill>
              <a:prstDash val="lgDash"/>
              <a:round/>
            </a:ln>
          </p:spPr>
          <p:txBody>
            <a:bodyPr rtlCol="0" anchor="ctr"/>
            <a:lstStyle/>
            <a:p>
              <a:endParaRPr lang="en-US" dirty="0"/>
            </a:p>
          </p:txBody>
        </p:sp>
      </p:grpSp>
      <p:sp>
        <p:nvSpPr>
          <p:cNvPr id="2" name="Title 1">
            <a:extLst>
              <a:ext uri="{FF2B5EF4-FFF2-40B4-BE49-F238E27FC236}">
                <a16:creationId xmlns:a16="http://schemas.microsoft.com/office/drawing/2014/main" id="{51E813D7-C8F4-CA61-6DF8-1C78E450031D}"/>
              </a:ext>
            </a:extLst>
          </p:cNvPr>
          <p:cNvSpPr>
            <a:spLocks noGrp="1"/>
          </p:cNvSpPr>
          <p:nvPr>
            <p:ph type="title"/>
          </p:nvPr>
        </p:nvSpPr>
        <p:spPr>
          <a:xfrm>
            <a:off x="996275" y="163350"/>
            <a:ext cx="9925247" cy="2065889"/>
          </a:xfrm>
        </p:spPr>
        <p:txBody>
          <a:bodyPr vert="horz" lIns="91440" tIns="45720" rIns="91440" bIns="45720" rtlCol="0" anchor="ctr">
            <a:normAutofit/>
          </a:bodyPr>
          <a:lstStyle/>
          <a:p>
            <a:pPr>
              <a:lnSpc>
                <a:spcPct val="90000"/>
              </a:lnSpc>
            </a:pPr>
            <a:r>
              <a:rPr lang="en-US" sz="3800" kern="1200" dirty="0">
                <a:solidFill>
                  <a:schemeClr val="tx2"/>
                </a:solidFill>
                <a:latin typeface="+mj-lt"/>
                <a:ea typeface="+mj-ea"/>
                <a:cs typeface="+mj-cs"/>
              </a:rPr>
              <a:t>Our Approach – Network Communication (Leader Metronome)</a:t>
            </a:r>
          </a:p>
        </p:txBody>
      </p:sp>
      <p:grpSp>
        <p:nvGrpSpPr>
          <p:cNvPr id="227" name="Cross">
            <a:extLst>
              <a:ext uri="{FF2B5EF4-FFF2-40B4-BE49-F238E27FC236}">
                <a16:creationId xmlns:a16="http://schemas.microsoft.com/office/drawing/2014/main" id="{1EDF0462-C0C2-4E84-A7EA-8EE60CEFF6D8}"/>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11945264" y="149792"/>
            <a:ext cx="118872" cy="118872"/>
            <a:chOff x="1175347" y="3733800"/>
            <a:chExt cx="118872" cy="118872"/>
          </a:xfrm>
        </p:grpSpPr>
        <p:cxnSp>
          <p:nvCxnSpPr>
            <p:cNvPr id="228" name="Straight Connector 227">
              <a:extLst>
                <a:ext uri="{FF2B5EF4-FFF2-40B4-BE49-F238E27FC236}">
                  <a16:creationId xmlns:a16="http://schemas.microsoft.com/office/drawing/2014/main" id="{DD5894EA-1641-49CE-AE6E-B9522736A0AB}"/>
                </a:ext>
                <a:ext uri="{C183D7F6-B498-43B3-948B-1728B52AA6E4}">
                  <adec:decorative xmlns:adec="http://schemas.microsoft.com/office/drawing/2017/decorative" val="1"/>
                </a:ext>
              </a:extLst>
            </p:cNvPr>
            <p:cNvCxnSpPr>
              <a:cxnSpLocks/>
            </p:cNvCxnSpPr>
            <p:nvPr>
              <p:extLst>
                <p:ext uri="{386F3935-93C4-4BCD-93E2-E3B085C9AB24}">
                  <p16:designElem xmlns:p16="http://schemas.microsoft.com/office/powerpoint/2015/main" val="1"/>
                </p:ext>
              </p:extLst>
            </p:nvPr>
          </p:nvCxnSpPr>
          <p:spPr>
            <a:xfrm>
              <a:off x="1234783" y="3733800"/>
              <a:ext cx="0" cy="118872"/>
            </a:xfrm>
            <a:prstGeom prst="line">
              <a:avLst/>
            </a:prstGeom>
            <a:ln w="12700">
              <a:solidFill>
                <a:schemeClr val="accent5"/>
              </a:solidFill>
            </a:ln>
          </p:spPr>
          <p:style>
            <a:lnRef idx="1">
              <a:schemeClr val="accent2"/>
            </a:lnRef>
            <a:fillRef idx="0">
              <a:schemeClr val="accent2"/>
            </a:fillRef>
            <a:effectRef idx="0">
              <a:schemeClr val="accent2"/>
            </a:effectRef>
            <a:fontRef idx="minor">
              <a:schemeClr val="tx1"/>
            </a:fontRef>
          </p:style>
        </p:cxnSp>
        <p:cxnSp>
          <p:nvCxnSpPr>
            <p:cNvPr id="229" name="Straight Connector 228">
              <a:extLst>
                <a:ext uri="{FF2B5EF4-FFF2-40B4-BE49-F238E27FC236}">
                  <a16:creationId xmlns:a16="http://schemas.microsoft.com/office/drawing/2014/main" id="{8C6415EB-8C9A-4F1B-A459-64B94A865113}"/>
                </a:ext>
                <a:ext uri="{C183D7F6-B498-43B3-948B-1728B52AA6E4}">
                  <adec:decorative xmlns:adec="http://schemas.microsoft.com/office/drawing/2017/decorative" val="1"/>
                </a:ext>
              </a:extLst>
            </p:cNvPr>
            <p:cNvCxnSpPr>
              <a:cxnSpLocks/>
            </p:cNvCxnSpPr>
            <p:nvPr>
              <p:extLst>
                <p:ext uri="{386F3935-93C4-4BCD-93E2-E3B085C9AB24}">
                  <p16:designElem xmlns:p16="http://schemas.microsoft.com/office/powerpoint/2015/main" val="1"/>
                </p:ext>
              </p:extLst>
            </p:nvPr>
          </p:nvCxnSpPr>
          <p:spPr>
            <a:xfrm>
              <a:off x="1175347" y="3793236"/>
              <a:ext cx="118872" cy="0"/>
            </a:xfrm>
            <a:prstGeom prst="line">
              <a:avLst/>
            </a:prstGeom>
            <a:ln w="12700">
              <a:solidFill>
                <a:schemeClr val="accent5"/>
              </a:solidFill>
            </a:ln>
          </p:spPr>
          <p:style>
            <a:lnRef idx="1">
              <a:schemeClr val="accent2"/>
            </a:lnRef>
            <a:fillRef idx="0">
              <a:schemeClr val="accent2"/>
            </a:fillRef>
            <a:effectRef idx="0">
              <a:schemeClr val="accent2"/>
            </a:effectRef>
            <a:fontRef idx="minor">
              <a:schemeClr val="tx1"/>
            </a:fontRef>
          </p:style>
        </p:cxnSp>
      </p:grpSp>
      <p:pic>
        <p:nvPicPr>
          <p:cNvPr id="7" name="Picture 6" descr="A diagram of a blockchain&#10;&#10;AI-generated content may be incorrect.">
            <a:extLst>
              <a:ext uri="{FF2B5EF4-FFF2-40B4-BE49-F238E27FC236}">
                <a16:creationId xmlns:a16="http://schemas.microsoft.com/office/drawing/2014/main" id="{47E35474-B250-355F-19B0-36EDF656B823}"/>
              </a:ext>
            </a:extLst>
          </p:cNvPr>
          <p:cNvPicPr>
            <a:picLocks noChangeAspect="1"/>
          </p:cNvPicPr>
          <p:nvPr/>
        </p:nvPicPr>
        <p:blipFill>
          <a:blip r:embed="rId2"/>
          <a:stretch>
            <a:fillRect/>
          </a:stretch>
        </p:blipFill>
        <p:spPr>
          <a:xfrm>
            <a:off x="1538216" y="2385716"/>
            <a:ext cx="9115568" cy="3919694"/>
          </a:xfrm>
          <a:prstGeom prst="rect">
            <a:avLst/>
          </a:prstGeom>
        </p:spPr>
      </p:pic>
      <p:grpSp>
        <p:nvGrpSpPr>
          <p:cNvPr id="231" name="Bottom Right">
            <a:extLst>
              <a:ext uri="{FF2B5EF4-FFF2-40B4-BE49-F238E27FC236}">
                <a16:creationId xmlns:a16="http://schemas.microsoft.com/office/drawing/2014/main" id="{B798A610-8506-4BC1-8108-8E1A31CAB879}"/>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7980400" y="3276601"/>
            <a:ext cx="4211600" cy="3581399"/>
            <a:chOff x="7980400" y="3276601"/>
            <a:chExt cx="4211600" cy="3581399"/>
          </a:xfrm>
        </p:grpSpPr>
        <p:sp>
          <p:nvSpPr>
            <p:cNvPr id="232" name="Freeform: Shape 231">
              <a:extLst>
                <a:ext uri="{FF2B5EF4-FFF2-40B4-BE49-F238E27FC236}">
                  <a16:creationId xmlns:a16="http://schemas.microsoft.com/office/drawing/2014/main" id="{5C72D714-A610-482A-B26E-C679E9535DF3}"/>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10439256" y="6178637"/>
              <a:ext cx="1482102" cy="679363"/>
            </a:xfrm>
            <a:custGeom>
              <a:avLst/>
              <a:gdLst>
                <a:gd name="connsiteX0" fmla="*/ 741051 w 1482102"/>
                <a:gd name="connsiteY0" fmla="*/ 0 h 679363"/>
                <a:gd name="connsiteX1" fmla="*/ 1473822 w 1482102"/>
                <a:gd name="connsiteY1" fmla="*/ 597226 h 679363"/>
                <a:gd name="connsiteX2" fmla="*/ 1482102 w 1482102"/>
                <a:gd name="connsiteY2" fmla="*/ 679363 h 679363"/>
                <a:gd name="connsiteX3" fmla="*/ 0 w 1482102"/>
                <a:gd name="connsiteY3" fmla="*/ 679363 h 679363"/>
                <a:gd name="connsiteX4" fmla="*/ 8280 w 1482102"/>
                <a:gd name="connsiteY4" fmla="*/ 597226 h 679363"/>
                <a:gd name="connsiteX5" fmla="*/ 741051 w 1482102"/>
                <a:gd name="connsiteY5" fmla="*/ 0 h 67936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1482102" h="679363">
                  <a:moveTo>
                    <a:pt x="741051" y="0"/>
                  </a:moveTo>
                  <a:cubicBezTo>
                    <a:pt x="1102506" y="0"/>
                    <a:pt x="1404077" y="256390"/>
                    <a:pt x="1473822" y="597226"/>
                  </a:cubicBezTo>
                  <a:lnTo>
                    <a:pt x="1482102" y="679363"/>
                  </a:lnTo>
                  <a:lnTo>
                    <a:pt x="0" y="679363"/>
                  </a:lnTo>
                  <a:lnTo>
                    <a:pt x="8280" y="597226"/>
                  </a:lnTo>
                  <a:cubicBezTo>
                    <a:pt x="78025" y="256390"/>
                    <a:pt x="379596" y="0"/>
                    <a:pt x="741051" y="0"/>
                  </a:cubicBezTo>
                  <a:close/>
                </a:path>
              </a:pathLst>
            </a:cu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dirty="0">
                <a:solidFill>
                  <a:schemeClr val="tx1">
                    <a:lumMod val="65000"/>
                    <a:lumOff val="35000"/>
                  </a:schemeClr>
                </a:solidFill>
                <a:latin typeface="AvenirNext LT Pro Medium" panose="020B0504020202020204" pitchFamily="34" charset="0"/>
              </a:endParaRPr>
            </a:p>
          </p:txBody>
        </p:sp>
        <p:grpSp>
          <p:nvGrpSpPr>
            <p:cNvPr id="233" name="Graphic 157">
              <a:extLst>
                <a:ext uri="{FF2B5EF4-FFF2-40B4-BE49-F238E27FC236}">
                  <a16:creationId xmlns:a16="http://schemas.microsoft.com/office/drawing/2014/main" id="{D7EF30A6-8E6C-417A-B645-4EC7F0B38248}"/>
                </a:ext>
                <a:ext uri="{C183D7F6-B498-43B3-948B-1728B52AA6E4}">
                  <adec:decorative xmlns:adec="http://schemas.microsoft.com/office/drawing/2017/decorative" val="1"/>
                </a:ext>
              </a:extLst>
            </p:cNvPr>
            <p:cNvGrpSpPr/>
            <p:nvPr>
              <p:extLst>
                <p:ext uri="{386F3935-93C4-4BCD-93E2-E3B085C9AB24}">
                  <p16:designElem xmlns:p16="http://schemas.microsoft.com/office/powerpoint/2015/main" val="1"/>
                </p:ext>
              </p:extLst>
            </p:nvPr>
          </p:nvGrpSpPr>
          <p:grpSpPr>
            <a:xfrm>
              <a:off x="8662740" y="3276601"/>
              <a:ext cx="3529260" cy="3581398"/>
              <a:chOff x="4114800" y="1423987"/>
              <a:chExt cx="3961542" cy="4007547"/>
            </a:xfrm>
            <a:noFill/>
          </p:grpSpPr>
          <p:sp>
            <p:nvSpPr>
              <p:cNvPr id="235" name="Freeform: Shape 234">
                <a:extLst>
                  <a:ext uri="{FF2B5EF4-FFF2-40B4-BE49-F238E27FC236}">
                    <a16:creationId xmlns:a16="http://schemas.microsoft.com/office/drawing/2014/main" id="{17D377E0-C3CC-48DC-B73B-09CEEDE395CF}"/>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4114800" y="1423987"/>
                <a:ext cx="3946874" cy="3989641"/>
              </a:xfrm>
              <a:custGeom>
                <a:avLst/>
                <a:gdLst>
                  <a:gd name="connsiteX0" fmla="*/ 0 w 3946874"/>
                  <a:gd name="connsiteY0" fmla="*/ 3989641 h 3989641"/>
                  <a:gd name="connsiteX1" fmla="*/ 79439 w 3946874"/>
                  <a:gd name="connsiteY1" fmla="*/ 3891153 h 3989641"/>
                  <a:gd name="connsiteX2" fmla="*/ 297371 w 3946874"/>
                  <a:gd name="connsiteY2" fmla="*/ 3626930 h 3989641"/>
                  <a:gd name="connsiteX3" fmla="*/ 454343 w 3946874"/>
                  <a:gd name="connsiteY3" fmla="*/ 3440335 h 3989641"/>
                  <a:gd name="connsiteX4" fmla="*/ 622363 w 3946874"/>
                  <a:gd name="connsiteY4" fmla="*/ 3290697 h 3989641"/>
                  <a:gd name="connsiteX5" fmla="*/ 927068 w 3946874"/>
                  <a:gd name="connsiteY5" fmla="*/ 3087434 h 3989641"/>
                  <a:gd name="connsiteX6" fmla="*/ 1176338 w 3946874"/>
                  <a:gd name="connsiteY6" fmla="*/ 2915603 h 3989641"/>
                  <a:gd name="connsiteX7" fmla="*/ 1394270 w 3946874"/>
                  <a:gd name="connsiteY7" fmla="*/ 2780729 h 3989641"/>
                  <a:gd name="connsiteX8" fmla="*/ 1601057 w 3946874"/>
                  <a:gd name="connsiteY8" fmla="*/ 2723483 h 3989641"/>
                  <a:gd name="connsiteX9" fmla="*/ 1756220 w 3946874"/>
                  <a:gd name="connsiteY9" fmla="*/ 2743772 h 3989641"/>
                  <a:gd name="connsiteX10" fmla="*/ 1889189 w 3946874"/>
                  <a:gd name="connsiteY10" fmla="*/ 2765965 h 3989641"/>
                  <a:gd name="connsiteX11" fmla="*/ 2007394 w 3946874"/>
                  <a:gd name="connsiteY11" fmla="*/ 2765965 h 3989641"/>
                  <a:gd name="connsiteX12" fmla="*/ 2184654 w 3946874"/>
                  <a:gd name="connsiteY12" fmla="*/ 2671763 h 3989641"/>
                  <a:gd name="connsiteX13" fmla="*/ 2372773 w 3946874"/>
                  <a:gd name="connsiteY13" fmla="*/ 2538984 h 3989641"/>
                  <a:gd name="connsiteX14" fmla="*/ 2439543 w 3946874"/>
                  <a:gd name="connsiteY14" fmla="*/ 2510504 h 3989641"/>
                  <a:gd name="connsiteX15" fmla="*/ 2650617 w 3946874"/>
                  <a:gd name="connsiteY15" fmla="*/ 2434781 h 3989641"/>
                  <a:gd name="connsiteX16" fmla="*/ 2785110 w 3946874"/>
                  <a:gd name="connsiteY16" fmla="*/ 2383060 h 3989641"/>
                  <a:gd name="connsiteX17" fmla="*/ 2897315 w 3946874"/>
                  <a:gd name="connsiteY17" fmla="*/ 2318861 h 3989641"/>
                  <a:gd name="connsiteX18" fmla="*/ 2997994 w 3946874"/>
                  <a:gd name="connsiteY18" fmla="*/ 2226183 h 3989641"/>
                  <a:gd name="connsiteX19" fmla="*/ 3061240 w 3946874"/>
                  <a:gd name="connsiteY19" fmla="*/ 2141506 h 3989641"/>
                  <a:gd name="connsiteX20" fmla="*/ 3152108 w 3946874"/>
                  <a:gd name="connsiteY20" fmla="*/ 2005203 h 3989641"/>
                  <a:gd name="connsiteX21" fmla="*/ 3274124 w 3946874"/>
                  <a:gd name="connsiteY21" fmla="*/ 1871567 h 3989641"/>
                  <a:gd name="connsiteX22" fmla="*/ 3388138 w 3946874"/>
                  <a:gd name="connsiteY22" fmla="*/ 1770888 h 3989641"/>
                  <a:gd name="connsiteX23" fmla="*/ 3466529 w 3946874"/>
                  <a:gd name="connsiteY23" fmla="*/ 1679162 h 3989641"/>
                  <a:gd name="connsiteX24" fmla="*/ 3538633 w 3946874"/>
                  <a:gd name="connsiteY24" fmla="*/ 1551718 h 3989641"/>
                  <a:gd name="connsiteX25" fmla="*/ 3588544 w 3946874"/>
                  <a:gd name="connsiteY25" fmla="*/ 1376172 h 3989641"/>
                  <a:gd name="connsiteX26" fmla="*/ 3597402 w 3946874"/>
                  <a:gd name="connsiteY26" fmla="*/ 1293305 h 3989641"/>
                  <a:gd name="connsiteX27" fmla="*/ 3721227 w 3946874"/>
                  <a:gd name="connsiteY27" fmla="*/ 880491 h 3989641"/>
                  <a:gd name="connsiteX28" fmla="*/ 3761137 w 3946874"/>
                  <a:gd name="connsiteY28" fmla="*/ 463677 h 3989641"/>
                  <a:gd name="connsiteX29" fmla="*/ 3946874 w 3946874"/>
                  <a:gd name="connsiteY29" fmla="*/ 0 h 398964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Lst>
                <a:rect l="l" t="t" r="r" b="b"/>
                <a:pathLst>
                  <a:path w="3946874" h="3989641">
                    <a:moveTo>
                      <a:pt x="0" y="3989641"/>
                    </a:moveTo>
                    <a:cubicBezTo>
                      <a:pt x="19050" y="3957257"/>
                      <a:pt x="50959" y="3916013"/>
                      <a:pt x="79439" y="3891153"/>
                    </a:cubicBezTo>
                    <a:cubicBezTo>
                      <a:pt x="165544" y="3815906"/>
                      <a:pt x="227933" y="3717989"/>
                      <a:pt x="297371" y="3626930"/>
                    </a:cubicBezTo>
                    <a:cubicBezTo>
                      <a:pt x="346615" y="3562255"/>
                      <a:pt x="398050" y="3499009"/>
                      <a:pt x="454343" y="3440335"/>
                    </a:cubicBezTo>
                    <a:cubicBezTo>
                      <a:pt x="506349" y="3386042"/>
                      <a:pt x="562642" y="3336227"/>
                      <a:pt x="622363" y="3290697"/>
                    </a:cubicBezTo>
                    <a:cubicBezTo>
                      <a:pt x="719519" y="3216688"/>
                      <a:pt x="824960" y="3154585"/>
                      <a:pt x="927068" y="3087434"/>
                    </a:cubicBezTo>
                    <a:cubicBezTo>
                      <a:pt x="1011365" y="3031998"/>
                      <a:pt x="1093565" y="2973324"/>
                      <a:pt x="1176338" y="2915603"/>
                    </a:cubicBezTo>
                    <a:cubicBezTo>
                      <a:pt x="1246537" y="2866644"/>
                      <a:pt x="1317308" y="2818066"/>
                      <a:pt x="1394270" y="2780729"/>
                    </a:cubicBezTo>
                    <a:cubicBezTo>
                      <a:pt x="1459421" y="2749106"/>
                      <a:pt x="1528763" y="2724436"/>
                      <a:pt x="1601057" y="2723483"/>
                    </a:cubicBezTo>
                    <a:cubicBezTo>
                      <a:pt x="1653350" y="2722721"/>
                      <a:pt x="1704785" y="2733485"/>
                      <a:pt x="1756220" y="2743772"/>
                    </a:cubicBezTo>
                    <a:cubicBezTo>
                      <a:pt x="1800320" y="2752630"/>
                      <a:pt x="1844612" y="2760250"/>
                      <a:pt x="1889189" y="2765965"/>
                    </a:cubicBezTo>
                    <a:cubicBezTo>
                      <a:pt x="1928622" y="2771013"/>
                      <a:pt x="1968437" y="2773299"/>
                      <a:pt x="2007394" y="2765965"/>
                    </a:cubicBezTo>
                    <a:cubicBezTo>
                      <a:pt x="2073878" y="2753487"/>
                      <a:pt x="2130647" y="2712911"/>
                      <a:pt x="2184654" y="2671763"/>
                    </a:cubicBezTo>
                    <a:cubicBezTo>
                      <a:pt x="2245900" y="2625090"/>
                      <a:pt x="2304002" y="2573465"/>
                      <a:pt x="2372773" y="2538984"/>
                    </a:cubicBezTo>
                    <a:cubicBezTo>
                      <a:pt x="2394395" y="2528126"/>
                      <a:pt x="2416874" y="2518982"/>
                      <a:pt x="2439543" y="2510504"/>
                    </a:cubicBezTo>
                    <a:cubicBezTo>
                      <a:pt x="2509552" y="2484215"/>
                      <a:pt x="2580037" y="2459450"/>
                      <a:pt x="2650617" y="2434781"/>
                    </a:cubicBezTo>
                    <a:cubicBezTo>
                      <a:pt x="2695956" y="2418874"/>
                      <a:pt x="2741295" y="2402872"/>
                      <a:pt x="2785110" y="2383060"/>
                    </a:cubicBezTo>
                    <a:cubicBezTo>
                      <a:pt x="2824448" y="2365248"/>
                      <a:pt x="2862358" y="2344198"/>
                      <a:pt x="2897315" y="2318861"/>
                    </a:cubicBezTo>
                    <a:cubicBezTo>
                      <a:pt x="2934367" y="2292096"/>
                      <a:pt x="2968085" y="2260854"/>
                      <a:pt x="2997994" y="2226183"/>
                    </a:cubicBezTo>
                    <a:cubicBezTo>
                      <a:pt x="3020949" y="2199513"/>
                      <a:pt x="3041714" y="2170938"/>
                      <a:pt x="3061240" y="2141506"/>
                    </a:cubicBezTo>
                    <a:cubicBezTo>
                      <a:pt x="3091529" y="2095976"/>
                      <a:pt x="3119533" y="2049018"/>
                      <a:pt x="3152108" y="2005203"/>
                    </a:cubicBezTo>
                    <a:cubicBezTo>
                      <a:pt x="3188113" y="1956626"/>
                      <a:pt x="3229261" y="1912144"/>
                      <a:pt x="3274124" y="1871567"/>
                    </a:cubicBezTo>
                    <a:cubicBezTo>
                      <a:pt x="3311747" y="1837563"/>
                      <a:pt x="3351848" y="1806321"/>
                      <a:pt x="3388138" y="1770888"/>
                    </a:cubicBezTo>
                    <a:cubicBezTo>
                      <a:pt x="3416999" y="1742694"/>
                      <a:pt x="3443002" y="1711833"/>
                      <a:pt x="3466529" y="1679162"/>
                    </a:cubicBezTo>
                    <a:cubicBezTo>
                      <a:pt x="3495008" y="1639348"/>
                      <a:pt x="3519392" y="1596771"/>
                      <a:pt x="3538633" y="1551718"/>
                    </a:cubicBezTo>
                    <a:cubicBezTo>
                      <a:pt x="3562731" y="1495616"/>
                      <a:pt x="3578924" y="1436465"/>
                      <a:pt x="3588544" y="1376172"/>
                    </a:cubicBezTo>
                    <a:cubicBezTo>
                      <a:pt x="3592925" y="1348740"/>
                      <a:pt x="3595688" y="1321022"/>
                      <a:pt x="3597402" y="1293305"/>
                    </a:cubicBezTo>
                    <a:cubicBezTo>
                      <a:pt x="3605974" y="1155859"/>
                      <a:pt x="3717703" y="1018127"/>
                      <a:pt x="3721227" y="880491"/>
                    </a:cubicBezTo>
                    <a:cubicBezTo>
                      <a:pt x="3724751" y="740855"/>
                      <a:pt x="3743135" y="602171"/>
                      <a:pt x="3761137" y="463677"/>
                    </a:cubicBezTo>
                    <a:cubicBezTo>
                      <a:pt x="3776186" y="347758"/>
                      <a:pt x="3934968" y="116205"/>
                      <a:pt x="3946874" y="0"/>
                    </a:cubicBezTo>
                  </a:path>
                </a:pathLst>
              </a:custGeom>
              <a:noFill/>
              <a:ln w="9525" cap="rnd">
                <a:solidFill>
                  <a:schemeClr val="accent2">
                    <a:alpha val="35000"/>
                  </a:schemeClr>
                </a:solidFill>
                <a:prstDash val="lgDash"/>
                <a:round/>
              </a:ln>
            </p:spPr>
            <p:txBody>
              <a:bodyPr rtlCol="0" anchor="ctr"/>
              <a:lstStyle/>
              <a:p>
                <a:endParaRPr lang="en-US"/>
              </a:p>
            </p:txBody>
          </p:sp>
          <p:sp>
            <p:nvSpPr>
              <p:cNvPr id="236" name="Freeform: Shape 235">
                <a:extLst>
                  <a:ext uri="{FF2B5EF4-FFF2-40B4-BE49-F238E27FC236}">
                    <a16:creationId xmlns:a16="http://schemas.microsoft.com/office/drawing/2014/main" id="{80E2DF20-A9FD-4B82-8673-1091B4C00862}"/>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4395978" y="2441733"/>
                <a:ext cx="3665410" cy="2985611"/>
              </a:xfrm>
              <a:custGeom>
                <a:avLst/>
                <a:gdLst>
                  <a:gd name="connsiteX0" fmla="*/ 0 w 3665410"/>
                  <a:gd name="connsiteY0" fmla="*/ 2985611 h 2985611"/>
                  <a:gd name="connsiteX1" fmla="*/ 166211 w 3665410"/>
                  <a:gd name="connsiteY1" fmla="*/ 2699766 h 2985611"/>
                  <a:gd name="connsiteX2" fmla="*/ 397002 w 3665410"/>
                  <a:gd name="connsiteY2" fmla="*/ 2414969 h 2985611"/>
                  <a:gd name="connsiteX3" fmla="*/ 620173 w 3665410"/>
                  <a:gd name="connsiteY3" fmla="*/ 2237899 h 2985611"/>
                  <a:gd name="connsiteX4" fmla="*/ 823341 w 3665410"/>
                  <a:gd name="connsiteY4" fmla="*/ 2085499 h 2985611"/>
                  <a:gd name="connsiteX5" fmla="*/ 1089565 w 3665410"/>
                  <a:gd name="connsiteY5" fmla="*/ 1911477 h 2985611"/>
                  <a:gd name="connsiteX6" fmla="*/ 1145000 w 3665410"/>
                  <a:gd name="connsiteY6" fmla="*/ 1886807 h 2985611"/>
                  <a:gd name="connsiteX7" fmla="*/ 1375791 w 3665410"/>
                  <a:gd name="connsiteY7" fmla="*/ 1842135 h 2985611"/>
                  <a:gd name="connsiteX8" fmla="*/ 1486567 w 3665410"/>
                  <a:gd name="connsiteY8" fmla="*/ 1857566 h 2985611"/>
                  <a:gd name="connsiteX9" fmla="*/ 1568101 w 3665410"/>
                  <a:gd name="connsiteY9" fmla="*/ 1871377 h 2985611"/>
                  <a:gd name="connsiteX10" fmla="*/ 1810607 w 3665410"/>
                  <a:gd name="connsiteY10" fmla="*/ 1871377 h 2985611"/>
                  <a:gd name="connsiteX11" fmla="*/ 1997964 w 3665410"/>
                  <a:gd name="connsiteY11" fmla="*/ 1790605 h 2985611"/>
                  <a:gd name="connsiteX12" fmla="*/ 2109883 w 3665410"/>
                  <a:gd name="connsiteY12" fmla="*/ 1702784 h 2985611"/>
                  <a:gd name="connsiteX13" fmla="*/ 2321433 w 3665410"/>
                  <a:gd name="connsiteY13" fmla="*/ 1552384 h 2985611"/>
                  <a:gd name="connsiteX14" fmla="*/ 2558891 w 3665410"/>
                  <a:gd name="connsiteY14" fmla="*/ 1453420 h 2985611"/>
                  <a:gd name="connsiteX15" fmla="*/ 2709767 w 3665410"/>
                  <a:gd name="connsiteY15" fmla="*/ 1377887 h 2985611"/>
                  <a:gd name="connsiteX16" fmla="*/ 2885408 w 3665410"/>
                  <a:gd name="connsiteY16" fmla="*/ 1237393 h 2985611"/>
                  <a:gd name="connsiteX17" fmla="*/ 3017711 w 3665410"/>
                  <a:gd name="connsiteY17" fmla="*/ 1072229 h 2985611"/>
                  <a:gd name="connsiteX18" fmla="*/ 3150680 w 3665410"/>
                  <a:gd name="connsiteY18" fmla="*/ 921830 h 2985611"/>
                  <a:gd name="connsiteX19" fmla="*/ 3255169 w 3665410"/>
                  <a:gd name="connsiteY19" fmla="*/ 801815 h 2985611"/>
                  <a:gd name="connsiteX20" fmla="*/ 3339275 w 3665410"/>
                  <a:gd name="connsiteY20" fmla="*/ 694182 h 2985611"/>
                  <a:gd name="connsiteX21" fmla="*/ 3409188 w 3665410"/>
                  <a:gd name="connsiteY21" fmla="*/ 546926 h 2985611"/>
                  <a:gd name="connsiteX22" fmla="*/ 3464243 w 3665410"/>
                  <a:gd name="connsiteY22" fmla="*/ 347663 h 2985611"/>
                  <a:gd name="connsiteX23" fmla="*/ 3665411 w 3665410"/>
                  <a:gd name="connsiteY23" fmla="*/ 0 h 298561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Lst>
                <a:rect l="l" t="t" r="r" b="b"/>
                <a:pathLst>
                  <a:path w="3665410" h="2985611">
                    <a:moveTo>
                      <a:pt x="0" y="2985611"/>
                    </a:moveTo>
                    <a:cubicBezTo>
                      <a:pt x="0" y="2985611"/>
                      <a:pt x="86773" y="2802827"/>
                      <a:pt x="166211" y="2699766"/>
                    </a:cubicBezTo>
                    <a:cubicBezTo>
                      <a:pt x="240983" y="2602706"/>
                      <a:pt x="309182" y="2500122"/>
                      <a:pt x="397002" y="2414969"/>
                    </a:cubicBezTo>
                    <a:cubicBezTo>
                      <a:pt x="465296" y="2348865"/>
                      <a:pt x="543592" y="2294477"/>
                      <a:pt x="620173" y="2237899"/>
                    </a:cubicBezTo>
                    <a:cubicBezTo>
                      <a:pt x="688277" y="2187607"/>
                      <a:pt x="755333" y="2135886"/>
                      <a:pt x="823341" y="2085499"/>
                    </a:cubicBezTo>
                    <a:cubicBezTo>
                      <a:pt x="908685" y="2022253"/>
                      <a:pt x="994791" y="1959197"/>
                      <a:pt x="1089565" y="1911477"/>
                    </a:cubicBezTo>
                    <a:cubicBezTo>
                      <a:pt x="1107662" y="1902428"/>
                      <a:pt x="1126141" y="1894141"/>
                      <a:pt x="1145000" y="1886807"/>
                    </a:cubicBezTo>
                    <a:cubicBezTo>
                      <a:pt x="1218819" y="1858232"/>
                      <a:pt x="1296924" y="1838611"/>
                      <a:pt x="1375791" y="1842135"/>
                    </a:cubicBezTo>
                    <a:cubicBezTo>
                      <a:pt x="1413129" y="1843754"/>
                      <a:pt x="1449896" y="1850422"/>
                      <a:pt x="1486567" y="1857566"/>
                    </a:cubicBezTo>
                    <a:cubicBezTo>
                      <a:pt x="1513618" y="1862804"/>
                      <a:pt x="1540859" y="1867376"/>
                      <a:pt x="1568101" y="1871377"/>
                    </a:cubicBezTo>
                    <a:cubicBezTo>
                      <a:pt x="1648778" y="1883188"/>
                      <a:pt x="1730978" y="1887665"/>
                      <a:pt x="1810607" y="1871377"/>
                    </a:cubicBezTo>
                    <a:cubicBezTo>
                      <a:pt x="1877854" y="1857661"/>
                      <a:pt x="1941100" y="1829086"/>
                      <a:pt x="1997964" y="1790605"/>
                    </a:cubicBezTo>
                    <a:cubicBezTo>
                      <a:pt x="2037302" y="1764030"/>
                      <a:pt x="2073497" y="1733264"/>
                      <a:pt x="2109883" y="1702784"/>
                    </a:cubicBezTo>
                    <a:cubicBezTo>
                      <a:pt x="2176367" y="1647063"/>
                      <a:pt x="2244852" y="1593151"/>
                      <a:pt x="2321433" y="1552384"/>
                    </a:cubicBezTo>
                    <a:cubicBezTo>
                      <a:pt x="2397157" y="1512094"/>
                      <a:pt x="2479548" y="1486281"/>
                      <a:pt x="2558891" y="1453420"/>
                    </a:cubicBezTo>
                    <a:cubicBezTo>
                      <a:pt x="2610898" y="1431798"/>
                      <a:pt x="2661571" y="1407033"/>
                      <a:pt x="2709767" y="1377887"/>
                    </a:cubicBezTo>
                    <a:cubicBezTo>
                      <a:pt x="2774252" y="1338929"/>
                      <a:pt x="2834069" y="1292447"/>
                      <a:pt x="2885408" y="1237393"/>
                    </a:cubicBezTo>
                    <a:cubicBezTo>
                      <a:pt x="2933605" y="1185767"/>
                      <a:pt x="2973324" y="1127093"/>
                      <a:pt x="3017711" y="1072229"/>
                    </a:cubicBezTo>
                    <a:cubicBezTo>
                      <a:pt x="3059811" y="1020223"/>
                      <a:pt x="3105912" y="971645"/>
                      <a:pt x="3150680" y="921830"/>
                    </a:cubicBezTo>
                    <a:cubicBezTo>
                      <a:pt x="3186113" y="882396"/>
                      <a:pt x="3220593" y="842010"/>
                      <a:pt x="3255169" y="801815"/>
                    </a:cubicBezTo>
                    <a:cubicBezTo>
                      <a:pt x="3284887" y="767239"/>
                      <a:pt x="3314605" y="732473"/>
                      <a:pt x="3339275" y="694182"/>
                    </a:cubicBezTo>
                    <a:cubicBezTo>
                      <a:pt x="3368707" y="648367"/>
                      <a:pt x="3390138" y="597980"/>
                      <a:pt x="3409188" y="546926"/>
                    </a:cubicBezTo>
                    <a:cubicBezTo>
                      <a:pt x="3433382" y="482156"/>
                      <a:pt x="3453384" y="415861"/>
                      <a:pt x="3464243" y="347663"/>
                    </a:cubicBezTo>
                    <a:cubicBezTo>
                      <a:pt x="3476244" y="272224"/>
                      <a:pt x="3661696" y="76295"/>
                      <a:pt x="3665411" y="0"/>
                    </a:cubicBezTo>
                  </a:path>
                </a:pathLst>
              </a:custGeom>
              <a:noFill/>
              <a:ln w="9525" cap="rnd">
                <a:solidFill>
                  <a:schemeClr val="accent2">
                    <a:alpha val="35000"/>
                  </a:schemeClr>
                </a:solidFill>
                <a:prstDash val="lgDash"/>
                <a:round/>
              </a:ln>
            </p:spPr>
            <p:txBody>
              <a:bodyPr rtlCol="0" anchor="ctr"/>
              <a:lstStyle/>
              <a:p>
                <a:endParaRPr lang="en-US"/>
              </a:p>
            </p:txBody>
          </p:sp>
          <p:sp>
            <p:nvSpPr>
              <p:cNvPr id="237" name="Freeform: Shape 236">
                <a:extLst>
                  <a:ext uri="{FF2B5EF4-FFF2-40B4-BE49-F238E27FC236}">
                    <a16:creationId xmlns:a16="http://schemas.microsoft.com/office/drawing/2014/main" id="{2425BAEB-7B00-4394-8302-CF2DEA74403F}"/>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7790402" y="5229700"/>
                <a:ext cx="285940" cy="199072"/>
              </a:xfrm>
              <a:custGeom>
                <a:avLst/>
                <a:gdLst>
                  <a:gd name="connsiteX0" fmla="*/ 0 w 285940"/>
                  <a:gd name="connsiteY0" fmla="*/ 199073 h 199072"/>
                  <a:gd name="connsiteX1" fmla="*/ 285940 w 285940"/>
                  <a:gd name="connsiteY1" fmla="*/ 0 h 199072"/>
                </a:gdLst>
                <a:ahLst/>
                <a:cxnLst>
                  <a:cxn ang="0">
                    <a:pos x="connsiteX0" y="connsiteY0"/>
                  </a:cxn>
                  <a:cxn ang="0">
                    <a:pos x="connsiteX1" y="connsiteY1"/>
                  </a:cxn>
                </a:cxnLst>
                <a:rect l="l" t="t" r="r" b="b"/>
                <a:pathLst>
                  <a:path w="285940" h="199072">
                    <a:moveTo>
                      <a:pt x="0" y="199073"/>
                    </a:moveTo>
                    <a:cubicBezTo>
                      <a:pt x="0" y="199073"/>
                      <a:pt x="242125" y="39243"/>
                      <a:pt x="285940" y="0"/>
                    </a:cubicBezTo>
                  </a:path>
                </a:pathLst>
              </a:custGeom>
              <a:noFill/>
              <a:ln w="9525" cap="rnd">
                <a:solidFill>
                  <a:schemeClr val="accent2">
                    <a:alpha val="35000"/>
                  </a:schemeClr>
                </a:solidFill>
                <a:prstDash val="lgDash"/>
                <a:round/>
              </a:ln>
            </p:spPr>
            <p:txBody>
              <a:bodyPr rtlCol="0" anchor="ctr"/>
              <a:lstStyle/>
              <a:p>
                <a:endParaRPr lang="en-US"/>
              </a:p>
            </p:txBody>
          </p:sp>
          <p:sp>
            <p:nvSpPr>
              <p:cNvPr id="238" name="Freeform: Shape 237">
                <a:extLst>
                  <a:ext uri="{FF2B5EF4-FFF2-40B4-BE49-F238E27FC236}">
                    <a16:creationId xmlns:a16="http://schemas.microsoft.com/office/drawing/2014/main" id="{4917EE8E-E8BC-42F3-BEE3-2F84E8F64D01}"/>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7393114" y="5049773"/>
                <a:ext cx="655796" cy="381190"/>
              </a:xfrm>
              <a:custGeom>
                <a:avLst/>
                <a:gdLst>
                  <a:gd name="connsiteX0" fmla="*/ 0 w 655796"/>
                  <a:gd name="connsiteY0" fmla="*/ 381190 h 381190"/>
                  <a:gd name="connsiteX1" fmla="*/ 655796 w 655796"/>
                  <a:gd name="connsiteY1" fmla="*/ 0 h 381190"/>
                </a:gdLst>
                <a:ahLst/>
                <a:cxnLst>
                  <a:cxn ang="0">
                    <a:pos x="connsiteX0" y="connsiteY0"/>
                  </a:cxn>
                  <a:cxn ang="0">
                    <a:pos x="connsiteX1" y="connsiteY1"/>
                  </a:cxn>
                </a:cxnLst>
                <a:rect l="l" t="t" r="r" b="b"/>
                <a:pathLst>
                  <a:path w="655796" h="381190">
                    <a:moveTo>
                      <a:pt x="0" y="381190"/>
                    </a:moveTo>
                    <a:cubicBezTo>
                      <a:pt x="0" y="381190"/>
                      <a:pt x="461105" y="172117"/>
                      <a:pt x="655796" y="0"/>
                    </a:cubicBezTo>
                  </a:path>
                </a:pathLst>
              </a:custGeom>
              <a:noFill/>
              <a:ln w="9525" cap="rnd">
                <a:solidFill>
                  <a:schemeClr val="accent2">
                    <a:alpha val="35000"/>
                  </a:schemeClr>
                </a:solidFill>
                <a:prstDash val="lgDash"/>
                <a:round/>
              </a:ln>
            </p:spPr>
            <p:txBody>
              <a:bodyPr rtlCol="0" anchor="ctr"/>
              <a:lstStyle/>
              <a:p>
                <a:endParaRPr lang="en-US"/>
              </a:p>
            </p:txBody>
          </p:sp>
          <p:sp>
            <p:nvSpPr>
              <p:cNvPr id="239" name="Freeform: Shape 238">
                <a:extLst>
                  <a:ext uri="{FF2B5EF4-FFF2-40B4-BE49-F238E27FC236}">
                    <a16:creationId xmlns:a16="http://schemas.microsoft.com/office/drawing/2014/main" id="{B8647303-59FF-4A2B-8D6D-FB229E6590A8}"/>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154072" y="3867816"/>
                <a:ext cx="2907315" cy="1544764"/>
              </a:xfrm>
              <a:custGeom>
                <a:avLst/>
                <a:gdLst>
                  <a:gd name="connsiteX0" fmla="*/ 0 w 2907315"/>
                  <a:gd name="connsiteY0" fmla="*/ 1544764 h 1544764"/>
                  <a:gd name="connsiteX1" fmla="*/ 201644 w 2907315"/>
                  <a:gd name="connsiteY1" fmla="*/ 1352550 h 1544764"/>
                  <a:gd name="connsiteX2" fmla="*/ 423196 w 2907315"/>
                  <a:gd name="connsiteY2" fmla="*/ 1196054 h 1544764"/>
                  <a:gd name="connsiteX3" fmla="*/ 782193 w 2907315"/>
                  <a:gd name="connsiteY3" fmla="*/ 1099947 h 1544764"/>
                  <a:gd name="connsiteX4" fmla="*/ 1052513 w 2907315"/>
                  <a:gd name="connsiteY4" fmla="*/ 1042321 h 1544764"/>
                  <a:gd name="connsiteX5" fmla="*/ 1311783 w 2907315"/>
                  <a:gd name="connsiteY5" fmla="*/ 1056037 h 1544764"/>
                  <a:gd name="connsiteX6" fmla="*/ 1484662 w 2907315"/>
                  <a:gd name="connsiteY6" fmla="*/ 1083469 h 1544764"/>
                  <a:gd name="connsiteX7" fmla="*/ 1788224 w 2907315"/>
                  <a:gd name="connsiteY7" fmla="*/ 1023080 h 1544764"/>
                  <a:gd name="connsiteX8" fmla="*/ 2269045 w 2907315"/>
                  <a:gd name="connsiteY8" fmla="*/ 734758 h 1544764"/>
                  <a:gd name="connsiteX9" fmla="*/ 2534984 w 2907315"/>
                  <a:gd name="connsiteY9" fmla="*/ 572738 h 1544764"/>
                  <a:gd name="connsiteX10" fmla="*/ 2907316 w 2907315"/>
                  <a:gd name="connsiteY10" fmla="*/ 0 h 154476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2907315" h="1544764">
                    <a:moveTo>
                      <a:pt x="0" y="1544764"/>
                    </a:moveTo>
                    <a:cubicBezTo>
                      <a:pt x="0" y="1544764"/>
                      <a:pt x="98012" y="1443990"/>
                      <a:pt x="201644" y="1352550"/>
                    </a:cubicBezTo>
                    <a:cubicBezTo>
                      <a:pt x="271272" y="1291209"/>
                      <a:pt x="343662" y="1234249"/>
                      <a:pt x="423196" y="1196054"/>
                    </a:cubicBezTo>
                    <a:cubicBezTo>
                      <a:pt x="537591" y="1141095"/>
                      <a:pt x="661226" y="1127189"/>
                      <a:pt x="782193" y="1099947"/>
                    </a:cubicBezTo>
                    <a:cubicBezTo>
                      <a:pt x="872300" y="1079659"/>
                      <a:pt x="961358" y="1051370"/>
                      <a:pt x="1052513" y="1042321"/>
                    </a:cubicBezTo>
                    <a:cubicBezTo>
                      <a:pt x="1139000" y="1033653"/>
                      <a:pt x="1225868" y="1040321"/>
                      <a:pt x="1311783" y="1056037"/>
                    </a:cubicBezTo>
                    <a:cubicBezTo>
                      <a:pt x="1369314" y="1066609"/>
                      <a:pt x="1426559" y="1079373"/>
                      <a:pt x="1484662" y="1083469"/>
                    </a:cubicBezTo>
                    <a:cubicBezTo>
                      <a:pt x="1587913" y="1090803"/>
                      <a:pt x="1690402" y="1064800"/>
                      <a:pt x="1788224" y="1023080"/>
                    </a:cubicBezTo>
                    <a:cubicBezTo>
                      <a:pt x="1956721" y="951262"/>
                      <a:pt x="2106549" y="825722"/>
                      <a:pt x="2269045" y="734758"/>
                    </a:cubicBezTo>
                    <a:cubicBezTo>
                      <a:pt x="2359438" y="684181"/>
                      <a:pt x="2452497" y="640556"/>
                      <a:pt x="2534984" y="572738"/>
                    </a:cubicBezTo>
                    <a:cubicBezTo>
                      <a:pt x="2673001" y="459391"/>
                      <a:pt x="2847023" y="191453"/>
                      <a:pt x="2907316" y="0"/>
                    </a:cubicBezTo>
                  </a:path>
                </a:pathLst>
              </a:custGeom>
              <a:noFill/>
              <a:ln w="9525" cap="rnd">
                <a:solidFill>
                  <a:schemeClr val="accent2">
                    <a:alpha val="35000"/>
                  </a:schemeClr>
                </a:solidFill>
                <a:prstDash val="lgDash"/>
                <a:round/>
              </a:ln>
            </p:spPr>
            <p:txBody>
              <a:bodyPr rtlCol="0" anchor="ctr"/>
              <a:lstStyle/>
              <a:p>
                <a:endParaRPr lang="en-US"/>
              </a:p>
            </p:txBody>
          </p:sp>
          <p:sp>
            <p:nvSpPr>
              <p:cNvPr id="240" name="Freeform: Shape 239">
                <a:extLst>
                  <a:ext uri="{FF2B5EF4-FFF2-40B4-BE49-F238E27FC236}">
                    <a16:creationId xmlns:a16="http://schemas.microsoft.com/office/drawing/2014/main" id="{7BD597AB-C6D9-437D-BBFE-8007D4ED0FEE}"/>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4907946" y="3479100"/>
                <a:ext cx="3168300" cy="1952434"/>
              </a:xfrm>
              <a:custGeom>
                <a:avLst/>
                <a:gdLst>
                  <a:gd name="connsiteX0" fmla="*/ 0 w 3168300"/>
                  <a:gd name="connsiteY0" fmla="*/ 1952435 h 1952434"/>
                  <a:gd name="connsiteX1" fmla="*/ 202121 w 3168300"/>
                  <a:gd name="connsiteY1" fmla="*/ 1687068 h 1952434"/>
                  <a:gd name="connsiteX2" fmla="*/ 545116 w 3168300"/>
                  <a:gd name="connsiteY2" fmla="*/ 1450277 h 1952434"/>
                  <a:gd name="connsiteX3" fmla="*/ 906780 w 3168300"/>
                  <a:gd name="connsiteY3" fmla="*/ 1354455 h 1952434"/>
                  <a:gd name="connsiteX4" fmla="*/ 1332262 w 3168300"/>
                  <a:gd name="connsiteY4" fmla="*/ 1285304 h 1952434"/>
                  <a:gd name="connsiteX5" fmla="*/ 1691259 w 3168300"/>
                  <a:gd name="connsiteY5" fmla="*/ 1240060 h 1952434"/>
                  <a:gd name="connsiteX6" fmla="*/ 2010346 w 3168300"/>
                  <a:gd name="connsiteY6" fmla="*/ 1141667 h 1952434"/>
                  <a:gd name="connsiteX7" fmla="*/ 2393252 w 3168300"/>
                  <a:gd name="connsiteY7" fmla="*/ 1027271 h 1952434"/>
                  <a:gd name="connsiteX8" fmla="*/ 2582037 w 3168300"/>
                  <a:gd name="connsiteY8" fmla="*/ 958120 h 1952434"/>
                  <a:gd name="connsiteX9" fmla="*/ 2760155 w 3168300"/>
                  <a:gd name="connsiteY9" fmla="*/ 827723 h 1952434"/>
                  <a:gd name="connsiteX10" fmla="*/ 2914364 w 3168300"/>
                  <a:gd name="connsiteY10" fmla="*/ 567023 h 1952434"/>
                  <a:gd name="connsiteX11" fmla="*/ 3168301 w 3168300"/>
                  <a:gd name="connsiteY11" fmla="*/ 0 h 195243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3168300" h="1952434">
                    <a:moveTo>
                      <a:pt x="0" y="1952435"/>
                    </a:moveTo>
                    <a:cubicBezTo>
                      <a:pt x="0" y="1952435"/>
                      <a:pt x="91059" y="1796415"/>
                      <a:pt x="202121" y="1687068"/>
                    </a:cubicBezTo>
                    <a:cubicBezTo>
                      <a:pt x="301943" y="1588675"/>
                      <a:pt x="416528" y="1505617"/>
                      <a:pt x="545116" y="1450277"/>
                    </a:cubicBezTo>
                    <a:cubicBezTo>
                      <a:pt x="659987" y="1400747"/>
                      <a:pt x="783622" y="1377601"/>
                      <a:pt x="906780" y="1354455"/>
                    </a:cubicBezTo>
                    <a:cubicBezTo>
                      <a:pt x="1048036" y="1327976"/>
                      <a:pt x="1189482" y="1301972"/>
                      <a:pt x="1332262" y="1285304"/>
                    </a:cubicBezTo>
                    <a:cubicBezTo>
                      <a:pt x="1452182" y="1271302"/>
                      <a:pt x="1573340" y="1265873"/>
                      <a:pt x="1691259" y="1240060"/>
                    </a:cubicBezTo>
                    <a:cubicBezTo>
                      <a:pt x="1800035" y="1216247"/>
                      <a:pt x="1904619" y="1176718"/>
                      <a:pt x="2010346" y="1141667"/>
                    </a:cubicBezTo>
                    <a:cubicBezTo>
                      <a:pt x="2136743" y="1099661"/>
                      <a:pt x="2265902" y="1066229"/>
                      <a:pt x="2393252" y="1027271"/>
                    </a:cubicBezTo>
                    <a:cubicBezTo>
                      <a:pt x="2457450" y="1007650"/>
                      <a:pt x="2521744" y="987552"/>
                      <a:pt x="2582037" y="958120"/>
                    </a:cubicBezTo>
                    <a:cubicBezTo>
                      <a:pt x="2648807" y="925449"/>
                      <a:pt x="2710815" y="883349"/>
                      <a:pt x="2760155" y="827723"/>
                    </a:cubicBezTo>
                    <a:cubicBezTo>
                      <a:pt x="2827496" y="751904"/>
                      <a:pt x="2867978" y="657511"/>
                      <a:pt x="2914364" y="567023"/>
                    </a:cubicBezTo>
                    <a:cubicBezTo>
                      <a:pt x="2972753" y="453200"/>
                      <a:pt x="3119152" y="118015"/>
                      <a:pt x="3168301" y="0"/>
                    </a:cubicBezTo>
                  </a:path>
                </a:pathLst>
              </a:custGeom>
              <a:noFill/>
              <a:ln w="9525" cap="rnd">
                <a:solidFill>
                  <a:schemeClr val="accent2">
                    <a:alpha val="35000"/>
                  </a:schemeClr>
                </a:solidFill>
                <a:prstDash val="lgDash"/>
                <a:round/>
              </a:ln>
            </p:spPr>
            <p:txBody>
              <a:bodyPr rtlCol="0" anchor="ctr"/>
              <a:lstStyle/>
              <a:p>
                <a:endParaRPr lang="en-US"/>
              </a:p>
            </p:txBody>
          </p:sp>
          <p:sp>
            <p:nvSpPr>
              <p:cNvPr id="241" name="Freeform: Shape 240">
                <a:extLst>
                  <a:ext uri="{FF2B5EF4-FFF2-40B4-BE49-F238E27FC236}">
                    <a16:creationId xmlns:a16="http://schemas.microsoft.com/office/drawing/2014/main" id="{4FA09AC9-DA2A-4216-BBFD-96E701FB85D9}"/>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4704778" y="2976752"/>
                <a:ext cx="3356800" cy="2452020"/>
              </a:xfrm>
              <a:custGeom>
                <a:avLst/>
                <a:gdLst>
                  <a:gd name="connsiteX0" fmla="*/ 0 w 3356800"/>
                  <a:gd name="connsiteY0" fmla="*/ 2452021 h 2452020"/>
                  <a:gd name="connsiteX1" fmla="*/ 130874 w 3356800"/>
                  <a:gd name="connsiteY1" fmla="*/ 2247710 h 2452020"/>
                  <a:gd name="connsiteX2" fmla="*/ 437197 w 3356800"/>
                  <a:gd name="connsiteY2" fmla="*/ 1941195 h 2452020"/>
                  <a:gd name="connsiteX3" fmla="*/ 737140 w 3356800"/>
                  <a:gd name="connsiteY3" fmla="*/ 1736884 h 2452020"/>
                  <a:gd name="connsiteX4" fmla="*/ 1031843 w 3356800"/>
                  <a:gd name="connsiteY4" fmla="*/ 1685068 h 2452020"/>
                  <a:gd name="connsiteX5" fmla="*/ 1287304 w 3356800"/>
                  <a:gd name="connsiteY5" fmla="*/ 1655826 h 2452020"/>
                  <a:gd name="connsiteX6" fmla="*/ 1471994 w 3356800"/>
                  <a:gd name="connsiteY6" fmla="*/ 1634300 h 2452020"/>
                  <a:gd name="connsiteX7" fmla="*/ 1898237 w 3356800"/>
                  <a:gd name="connsiteY7" fmla="*/ 1512665 h 2452020"/>
                  <a:gd name="connsiteX8" fmla="*/ 2229136 w 3356800"/>
                  <a:gd name="connsiteY8" fmla="*/ 1355598 h 2452020"/>
                  <a:gd name="connsiteX9" fmla="*/ 2512314 w 3356800"/>
                  <a:gd name="connsiteY9" fmla="*/ 1238631 h 2452020"/>
                  <a:gd name="connsiteX10" fmla="*/ 2758535 w 3356800"/>
                  <a:gd name="connsiteY10" fmla="*/ 1096994 h 2452020"/>
                  <a:gd name="connsiteX11" fmla="*/ 2935510 w 3356800"/>
                  <a:gd name="connsiteY11" fmla="*/ 919925 h 2452020"/>
                  <a:gd name="connsiteX12" fmla="*/ 3081719 w 3356800"/>
                  <a:gd name="connsiteY12" fmla="*/ 687419 h 2452020"/>
                  <a:gd name="connsiteX13" fmla="*/ 3356800 w 3356800"/>
                  <a:gd name="connsiteY13" fmla="*/ 0 h 245202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Lst>
                <a:rect l="l" t="t" r="r" b="b"/>
                <a:pathLst>
                  <a:path w="3356800" h="2452020">
                    <a:moveTo>
                      <a:pt x="0" y="2452021"/>
                    </a:moveTo>
                    <a:cubicBezTo>
                      <a:pt x="0" y="2452021"/>
                      <a:pt x="57150" y="2344198"/>
                      <a:pt x="130874" y="2247710"/>
                    </a:cubicBezTo>
                    <a:cubicBezTo>
                      <a:pt x="218694" y="2132648"/>
                      <a:pt x="328136" y="2036635"/>
                      <a:pt x="437197" y="1941195"/>
                    </a:cubicBezTo>
                    <a:cubicBezTo>
                      <a:pt x="529304" y="1860709"/>
                      <a:pt x="623030" y="1779556"/>
                      <a:pt x="737140" y="1736884"/>
                    </a:cubicBezTo>
                    <a:cubicBezTo>
                      <a:pt x="830866" y="1701736"/>
                      <a:pt x="932021" y="1695450"/>
                      <a:pt x="1031843" y="1685068"/>
                    </a:cubicBezTo>
                    <a:cubicBezTo>
                      <a:pt x="1117092" y="1676210"/>
                      <a:pt x="1202055" y="1665160"/>
                      <a:pt x="1287304" y="1655826"/>
                    </a:cubicBezTo>
                    <a:cubicBezTo>
                      <a:pt x="1348931" y="1649063"/>
                      <a:pt x="1410653" y="1643539"/>
                      <a:pt x="1471994" y="1634300"/>
                    </a:cubicBezTo>
                    <a:cubicBezTo>
                      <a:pt x="1618679" y="1612011"/>
                      <a:pt x="1761935" y="1571149"/>
                      <a:pt x="1898237" y="1512665"/>
                    </a:cubicBezTo>
                    <a:cubicBezTo>
                      <a:pt x="2010442" y="1464564"/>
                      <a:pt x="2117503" y="1405128"/>
                      <a:pt x="2229136" y="1355598"/>
                    </a:cubicBezTo>
                    <a:cubicBezTo>
                      <a:pt x="2322481" y="1314164"/>
                      <a:pt x="2418969" y="1280160"/>
                      <a:pt x="2512314" y="1238631"/>
                    </a:cubicBezTo>
                    <a:cubicBezTo>
                      <a:pt x="2599087" y="1199960"/>
                      <a:pt x="2683193" y="1154811"/>
                      <a:pt x="2758535" y="1096994"/>
                    </a:cubicBezTo>
                    <a:cubicBezTo>
                      <a:pt x="2825020" y="1046035"/>
                      <a:pt x="2883789" y="985837"/>
                      <a:pt x="2935510" y="919925"/>
                    </a:cubicBezTo>
                    <a:cubicBezTo>
                      <a:pt x="2992184" y="847725"/>
                      <a:pt x="3039904" y="769144"/>
                      <a:pt x="3081719" y="687419"/>
                    </a:cubicBezTo>
                    <a:cubicBezTo>
                      <a:pt x="3138297" y="576739"/>
                      <a:pt x="3314129" y="116776"/>
                      <a:pt x="3356800" y="0"/>
                    </a:cubicBezTo>
                  </a:path>
                </a:pathLst>
              </a:custGeom>
              <a:noFill/>
              <a:ln w="9525" cap="rnd">
                <a:solidFill>
                  <a:schemeClr val="accent2">
                    <a:alpha val="35000"/>
                  </a:schemeClr>
                </a:solidFill>
                <a:prstDash val="lgDash"/>
                <a:round/>
              </a:ln>
            </p:spPr>
            <p:txBody>
              <a:bodyPr rtlCol="0" anchor="ctr"/>
              <a:lstStyle/>
              <a:p>
                <a:endParaRPr lang="en-US"/>
              </a:p>
            </p:txBody>
          </p:sp>
        </p:grpSp>
        <p:sp>
          <p:nvSpPr>
            <p:cNvPr id="234" name="Freeform: Shape 233">
              <a:extLst>
                <a:ext uri="{FF2B5EF4-FFF2-40B4-BE49-F238E27FC236}">
                  <a16:creationId xmlns:a16="http://schemas.microsoft.com/office/drawing/2014/main" id="{A8AD4A98-C6D7-49C8-A31E-29C6DB7C067D}"/>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7980400" y="5197178"/>
              <a:ext cx="4211600" cy="1660822"/>
            </a:xfrm>
            <a:custGeom>
              <a:avLst/>
              <a:gdLst>
                <a:gd name="connsiteX0" fmla="*/ 4211600 w 4211600"/>
                <a:gd name="connsiteY0" fmla="*/ 0 h 1660822"/>
                <a:gd name="connsiteX1" fmla="*/ 4211600 w 4211600"/>
                <a:gd name="connsiteY1" fmla="*/ 58430 h 1660822"/>
                <a:gd name="connsiteX2" fmla="*/ 4136524 w 4211600"/>
                <a:gd name="connsiteY2" fmla="*/ 208808 h 1660822"/>
                <a:gd name="connsiteX3" fmla="*/ 3973354 w 4211600"/>
                <a:gd name="connsiteY3" fmla="*/ 437313 h 1660822"/>
                <a:gd name="connsiteX4" fmla="*/ 3884746 w 4211600"/>
                <a:gd name="connsiteY4" fmla="*/ 553613 h 1660822"/>
                <a:gd name="connsiteX5" fmla="*/ 3849435 w 4211600"/>
                <a:gd name="connsiteY5" fmla="*/ 603143 h 1660822"/>
                <a:gd name="connsiteX6" fmla="*/ 3661849 w 4211600"/>
                <a:gd name="connsiteY6" fmla="*/ 819075 h 1660822"/>
                <a:gd name="connsiteX7" fmla="*/ 3402589 w 4211600"/>
                <a:gd name="connsiteY7" fmla="*/ 952996 h 1660822"/>
                <a:gd name="connsiteX8" fmla="*/ 3130202 w 4211600"/>
                <a:gd name="connsiteY8" fmla="*/ 1023386 h 1660822"/>
                <a:gd name="connsiteX9" fmla="*/ 2914657 w 4211600"/>
                <a:gd name="connsiteY9" fmla="*/ 1068058 h 1660822"/>
                <a:gd name="connsiteX10" fmla="*/ 2582149 w 4211600"/>
                <a:gd name="connsiteY10" fmla="*/ 1138924 h 1660822"/>
                <a:gd name="connsiteX11" fmla="*/ 2483958 w 4211600"/>
                <a:gd name="connsiteY11" fmla="*/ 1162356 h 1660822"/>
                <a:gd name="connsiteX12" fmla="*/ 2123750 w 4211600"/>
                <a:gd name="connsiteY12" fmla="*/ 1238651 h 1660822"/>
                <a:gd name="connsiteX13" fmla="*/ 1761444 w 4211600"/>
                <a:gd name="connsiteY13" fmla="*/ 1273417 h 1660822"/>
                <a:gd name="connsiteX14" fmla="*/ 1608382 w 4211600"/>
                <a:gd name="connsiteY14" fmla="*/ 1284466 h 1660822"/>
                <a:gd name="connsiteX15" fmla="*/ 999942 w 4211600"/>
                <a:gd name="connsiteY15" fmla="*/ 1354284 h 1660822"/>
                <a:gd name="connsiteX16" fmla="*/ 484705 w 4211600"/>
                <a:gd name="connsiteY16" fmla="*/ 1450487 h 1660822"/>
                <a:gd name="connsiteX17" fmla="*/ 113310 w 4211600"/>
                <a:gd name="connsiteY17" fmla="*/ 1613700 h 1660822"/>
                <a:gd name="connsiteX18" fmla="*/ 39668 w 4211600"/>
                <a:gd name="connsiteY18" fmla="*/ 1660822 h 1660822"/>
                <a:gd name="connsiteX19" fmla="*/ 0 w 4211600"/>
                <a:gd name="connsiteY19" fmla="*/ 1660822 h 1660822"/>
                <a:gd name="connsiteX20" fmla="*/ 96701 w 4211600"/>
                <a:gd name="connsiteY20" fmla="*/ 1598934 h 1660822"/>
                <a:gd name="connsiteX21" fmla="*/ 474335 w 4211600"/>
                <a:gd name="connsiteY21" fmla="*/ 1433056 h 1660822"/>
                <a:gd name="connsiteX22" fmla="*/ 994299 w 4211600"/>
                <a:gd name="connsiteY22" fmla="*/ 1335806 h 1660822"/>
                <a:gd name="connsiteX23" fmla="*/ 1605231 w 4211600"/>
                <a:gd name="connsiteY23" fmla="*/ 1265702 h 1660822"/>
                <a:gd name="connsiteX24" fmla="*/ 1758819 w 4211600"/>
                <a:gd name="connsiteY24" fmla="*/ 1254558 h 1660822"/>
                <a:gd name="connsiteX25" fmla="*/ 2118106 w 4211600"/>
                <a:gd name="connsiteY25" fmla="*/ 1220077 h 1660822"/>
                <a:gd name="connsiteX26" fmla="*/ 2475557 w 4211600"/>
                <a:gd name="connsiteY26" fmla="*/ 1144353 h 1660822"/>
                <a:gd name="connsiteX27" fmla="*/ 2573878 w 4211600"/>
                <a:gd name="connsiteY27" fmla="*/ 1120827 h 1660822"/>
                <a:gd name="connsiteX28" fmla="*/ 2907437 w 4211600"/>
                <a:gd name="connsiteY28" fmla="*/ 1049675 h 1660822"/>
                <a:gd name="connsiteX29" fmla="*/ 3122589 w 4211600"/>
                <a:gd name="connsiteY29" fmla="*/ 1005098 h 1660822"/>
                <a:gd name="connsiteX30" fmla="*/ 3391169 w 4211600"/>
                <a:gd name="connsiteY30" fmla="*/ 935756 h 1660822"/>
                <a:gd name="connsiteX31" fmla="*/ 3642290 w 4211600"/>
                <a:gd name="connsiteY31" fmla="*/ 806216 h 1660822"/>
                <a:gd name="connsiteX32" fmla="*/ 3825937 w 4211600"/>
                <a:gd name="connsiteY32" fmla="*/ 594475 h 1660822"/>
                <a:gd name="connsiteX33" fmla="*/ 3861381 w 4211600"/>
                <a:gd name="connsiteY33" fmla="*/ 544755 h 1660822"/>
                <a:gd name="connsiteX34" fmla="*/ 3950381 w 4211600"/>
                <a:gd name="connsiteY34" fmla="*/ 427978 h 1660822"/>
                <a:gd name="connsiteX35" fmla="*/ 4112370 w 4211600"/>
                <a:gd name="connsiteY35" fmla="*/ 201378 h 1660822"/>
                <a:gd name="connsiteX36" fmla="*/ 4195989 w 4211600"/>
                <a:gd name="connsiteY36" fmla="*/ 33834 h 166082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Lst>
              <a:rect l="l" t="t" r="r" b="b"/>
              <a:pathLst>
                <a:path w="4211600" h="1660822">
                  <a:moveTo>
                    <a:pt x="4211600" y="0"/>
                  </a:moveTo>
                  <a:lnTo>
                    <a:pt x="4211600" y="58430"/>
                  </a:lnTo>
                  <a:lnTo>
                    <a:pt x="4136524" y="208808"/>
                  </a:lnTo>
                  <a:cubicBezTo>
                    <a:pt x="4089791" y="287770"/>
                    <a:pt x="4030588" y="363780"/>
                    <a:pt x="3973354" y="437313"/>
                  </a:cubicBezTo>
                  <a:cubicBezTo>
                    <a:pt x="3943819" y="475222"/>
                    <a:pt x="3913231" y="514465"/>
                    <a:pt x="3884746" y="553613"/>
                  </a:cubicBezTo>
                  <a:cubicBezTo>
                    <a:pt x="3872801" y="569996"/>
                    <a:pt x="3861119" y="586569"/>
                    <a:pt x="3849435" y="603143"/>
                  </a:cubicBezTo>
                  <a:cubicBezTo>
                    <a:pt x="3796665" y="678009"/>
                    <a:pt x="3742187" y="755352"/>
                    <a:pt x="3661849" y="819075"/>
                  </a:cubicBezTo>
                  <a:cubicBezTo>
                    <a:pt x="3596214" y="871176"/>
                    <a:pt x="3509050" y="916230"/>
                    <a:pt x="3402589" y="952996"/>
                  </a:cubicBezTo>
                  <a:cubicBezTo>
                    <a:pt x="3312406" y="984048"/>
                    <a:pt x="3215660" y="1005003"/>
                    <a:pt x="3130202" y="1023386"/>
                  </a:cubicBezTo>
                  <a:cubicBezTo>
                    <a:pt x="3058529" y="1038816"/>
                    <a:pt x="2985412" y="1053675"/>
                    <a:pt x="2914657" y="1068058"/>
                  </a:cubicBezTo>
                  <a:cubicBezTo>
                    <a:pt x="2805176" y="1090251"/>
                    <a:pt x="2692021" y="1113207"/>
                    <a:pt x="2582149" y="1138924"/>
                  </a:cubicBezTo>
                  <a:cubicBezTo>
                    <a:pt x="2549330" y="1146639"/>
                    <a:pt x="2516644" y="1154450"/>
                    <a:pt x="2483958" y="1162356"/>
                  </a:cubicBezTo>
                  <a:cubicBezTo>
                    <a:pt x="2367257" y="1190550"/>
                    <a:pt x="2246621" y="1219601"/>
                    <a:pt x="2123750" y="1238651"/>
                  </a:cubicBezTo>
                  <a:cubicBezTo>
                    <a:pt x="2004294" y="1257129"/>
                    <a:pt x="1880769" y="1265416"/>
                    <a:pt x="1761444" y="1273417"/>
                  </a:cubicBezTo>
                  <a:cubicBezTo>
                    <a:pt x="1711167" y="1276751"/>
                    <a:pt x="1659184" y="1280275"/>
                    <a:pt x="1608382" y="1284466"/>
                  </a:cubicBezTo>
                  <a:cubicBezTo>
                    <a:pt x="1408589" y="1300944"/>
                    <a:pt x="1214570" y="1325805"/>
                    <a:pt x="999942" y="1354284"/>
                  </a:cubicBezTo>
                  <a:cubicBezTo>
                    <a:pt x="826403" y="1377240"/>
                    <a:pt x="647744" y="1400957"/>
                    <a:pt x="484705" y="1450487"/>
                  </a:cubicBezTo>
                  <a:cubicBezTo>
                    <a:pt x="355831" y="1489635"/>
                    <a:pt x="231387" y="1544374"/>
                    <a:pt x="113310" y="1613700"/>
                  </a:cubicBezTo>
                  <a:lnTo>
                    <a:pt x="39668" y="1660822"/>
                  </a:lnTo>
                  <a:lnTo>
                    <a:pt x="0" y="1660822"/>
                  </a:lnTo>
                  <a:lnTo>
                    <a:pt x="96701" y="1598934"/>
                  </a:lnTo>
                  <a:cubicBezTo>
                    <a:pt x="216635" y="1528533"/>
                    <a:pt x="343196" y="1472919"/>
                    <a:pt x="474335" y="1433056"/>
                  </a:cubicBezTo>
                  <a:cubicBezTo>
                    <a:pt x="639999" y="1382669"/>
                    <a:pt x="820102" y="1358856"/>
                    <a:pt x="994299" y="1335806"/>
                  </a:cubicBezTo>
                  <a:cubicBezTo>
                    <a:pt x="1210239" y="1307231"/>
                    <a:pt x="1404650" y="1282275"/>
                    <a:pt x="1605231" y="1265702"/>
                  </a:cubicBezTo>
                  <a:cubicBezTo>
                    <a:pt x="1656428" y="1261511"/>
                    <a:pt x="1708411" y="1257987"/>
                    <a:pt x="1758819" y="1254558"/>
                  </a:cubicBezTo>
                  <a:cubicBezTo>
                    <a:pt x="1877487" y="1246557"/>
                    <a:pt x="2000094" y="1238365"/>
                    <a:pt x="2118106" y="1220077"/>
                  </a:cubicBezTo>
                  <a:cubicBezTo>
                    <a:pt x="2239531" y="1201313"/>
                    <a:pt x="2359513" y="1172357"/>
                    <a:pt x="2475557" y="1144353"/>
                  </a:cubicBezTo>
                  <a:cubicBezTo>
                    <a:pt x="2508243" y="1136448"/>
                    <a:pt x="2541060" y="1128542"/>
                    <a:pt x="2573878" y="1120827"/>
                  </a:cubicBezTo>
                  <a:cubicBezTo>
                    <a:pt x="2684276" y="1094919"/>
                    <a:pt x="2797694" y="1071963"/>
                    <a:pt x="2907437" y="1049675"/>
                  </a:cubicBezTo>
                  <a:cubicBezTo>
                    <a:pt x="2978061" y="1035387"/>
                    <a:pt x="3051178" y="1020528"/>
                    <a:pt x="3122589" y="1005098"/>
                  </a:cubicBezTo>
                  <a:cubicBezTo>
                    <a:pt x="3206997" y="986810"/>
                    <a:pt x="3302823" y="966141"/>
                    <a:pt x="3391169" y="935756"/>
                  </a:cubicBezTo>
                  <a:cubicBezTo>
                    <a:pt x="3494479" y="900132"/>
                    <a:pt x="3578886" y="856508"/>
                    <a:pt x="3642290" y="806216"/>
                  </a:cubicBezTo>
                  <a:cubicBezTo>
                    <a:pt x="3720133" y="744303"/>
                    <a:pt x="3773953" y="668103"/>
                    <a:pt x="3825937" y="594475"/>
                  </a:cubicBezTo>
                  <a:cubicBezTo>
                    <a:pt x="3837621" y="577902"/>
                    <a:pt x="3849435" y="561233"/>
                    <a:pt x="3861381" y="544755"/>
                  </a:cubicBezTo>
                  <a:cubicBezTo>
                    <a:pt x="3889997" y="505416"/>
                    <a:pt x="3920715" y="465983"/>
                    <a:pt x="3950381" y="427978"/>
                  </a:cubicBezTo>
                  <a:cubicBezTo>
                    <a:pt x="4007353" y="354921"/>
                    <a:pt x="4066163" y="279388"/>
                    <a:pt x="4112370" y="201378"/>
                  </a:cubicBezTo>
                  <a:cubicBezTo>
                    <a:pt x="4144662" y="146800"/>
                    <a:pt x="4170785" y="89364"/>
                    <a:pt x="4195989" y="33834"/>
                  </a:cubicBezTo>
                  <a:close/>
                </a:path>
              </a:pathLst>
            </a:cu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a:p>
          </p:txBody>
        </p:sp>
      </p:grpSp>
    </p:spTree>
    <p:extLst>
      <p:ext uri="{BB962C8B-B14F-4D97-AF65-F5344CB8AC3E}">
        <p14:creationId xmlns:p14="http://schemas.microsoft.com/office/powerpoint/2010/main" val="901604588"/>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10" name="Rectangle 9">
            <a:extLst>
              <a:ext uri="{FF2B5EF4-FFF2-40B4-BE49-F238E27FC236}">
                <a16:creationId xmlns:a16="http://schemas.microsoft.com/office/drawing/2014/main" id="{8651CFA9-6065-4243-AC48-858E359780B1}"/>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88952" cy="6858000"/>
          </a:xfrm>
          <a:prstGeom prst="rect">
            <a:avLst/>
          </a:prstGeom>
          <a:ln>
            <a:solidFill>
              <a:schemeClr val="bg1">
                <a:lumMod val="9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solidFill>
                <a:schemeClr val="tx1">
                  <a:lumMod val="65000"/>
                  <a:lumOff val="35000"/>
                </a:schemeClr>
              </a:solidFill>
              <a:latin typeface="AvenirNext LT Pro Medium" panose="020B0504020202020204" pitchFamily="34" charset="0"/>
            </a:endParaRPr>
          </a:p>
        </p:txBody>
      </p:sp>
      <p:sp>
        <p:nvSpPr>
          <p:cNvPr id="12" name="Rectangle 11">
            <a:extLst>
              <a:ext uri="{FF2B5EF4-FFF2-40B4-BE49-F238E27FC236}">
                <a16:creationId xmlns:a16="http://schemas.microsoft.com/office/drawing/2014/main" id="{37962AE0-6A1C-4B76-9D52-10E5E6D7D3BB}"/>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88952" cy="6858000"/>
          </a:xfrm>
          <a:prstGeom prst="rect">
            <a:avLst/>
          </a:prstGeom>
          <a:solidFill>
            <a:schemeClr val="bg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solidFill>
                <a:schemeClr val="tx1">
                  <a:lumMod val="65000"/>
                  <a:lumOff val="35000"/>
                </a:schemeClr>
              </a:solidFill>
              <a:latin typeface="AvenirNext LT Pro Medium" panose="020B0504020202020204" pitchFamily="34" charset="0"/>
            </a:endParaRPr>
          </a:p>
        </p:txBody>
      </p:sp>
      <p:grpSp>
        <p:nvGrpSpPr>
          <p:cNvPr id="14" name="Top left">
            <a:extLst>
              <a:ext uri="{FF2B5EF4-FFF2-40B4-BE49-F238E27FC236}">
                <a16:creationId xmlns:a16="http://schemas.microsoft.com/office/drawing/2014/main" id="{5089F41F-380F-4E05-9A56-4C8F456E8146}"/>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10849" y="-3086"/>
            <a:ext cx="2198951" cy="3349518"/>
            <a:chOff x="10849" y="-3086"/>
            <a:chExt cx="2198951" cy="3349518"/>
          </a:xfrm>
        </p:grpSpPr>
        <p:sp>
          <p:nvSpPr>
            <p:cNvPr id="15" name="Freeform: Shape 14">
              <a:extLst>
                <a:ext uri="{FF2B5EF4-FFF2-40B4-BE49-F238E27FC236}">
                  <a16:creationId xmlns:a16="http://schemas.microsoft.com/office/drawing/2014/main" id="{AA95964E-B60E-42AA-AAF3-91A4345B3965}"/>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rot="10800000">
              <a:off x="692844" y="-3086"/>
              <a:ext cx="1326111" cy="597603"/>
            </a:xfrm>
            <a:custGeom>
              <a:avLst/>
              <a:gdLst>
                <a:gd name="connsiteX0" fmla="*/ 741051 w 1482102"/>
                <a:gd name="connsiteY0" fmla="*/ 0 h 679363"/>
                <a:gd name="connsiteX1" fmla="*/ 1473822 w 1482102"/>
                <a:gd name="connsiteY1" fmla="*/ 597226 h 679363"/>
                <a:gd name="connsiteX2" fmla="*/ 1482102 w 1482102"/>
                <a:gd name="connsiteY2" fmla="*/ 679363 h 679363"/>
                <a:gd name="connsiteX3" fmla="*/ 0 w 1482102"/>
                <a:gd name="connsiteY3" fmla="*/ 679363 h 679363"/>
                <a:gd name="connsiteX4" fmla="*/ 8280 w 1482102"/>
                <a:gd name="connsiteY4" fmla="*/ 597226 h 679363"/>
                <a:gd name="connsiteX5" fmla="*/ 741051 w 1482102"/>
                <a:gd name="connsiteY5" fmla="*/ 0 h 67936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1482102" h="679363">
                  <a:moveTo>
                    <a:pt x="741051" y="0"/>
                  </a:moveTo>
                  <a:cubicBezTo>
                    <a:pt x="1102506" y="0"/>
                    <a:pt x="1404077" y="256390"/>
                    <a:pt x="1473822" y="597226"/>
                  </a:cubicBezTo>
                  <a:lnTo>
                    <a:pt x="1482102" y="679363"/>
                  </a:lnTo>
                  <a:lnTo>
                    <a:pt x="0" y="679363"/>
                  </a:lnTo>
                  <a:lnTo>
                    <a:pt x="8280" y="597226"/>
                  </a:lnTo>
                  <a:cubicBezTo>
                    <a:pt x="78025" y="256390"/>
                    <a:pt x="379596" y="0"/>
                    <a:pt x="741051" y="0"/>
                  </a:cubicBezTo>
                  <a:close/>
                </a:path>
              </a:pathLst>
            </a:cu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dirty="0">
                <a:solidFill>
                  <a:schemeClr val="tx1">
                    <a:lumMod val="65000"/>
                    <a:lumOff val="35000"/>
                  </a:schemeClr>
                </a:solidFill>
                <a:latin typeface="AvenirNext LT Pro Medium" panose="020B0504020202020204" pitchFamily="34" charset="0"/>
              </a:endParaRPr>
            </a:p>
          </p:txBody>
        </p:sp>
        <p:sp>
          <p:nvSpPr>
            <p:cNvPr id="16" name="Freeform: Shape 15">
              <a:extLst>
                <a:ext uri="{FF2B5EF4-FFF2-40B4-BE49-F238E27FC236}">
                  <a16:creationId xmlns:a16="http://schemas.microsoft.com/office/drawing/2014/main" id="{6C9A41BA-B255-49A5-9A9C-46B951135CCC}"/>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19394" y="15241"/>
              <a:ext cx="2190406" cy="3331191"/>
            </a:xfrm>
            <a:custGeom>
              <a:avLst/>
              <a:gdLst>
                <a:gd name="connsiteX0" fmla="*/ 0 w 3296088"/>
                <a:gd name="connsiteY0" fmla="*/ 5012722 h 5012722"/>
                <a:gd name="connsiteX1" fmla="*/ 244031 w 3296088"/>
                <a:gd name="connsiteY1" fmla="*/ 4820222 h 5012722"/>
                <a:gd name="connsiteX2" fmla="*/ 729234 w 3296088"/>
                <a:gd name="connsiteY2" fmla="*/ 4360641 h 5012722"/>
                <a:gd name="connsiteX3" fmla="*/ 881444 w 3296088"/>
                <a:gd name="connsiteY3" fmla="*/ 4173950 h 5012722"/>
                <a:gd name="connsiteX4" fmla="*/ 1151287 w 3296088"/>
                <a:gd name="connsiteY4" fmla="*/ 3972877 h 5012722"/>
                <a:gd name="connsiteX5" fmla="*/ 1498664 w 3296088"/>
                <a:gd name="connsiteY5" fmla="*/ 3786188 h 5012722"/>
                <a:gd name="connsiteX6" fmla="*/ 1716881 w 3296088"/>
                <a:gd name="connsiteY6" fmla="*/ 3674174 h 5012722"/>
                <a:gd name="connsiteX7" fmla="*/ 1913573 w 3296088"/>
                <a:gd name="connsiteY7" fmla="*/ 3477387 h 5012722"/>
                <a:gd name="connsiteX8" fmla="*/ 2167700 w 3296088"/>
                <a:gd name="connsiteY8" fmla="*/ 3042190 h 5012722"/>
                <a:gd name="connsiteX9" fmla="*/ 2273903 w 3296088"/>
                <a:gd name="connsiteY9" fmla="*/ 2775014 h 5012722"/>
                <a:gd name="connsiteX10" fmla="*/ 2463356 w 3296088"/>
                <a:gd name="connsiteY10" fmla="*/ 2335530 h 5012722"/>
                <a:gd name="connsiteX11" fmla="*/ 2741866 w 3296088"/>
                <a:gd name="connsiteY11" fmla="*/ 1982248 h 5012722"/>
                <a:gd name="connsiteX12" fmla="*/ 2985897 w 3296088"/>
                <a:gd name="connsiteY12" fmla="*/ 1634681 h 5012722"/>
                <a:gd name="connsiteX13" fmla="*/ 3212687 w 3296088"/>
                <a:gd name="connsiteY13" fmla="*/ 1226820 h 5012722"/>
                <a:gd name="connsiteX14" fmla="*/ 3281553 w 3296088"/>
                <a:gd name="connsiteY14" fmla="*/ 959644 h 5012722"/>
                <a:gd name="connsiteX15" fmla="*/ 3295936 w 3296088"/>
                <a:gd name="connsiteY15" fmla="*/ 701135 h 5012722"/>
                <a:gd name="connsiteX16" fmla="*/ 3267266 w 3296088"/>
                <a:gd name="connsiteY16" fmla="*/ 436817 h 5012722"/>
                <a:gd name="connsiteX17" fmla="*/ 3105341 w 3296088"/>
                <a:gd name="connsiteY17" fmla="*/ 0 h 501272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Lst>
              <a:rect l="l" t="t" r="r" b="b"/>
              <a:pathLst>
                <a:path w="3296088" h="5012722">
                  <a:moveTo>
                    <a:pt x="0" y="5012722"/>
                  </a:moveTo>
                  <a:cubicBezTo>
                    <a:pt x="81820" y="4949095"/>
                    <a:pt x="163544" y="4885468"/>
                    <a:pt x="244031" y="4820222"/>
                  </a:cubicBezTo>
                  <a:cubicBezTo>
                    <a:pt x="417671" y="4679633"/>
                    <a:pt x="589883" y="4535139"/>
                    <a:pt x="729234" y="4360641"/>
                  </a:cubicBezTo>
                  <a:cubicBezTo>
                    <a:pt x="779431" y="4297776"/>
                    <a:pt x="825818" y="4231958"/>
                    <a:pt x="881444" y="4173950"/>
                  </a:cubicBezTo>
                  <a:cubicBezTo>
                    <a:pt x="959358" y="4092607"/>
                    <a:pt x="1054799" y="4031075"/>
                    <a:pt x="1151287" y="3972877"/>
                  </a:cubicBezTo>
                  <a:cubicBezTo>
                    <a:pt x="1263968" y="3904964"/>
                    <a:pt x="1379315" y="3841337"/>
                    <a:pt x="1498664" y="3786188"/>
                  </a:cubicBezTo>
                  <a:cubicBezTo>
                    <a:pt x="1573149" y="3751802"/>
                    <a:pt x="1649159" y="3720179"/>
                    <a:pt x="1716881" y="3674174"/>
                  </a:cubicBezTo>
                  <a:cubicBezTo>
                    <a:pt x="1794034" y="3621691"/>
                    <a:pt x="1856708" y="3551492"/>
                    <a:pt x="1913573" y="3477387"/>
                  </a:cubicBezTo>
                  <a:cubicBezTo>
                    <a:pt x="2016157" y="3343751"/>
                    <a:pt x="2099024" y="3196114"/>
                    <a:pt x="2167700" y="3042190"/>
                  </a:cubicBezTo>
                  <a:cubicBezTo>
                    <a:pt x="2206752" y="2954655"/>
                    <a:pt x="2241233" y="2865215"/>
                    <a:pt x="2273903" y="2775014"/>
                  </a:cubicBezTo>
                  <a:cubicBezTo>
                    <a:pt x="2328482" y="2624423"/>
                    <a:pt x="2379440" y="2471642"/>
                    <a:pt x="2463356" y="2335530"/>
                  </a:cubicBezTo>
                  <a:cubicBezTo>
                    <a:pt x="2542127" y="2207705"/>
                    <a:pt x="2647855" y="2099501"/>
                    <a:pt x="2741866" y="1982248"/>
                  </a:cubicBezTo>
                  <a:cubicBezTo>
                    <a:pt x="2830449" y="1871758"/>
                    <a:pt x="2908554" y="1753362"/>
                    <a:pt x="2985897" y="1634681"/>
                  </a:cubicBezTo>
                  <a:cubicBezTo>
                    <a:pt x="3071146" y="1503902"/>
                    <a:pt x="3156395" y="1372172"/>
                    <a:pt x="3212687" y="1226820"/>
                  </a:cubicBezTo>
                  <a:cubicBezTo>
                    <a:pt x="3246025" y="1140809"/>
                    <a:pt x="3268790" y="1051084"/>
                    <a:pt x="3281553" y="959644"/>
                  </a:cubicBezTo>
                  <a:cubicBezTo>
                    <a:pt x="3293555" y="874014"/>
                    <a:pt x="3296888" y="787527"/>
                    <a:pt x="3295936" y="701135"/>
                  </a:cubicBezTo>
                  <a:cubicBezTo>
                    <a:pt x="3294888" y="612172"/>
                    <a:pt x="3289268" y="523018"/>
                    <a:pt x="3267266" y="436817"/>
                  </a:cubicBezTo>
                  <a:cubicBezTo>
                    <a:pt x="3227832" y="282416"/>
                    <a:pt x="3105341" y="0"/>
                    <a:pt x="3105341" y="0"/>
                  </a:cubicBezTo>
                </a:path>
              </a:pathLst>
            </a:custGeom>
            <a:noFill/>
            <a:ln w="9525" cap="rnd">
              <a:solidFill>
                <a:schemeClr val="accent2">
                  <a:alpha val="50000"/>
                </a:schemeClr>
              </a:solidFill>
              <a:prstDash val="lgDash"/>
              <a:round/>
            </a:ln>
          </p:spPr>
          <p:txBody>
            <a:bodyPr rtlCol="0" anchor="ctr"/>
            <a:lstStyle/>
            <a:p>
              <a:endParaRPr lang="en-US"/>
            </a:p>
          </p:txBody>
        </p:sp>
        <p:sp>
          <p:nvSpPr>
            <p:cNvPr id="17" name="Freeform: Shape 16">
              <a:extLst>
                <a:ext uri="{FF2B5EF4-FFF2-40B4-BE49-F238E27FC236}">
                  <a16:creationId xmlns:a16="http://schemas.microsoft.com/office/drawing/2014/main" id="{A5076F12-9630-46F2-ADAF-617D354893F7}"/>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10849" y="15178"/>
              <a:ext cx="1978674" cy="3074959"/>
            </a:xfrm>
            <a:custGeom>
              <a:avLst/>
              <a:gdLst>
                <a:gd name="connsiteX0" fmla="*/ 0 w 2977477"/>
                <a:gd name="connsiteY0" fmla="*/ 4627150 h 4627149"/>
                <a:gd name="connsiteX1" fmla="*/ 275082 w 2977477"/>
                <a:gd name="connsiteY1" fmla="*/ 4341590 h 4627149"/>
                <a:gd name="connsiteX2" fmla="*/ 502825 w 2977477"/>
                <a:gd name="connsiteY2" fmla="*/ 4054126 h 4627149"/>
                <a:gd name="connsiteX3" fmla="*/ 666179 w 2977477"/>
                <a:gd name="connsiteY3" fmla="*/ 3890677 h 4627149"/>
                <a:gd name="connsiteX4" fmla="*/ 864203 w 2977477"/>
                <a:gd name="connsiteY4" fmla="*/ 3675983 h 4627149"/>
                <a:gd name="connsiteX5" fmla="*/ 982599 w 2977477"/>
                <a:gd name="connsiteY5" fmla="*/ 3557492 h 4627149"/>
                <a:gd name="connsiteX6" fmla="*/ 1188244 w 2977477"/>
                <a:gd name="connsiteY6" fmla="*/ 3329654 h 4627149"/>
                <a:gd name="connsiteX7" fmla="*/ 1344740 w 2977477"/>
                <a:gd name="connsiteY7" fmla="*/ 3146774 h 4627149"/>
                <a:gd name="connsiteX8" fmla="*/ 1470755 w 2977477"/>
                <a:gd name="connsiteY8" fmla="*/ 2984659 h 4627149"/>
                <a:gd name="connsiteX9" fmla="*/ 1657636 w 2977477"/>
                <a:gd name="connsiteY9" fmla="*/ 2670239 h 4627149"/>
                <a:gd name="connsiteX10" fmla="*/ 1762887 w 2977477"/>
                <a:gd name="connsiteY10" fmla="*/ 2473547 h 4627149"/>
                <a:gd name="connsiteX11" fmla="*/ 1866710 w 2977477"/>
                <a:gd name="connsiteY11" fmla="*/ 2290667 h 4627149"/>
                <a:gd name="connsiteX12" fmla="*/ 2106263 w 2977477"/>
                <a:gd name="connsiteY12" fmla="*/ 2030254 h 4627149"/>
                <a:gd name="connsiteX13" fmla="*/ 2277237 w 2977477"/>
                <a:gd name="connsiteY13" fmla="*/ 1859185 h 4627149"/>
                <a:gd name="connsiteX14" fmla="*/ 2499455 w 2977477"/>
                <a:gd name="connsiteY14" fmla="*/ 1656207 h 4627149"/>
                <a:gd name="connsiteX15" fmla="*/ 2707100 w 2977477"/>
                <a:gd name="connsiteY15" fmla="*/ 1390269 h 4627149"/>
                <a:gd name="connsiteX16" fmla="*/ 2812352 w 2977477"/>
                <a:gd name="connsiteY16" fmla="*/ 1230916 h 4627149"/>
                <a:gd name="connsiteX17" fmla="*/ 2898172 w 2977477"/>
                <a:gd name="connsiteY17" fmla="*/ 1036987 h 4627149"/>
                <a:gd name="connsiteX18" fmla="*/ 2963228 w 2977477"/>
                <a:gd name="connsiteY18" fmla="*/ 850011 h 4627149"/>
                <a:gd name="connsiteX19" fmla="*/ 2977325 w 2977477"/>
                <a:gd name="connsiteY19" fmla="*/ 745427 h 4627149"/>
                <a:gd name="connsiteX20" fmla="*/ 2929509 w 2977477"/>
                <a:gd name="connsiteY20" fmla="*/ 480155 h 4627149"/>
                <a:gd name="connsiteX21" fmla="*/ 2563082 w 2977477"/>
                <a:gd name="connsiteY21" fmla="*/ 0 h 462714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Lst>
              <a:rect l="l" t="t" r="r" b="b"/>
              <a:pathLst>
                <a:path w="2977477" h="4627149">
                  <a:moveTo>
                    <a:pt x="0" y="4627150"/>
                  </a:moveTo>
                  <a:cubicBezTo>
                    <a:pt x="79820" y="4552283"/>
                    <a:pt x="203835" y="4424648"/>
                    <a:pt x="275082" y="4341590"/>
                  </a:cubicBezTo>
                  <a:cubicBezTo>
                    <a:pt x="354711" y="4248722"/>
                    <a:pt x="421005" y="4145090"/>
                    <a:pt x="502825" y="4054126"/>
                  </a:cubicBezTo>
                  <a:cubicBezTo>
                    <a:pt x="554355" y="3996881"/>
                    <a:pt x="612362" y="3945827"/>
                    <a:pt x="666179" y="3890677"/>
                  </a:cubicBezTo>
                  <a:cubicBezTo>
                    <a:pt x="734187" y="3821049"/>
                    <a:pt x="796671" y="3746183"/>
                    <a:pt x="864203" y="3675983"/>
                  </a:cubicBezTo>
                  <a:cubicBezTo>
                    <a:pt x="902875" y="3635788"/>
                    <a:pt x="943642" y="3597593"/>
                    <a:pt x="982599" y="3557492"/>
                  </a:cubicBezTo>
                  <a:cubicBezTo>
                    <a:pt x="1053941" y="3484150"/>
                    <a:pt x="1121378" y="3407093"/>
                    <a:pt x="1188244" y="3329654"/>
                  </a:cubicBezTo>
                  <a:cubicBezTo>
                    <a:pt x="1240631" y="3268885"/>
                    <a:pt x="1293495" y="3208496"/>
                    <a:pt x="1344740" y="3146774"/>
                  </a:cubicBezTo>
                  <a:cubicBezTo>
                    <a:pt x="1388459" y="3094101"/>
                    <a:pt x="1431512" y="3040761"/>
                    <a:pt x="1470755" y="2984659"/>
                  </a:cubicBezTo>
                  <a:cubicBezTo>
                    <a:pt x="1540764" y="2884646"/>
                    <a:pt x="1598771" y="2777109"/>
                    <a:pt x="1657636" y="2670239"/>
                  </a:cubicBezTo>
                  <a:cubicBezTo>
                    <a:pt x="1693545" y="2605088"/>
                    <a:pt x="1728502" y="2539460"/>
                    <a:pt x="1762887" y="2473547"/>
                  </a:cubicBezTo>
                  <a:cubicBezTo>
                    <a:pt x="1795367" y="2411349"/>
                    <a:pt x="1826419" y="2348103"/>
                    <a:pt x="1866710" y="2290667"/>
                  </a:cubicBezTo>
                  <a:cubicBezTo>
                    <a:pt x="1934623" y="2193893"/>
                    <a:pt x="2022729" y="2114169"/>
                    <a:pt x="2106263" y="2030254"/>
                  </a:cubicBezTo>
                  <a:cubicBezTo>
                    <a:pt x="2163128" y="1973104"/>
                    <a:pt x="2218182" y="1914049"/>
                    <a:pt x="2277237" y="1859185"/>
                  </a:cubicBezTo>
                  <a:cubicBezTo>
                    <a:pt x="2350770" y="1790891"/>
                    <a:pt x="2430304" y="1728978"/>
                    <a:pt x="2499455" y="1656207"/>
                  </a:cubicBezTo>
                  <a:cubicBezTo>
                    <a:pt x="2576989" y="1574578"/>
                    <a:pt x="2641568" y="1481900"/>
                    <a:pt x="2707100" y="1390269"/>
                  </a:cubicBezTo>
                  <a:cubicBezTo>
                    <a:pt x="2744153" y="1338453"/>
                    <a:pt x="2781586" y="1286732"/>
                    <a:pt x="2812352" y="1230916"/>
                  </a:cubicBezTo>
                  <a:cubicBezTo>
                    <a:pt x="2846546" y="1168908"/>
                    <a:pt x="2872550" y="1102900"/>
                    <a:pt x="2898172" y="1036987"/>
                  </a:cubicBezTo>
                  <a:cubicBezTo>
                    <a:pt x="2922175" y="975455"/>
                    <a:pt x="2948273" y="914305"/>
                    <a:pt x="2963228" y="850011"/>
                  </a:cubicBezTo>
                  <a:cubicBezTo>
                    <a:pt x="2971229" y="815626"/>
                    <a:pt x="2976563" y="780764"/>
                    <a:pt x="2977325" y="745427"/>
                  </a:cubicBezTo>
                  <a:cubicBezTo>
                    <a:pt x="2979230" y="654844"/>
                    <a:pt x="2963323" y="564261"/>
                    <a:pt x="2929509" y="480155"/>
                  </a:cubicBezTo>
                  <a:cubicBezTo>
                    <a:pt x="2851309" y="285655"/>
                    <a:pt x="2563082" y="0"/>
                    <a:pt x="2563082" y="0"/>
                  </a:cubicBezTo>
                </a:path>
              </a:pathLst>
            </a:custGeom>
            <a:noFill/>
            <a:ln w="9525" cap="rnd">
              <a:solidFill>
                <a:schemeClr val="accent2">
                  <a:alpha val="50000"/>
                </a:schemeClr>
              </a:solidFill>
              <a:prstDash val="lgDash"/>
              <a:round/>
            </a:ln>
          </p:spPr>
          <p:txBody>
            <a:bodyPr rtlCol="0" anchor="ctr"/>
            <a:lstStyle/>
            <a:p>
              <a:endParaRPr lang="en-US"/>
            </a:p>
          </p:txBody>
        </p:sp>
        <p:sp>
          <p:nvSpPr>
            <p:cNvPr id="18" name="Freeform: Shape 17">
              <a:extLst>
                <a:ext uri="{FF2B5EF4-FFF2-40B4-BE49-F238E27FC236}">
                  <a16:creationId xmlns:a16="http://schemas.microsoft.com/office/drawing/2014/main" id="{81DD2B33-B10F-441B-A5DE-95F578BE727B}"/>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25092" y="15178"/>
              <a:ext cx="1566146" cy="2737264"/>
            </a:xfrm>
            <a:custGeom>
              <a:avLst/>
              <a:gdLst>
                <a:gd name="connsiteX0" fmla="*/ 1707071 w 2356712"/>
                <a:gd name="connsiteY0" fmla="*/ 0 h 4118991"/>
                <a:gd name="connsiteX1" fmla="*/ 1824514 w 2356712"/>
                <a:gd name="connsiteY1" fmla="*/ 244697 h 4118991"/>
                <a:gd name="connsiteX2" fmla="*/ 1908715 w 2356712"/>
                <a:gd name="connsiteY2" fmla="*/ 328994 h 4118991"/>
                <a:gd name="connsiteX3" fmla="*/ 2226469 w 2356712"/>
                <a:gd name="connsiteY3" fmla="*/ 603695 h 4118991"/>
                <a:gd name="connsiteX4" fmla="*/ 2355628 w 2356712"/>
                <a:gd name="connsiteY4" fmla="*/ 900494 h 4118991"/>
                <a:gd name="connsiteX5" fmla="*/ 2281428 w 2356712"/>
                <a:gd name="connsiteY5" fmla="*/ 1206913 h 4118991"/>
                <a:gd name="connsiteX6" fmla="*/ 2092452 w 2356712"/>
                <a:gd name="connsiteY6" fmla="*/ 1460659 h 4118991"/>
                <a:gd name="connsiteX7" fmla="*/ 1834039 w 2356712"/>
                <a:gd name="connsiteY7" fmla="*/ 1625822 h 4118991"/>
                <a:gd name="connsiteX8" fmla="*/ 1558862 w 2356712"/>
                <a:gd name="connsiteY8" fmla="*/ 1743075 h 4118991"/>
                <a:gd name="connsiteX9" fmla="*/ 1386554 w 2356712"/>
                <a:gd name="connsiteY9" fmla="*/ 1869948 h 4118991"/>
                <a:gd name="connsiteX10" fmla="*/ 1271683 w 2356712"/>
                <a:gd name="connsiteY10" fmla="*/ 2073402 h 4118991"/>
                <a:gd name="connsiteX11" fmla="*/ 1178338 w 2356712"/>
                <a:gd name="connsiteY11" fmla="*/ 2355914 h 4118991"/>
                <a:gd name="connsiteX12" fmla="*/ 1113758 w 2356712"/>
                <a:gd name="connsiteY12" fmla="*/ 2578513 h 4118991"/>
                <a:gd name="connsiteX13" fmla="*/ 1034796 w 2356712"/>
                <a:gd name="connsiteY13" fmla="*/ 2834640 h 4118991"/>
                <a:gd name="connsiteX14" fmla="*/ 905637 w 2356712"/>
                <a:gd name="connsiteY14" fmla="*/ 3081242 h 4118991"/>
                <a:gd name="connsiteX15" fmla="*/ 793147 w 2356712"/>
                <a:gd name="connsiteY15" fmla="*/ 3258407 h 4118991"/>
                <a:gd name="connsiteX16" fmla="*/ 546735 w 2356712"/>
                <a:gd name="connsiteY16" fmla="*/ 3571970 h 4118991"/>
                <a:gd name="connsiteX17" fmla="*/ 346996 w 2356712"/>
                <a:gd name="connsiteY17" fmla="*/ 3771900 h 4118991"/>
                <a:gd name="connsiteX18" fmla="*/ 174689 w 2356712"/>
                <a:gd name="connsiteY18" fmla="*/ 3944207 h 4118991"/>
                <a:gd name="connsiteX19" fmla="*/ 0 w 2356712"/>
                <a:gd name="connsiteY19" fmla="*/ 4118991 h 411899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Lst>
              <a:rect l="l" t="t" r="r" b="b"/>
              <a:pathLst>
                <a:path w="2356712" h="4118991">
                  <a:moveTo>
                    <a:pt x="1707071" y="0"/>
                  </a:moveTo>
                  <a:cubicBezTo>
                    <a:pt x="1715357" y="22098"/>
                    <a:pt x="1812608" y="224409"/>
                    <a:pt x="1824514" y="244697"/>
                  </a:cubicBezTo>
                  <a:cubicBezTo>
                    <a:pt x="1844802" y="279273"/>
                    <a:pt x="1876996" y="304324"/>
                    <a:pt x="1908715" y="328994"/>
                  </a:cubicBezTo>
                  <a:cubicBezTo>
                    <a:pt x="2019967" y="415195"/>
                    <a:pt x="2137886" y="494633"/>
                    <a:pt x="2226469" y="603695"/>
                  </a:cubicBezTo>
                  <a:cubicBezTo>
                    <a:pt x="2296287" y="689610"/>
                    <a:pt x="2347817" y="790480"/>
                    <a:pt x="2355628" y="900494"/>
                  </a:cubicBezTo>
                  <a:cubicBezTo>
                    <a:pt x="2363248" y="1007078"/>
                    <a:pt x="2329910" y="1111187"/>
                    <a:pt x="2281428" y="1206913"/>
                  </a:cubicBezTo>
                  <a:cubicBezTo>
                    <a:pt x="2233422" y="1301877"/>
                    <a:pt x="2170938" y="1388936"/>
                    <a:pt x="2092452" y="1460659"/>
                  </a:cubicBezTo>
                  <a:cubicBezTo>
                    <a:pt x="2016538" y="1530001"/>
                    <a:pt x="1927765" y="1583436"/>
                    <a:pt x="1834039" y="1625822"/>
                  </a:cubicBezTo>
                  <a:cubicBezTo>
                    <a:pt x="1743075" y="1666970"/>
                    <a:pt x="1647730" y="1697736"/>
                    <a:pt x="1558862" y="1743075"/>
                  </a:cubicBezTo>
                  <a:cubicBezTo>
                    <a:pt x="1494758" y="1775841"/>
                    <a:pt x="1434275" y="1816132"/>
                    <a:pt x="1386554" y="1869948"/>
                  </a:cubicBezTo>
                  <a:cubicBezTo>
                    <a:pt x="1334548" y="1928622"/>
                    <a:pt x="1300544" y="2000345"/>
                    <a:pt x="1271683" y="2073402"/>
                  </a:cubicBezTo>
                  <a:cubicBezTo>
                    <a:pt x="1235202" y="2165699"/>
                    <a:pt x="1206722" y="2260759"/>
                    <a:pt x="1178338" y="2355914"/>
                  </a:cubicBezTo>
                  <a:cubicBezTo>
                    <a:pt x="1156240" y="2429923"/>
                    <a:pt x="1134237" y="2504028"/>
                    <a:pt x="1113758" y="2578513"/>
                  </a:cubicBezTo>
                  <a:cubicBezTo>
                    <a:pt x="1090041" y="2664714"/>
                    <a:pt x="1068134" y="2751678"/>
                    <a:pt x="1034796" y="2834640"/>
                  </a:cubicBezTo>
                  <a:cubicBezTo>
                    <a:pt x="1000125" y="2920841"/>
                    <a:pt x="953643" y="3001613"/>
                    <a:pt x="905637" y="3081242"/>
                  </a:cubicBezTo>
                  <a:cubicBezTo>
                    <a:pt x="869442" y="3141155"/>
                    <a:pt x="832295" y="3200400"/>
                    <a:pt x="793147" y="3258407"/>
                  </a:cubicBezTo>
                  <a:cubicBezTo>
                    <a:pt x="718661" y="3368802"/>
                    <a:pt x="637223" y="3474434"/>
                    <a:pt x="546735" y="3571970"/>
                  </a:cubicBezTo>
                  <a:cubicBezTo>
                    <a:pt x="482632" y="3641027"/>
                    <a:pt x="414147" y="3705797"/>
                    <a:pt x="346996" y="3771900"/>
                  </a:cubicBezTo>
                  <a:cubicBezTo>
                    <a:pt x="288989" y="3828764"/>
                    <a:pt x="232029" y="3886676"/>
                    <a:pt x="174689" y="3944207"/>
                  </a:cubicBezTo>
                  <a:cubicBezTo>
                    <a:pt x="116586" y="4002596"/>
                    <a:pt x="58293" y="4060698"/>
                    <a:pt x="0" y="4118991"/>
                  </a:cubicBezTo>
                </a:path>
              </a:pathLst>
            </a:custGeom>
            <a:noFill/>
            <a:ln w="9525" cap="rnd">
              <a:solidFill>
                <a:schemeClr val="accent2">
                  <a:alpha val="50000"/>
                </a:schemeClr>
              </a:solidFill>
              <a:prstDash val="lgDash"/>
              <a:round/>
            </a:ln>
          </p:spPr>
          <p:txBody>
            <a:bodyPr rtlCol="0" anchor="ctr"/>
            <a:lstStyle/>
            <a:p>
              <a:endParaRPr lang="en-US"/>
            </a:p>
          </p:txBody>
        </p:sp>
        <p:sp>
          <p:nvSpPr>
            <p:cNvPr id="19" name="Freeform: Shape 18">
              <a:extLst>
                <a:ext uri="{FF2B5EF4-FFF2-40B4-BE49-F238E27FC236}">
                  <a16:creationId xmlns:a16="http://schemas.microsoft.com/office/drawing/2014/main" id="{E1C0380C-3C12-4AD4-A59D-9F4A5B52737C}"/>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10849" y="15178"/>
              <a:ext cx="1368431" cy="2644975"/>
            </a:xfrm>
            <a:custGeom>
              <a:avLst/>
              <a:gdLst>
                <a:gd name="connsiteX0" fmla="*/ 0 w 2059193"/>
                <a:gd name="connsiteY0" fmla="*/ 3980116 h 3980116"/>
                <a:gd name="connsiteX1" fmla="*/ 471583 w 2059193"/>
                <a:gd name="connsiteY1" fmla="*/ 3515678 h 3980116"/>
                <a:gd name="connsiteX2" fmla="*/ 758666 w 2059193"/>
                <a:gd name="connsiteY2" fmla="*/ 3163824 h 3980116"/>
                <a:gd name="connsiteX3" fmla="*/ 940499 w 2059193"/>
                <a:gd name="connsiteY3" fmla="*/ 2780824 h 3980116"/>
                <a:gd name="connsiteX4" fmla="*/ 1055370 w 2059193"/>
                <a:gd name="connsiteY4" fmla="*/ 2242185 h 3980116"/>
                <a:gd name="connsiteX5" fmla="*/ 1136714 w 2059193"/>
                <a:gd name="connsiteY5" fmla="*/ 1878330 h 3980116"/>
                <a:gd name="connsiteX6" fmla="*/ 1246727 w 2059193"/>
                <a:gd name="connsiteY6" fmla="*/ 1562386 h 3980116"/>
                <a:gd name="connsiteX7" fmla="*/ 1378363 w 2059193"/>
                <a:gd name="connsiteY7" fmla="*/ 1430750 h 3980116"/>
                <a:gd name="connsiteX8" fmla="*/ 1691831 w 2059193"/>
                <a:gd name="connsiteY8" fmla="*/ 1394841 h 3980116"/>
                <a:gd name="connsiteX9" fmla="*/ 1914335 w 2059193"/>
                <a:gd name="connsiteY9" fmla="*/ 1323023 h 3980116"/>
                <a:gd name="connsiteX10" fmla="*/ 2055495 w 2059193"/>
                <a:gd name="connsiteY10" fmla="*/ 1098042 h 3980116"/>
                <a:gd name="connsiteX11" fmla="*/ 2033969 w 2059193"/>
                <a:gd name="connsiteY11" fmla="*/ 930497 h 3980116"/>
                <a:gd name="connsiteX12" fmla="*/ 1885664 w 2059193"/>
                <a:gd name="connsiteY12" fmla="*/ 760571 h 3980116"/>
                <a:gd name="connsiteX13" fmla="*/ 1636871 w 2059193"/>
                <a:gd name="connsiteY13" fmla="*/ 612172 h 3980116"/>
                <a:gd name="connsiteX14" fmla="*/ 1335405 w 2059193"/>
                <a:gd name="connsiteY14" fmla="*/ 459010 h 3980116"/>
                <a:gd name="connsiteX15" fmla="*/ 1234916 w 2059193"/>
                <a:gd name="connsiteY15" fmla="*/ 269939 h 3980116"/>
                <a:gd name="connsiteX16" fmla="*/ 1386935 w 2059193"/>
                <a:gd name="connsiteY16" fmla="*/ 0 h 398011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Lst>
              <a:rect l="l" t="t" r="r" b="b"/>
              <a:pathLst>
                <a:path w="2059193" h="3980116">
                  <a:moveTo>
                    <a:pt x="0" y="3980116"/>
                  </a:moveTo>
                  <a:cubicBezTo>
                    <a:pt x="91345" y="3889534"/>
                    <a:pt x="382715" y="3608737"/>
                    <a:pt x="471583" y="3515678"/>
                  </a:cubicBezTo>
                  <a:cubicBezTo>
                    <a:pt x="576358" y="3405949"/>
                    <a:pt x="675989" y="3290983"/>
                    <a:pt x="758666" y="3163824"/>
                  </a:cubicBezTo>
                  <a:cubicBezTo>
                    <a:pt x="836105" y="3044857"/>
                    <a:pt x="897445" y="2916079"/>
                    <a:pt x="940499" y="2780824"/>
                  </a:cubicBezTo>
                  <a:cubicBezTo>
                    <a:pt x="996315" y="2605754"/>
                    <a:pt x="1020985" y="2422874"/>
                    <a:pt x="1055370" y="2242185"/>
                  </a:cubicBezTo>
                  <a:cubicBezTo>
                    <a:pt x="1078611" y="2120075"/>
                    <a:pt x="1107472" y="1999107"/>
                    <a:pt x="1136714" y="1878330"/>
                  </a:cubicBezTo>
                  <a:cubicBezTo>
                    <a:pt x="1163098" y="1769174"/>
                    <a:pt x="1189482" y="1658588"/>
                    <a:pt x="1246727" y="1562386"/>
                  </a:cubicBezTo>
                  <a:cubicBezTo>
                    <a:pt x="1279208" y="1507808"/>
                    <a:pt x="1321689" y="1459039"/>
                    <a:pt x="1378363" y="1430750"/>
                  </a:cubicBezTo>
                  <a:cubicBezTo>
                    <a:pt x="1473327" y="1383221"/>
                    <a:pt x="1584865" y="1402652"/>
                    <a:pt x="1691831" y="1394841"/>
                  </a:cubicBezTo>
                  <a:cubicBezTo>
                    <a:pt x="1771079" y="1389031"/>
                    <a:pt x="1849279" y="1368266"/>
                    <a:pt x="1914335" y="1323023"/>
                  </a:cubicBezTo>
                  <a:cubicBezTo>
                    <a:pt x="1989963" y="1270445"/>
                    <a:pt x="2041493" y="1189101"/>
                    <a:pt x="2055495" y="1098042"/>
                  </a:cubicBezTo>
                  <a:cubicBezTo>
                    <a:pt x="2064258" y="1041178"/>
                    <a:pt x="2057591" y="982980"/>
                    <a:pt x="2033969" y="930497"/>
                  </a:cubicBezTo>
                  <a:cubicBezTo>
                    <a:pt x="2002727" y="861060"/>
                    <a:pt x="1945958" y="807625"/>
                    <a:pt x="1885664" y="760571"/>
                  </a:cubicBezTo>
                  <a:cubicBezTo>
                    <a:pt x="1809179" y="700945"/>
                    <a:pt x="1725549" y="651415"/>
                    <a:pt x="1636871" y="612172"/>
                  </a:cubicBezTo>
                  <a:cubicBezTo>
                    <a:pt x="1532763" y="566071"/>
                    <a:pt x="1421606" y="532543"/>
                    <a:pt x="1335405" y="459010"/>
                  </a:cubicBezTo>
                  <a:cubicBezTo>
                    <a:pt x="1277969" y="409956"/>
                    <a:pt x="1232059" y="344615"/>
                    <a:pt x="1234916" y="269939"/>
                  </a:cubicBezTo>
                  <a:cubicBezTo>
                    <a:pt x="1237012" y="211741"/>
                    <a:pt x="1386935" y="0"/>
                    <a:pt x="1386935" y="0"/>
                  </a:cubicBezTo>
                </a:path>
              </a:pathLst>
            </a:custGeom>
            <a:noFill/>
            <a:ln w="9525" cap="rnd">
              <a:solidFill>
                <a:schemeClr val="accent2">
                  <a:alpha val="50000"/>
                </a:schemeClr>
              </a:solidFill>
              <a:prstDash val="lgDash"/>
              <a:round/>
            </a:ln>
          </p:spPr>
          <p:txBody>
            <a:bodyPr rtlCol="0" anchor="ctr"/>
            <a:lstStyle/>
            <a:p>
              <a:endParaRPr lang="en-US"/>
            </a:p>
          </p:txBody>
        </p:sp>
        <p:sp>
          <p:nvSpPr>
            <p:cNvPr id="20" name="Freeform: Shape 19">
              <a:extLst>
                <a:ext uri="{FF2B5EF4-FFF2-40B4-BE49-F238E27FC236}">
                  <a16:creationId xmlns:a16="http://schemas.microsoft.com/office/drawing/2014/main" id="{4012F9BC-0D26-4714-96A0-BB74332F97F5}"/>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18825" y="543780"/>
              <a:ext cx="494287" cy="1905590"/>
            </a:xfrm>
            <a:custGeom>
              <a:avLst/>
              <a:gdLst>
                <a:gd name="connsiteX0" fmla="*/ 11144 w 743796"/>
                <a:gd name="connsiteY0" fmla="*/ 0 h 2867501"/>
                <a:gd name="connsiteX1" fmla="*/ 353663 w 743796"/>
                <a:gd name="connsiteY1" fmla="*/ 55245 h 2867501"/>
                <a:gd name="connsiteX2" fmla="*/ 571405 w 743796"/>
                <a:gd name="connsiteY2" fmla="*/ 179737 h 2867501"/>
                <a:gd name="connsiteX3" fmla="*/ 688658 w 743796"/>
                <a:gd name="connsiteY3" fmla="*/ 368808 h 2867501"/>
                <a:gd name="connsiteX4" fmla="*/ 731711 w 743796"/>
                <a:gd name="connsiteY4" fmla="*/ 612934 h 2867501"/>
                <a:gd name="connsiteX5" fmla="*/ 725233 w 743796"/>
                <a:gd name="connsiteY5" fmla="*/ 995648 h 2867501"/>
                <a:gd name="connsiteX6" fmla="*/ 742855 w 743796"/>
                <a:gd name="connsiteY6" fmla="*/ 1499330 h 2867501"/>
                <a:gd name="connsiteX7" fmla="*/ 707898 w 743796"/>
                <a:gd name="connsiteY7" fmla="*/ 1793081 h 2867501"/>
                <a:gd name="connsiteX8" fmla="*/ 633222 w 743796"/>
                <a:gd name="connsiteY8" fmla="*/ 2073592 h 2867501"/>
                <a:gd name="connsiteX9" fmla="*/ 404527 w 743796"/>
                <a:gd name="connsiteY9" fmla="*/ 2472404 h 2867501"/>
                <a:gd name="connsiteX10" fmla="*/ 0 w 743796"/>
                <a:gd name="connsiteY10" fmla="*/ 2867501 h 286750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743796" h="2867501">
                  <a:moveTo>
                    <a:pt x="11144" y="0"/>
                  </a:moveTo>
                  <a:cubicBezTo>
                    <a:pt x="101060" y="2953"/>
                    <a:pt x="268796" y="25146"/>
                    <a:pt x="353663" y="55245"/>
                  </a:cubicBezTo>
                  <a:cubicBezTo>
                    <a:pt x="433483" y="83534"/>
                    <a:pt x="510635" y="120967"/>
                    <a:pt x="571405" y="179737"/>
                  </a:cubicBezTo>
                  <a:cubicBezTo>
                    <a:pt x="625412" y="231934"/>
                    <a:pt x="663607" y="297942"/>
                    <a:pt x="688658" y="368808"/>
                  </a:cubicBezTo>
                  <a:cubicBezTo>
                    <a:pt x="716375" y="447103"/>
                    <a:pt x="727996" y="529876"/>
                    <a:pt x="731711" y="612934"/>
                  </a:cubicBezTo>
                  <a:cubicBezTo>
                    <a:pt x="737426" y="740474"/>
                    <a:pt x="724948" y="867918"/>
                    <a:pt x="725233" y="995648"/>
                  </a:cubicBezTo>
                  <a:cubicBezTo>
                    <a:pt x="725710" y="1163765"/>
                    <a:pt x="748665" y="1331309"/>
                    <a:pt x="742855" y="1499330"/>
                  </a:cubicBezTo>
                  <a:cubicBezTo>
                    <a:pt x="739426" y="1598009"/>
                    <a:pt x="725996" y="1696022"/>
                    <a:pt x="707898" y="1793081"/>
                  </a:cubicBezTo>
                  <a:cubicBezTo>
                    <a:pt x="690086" y="1888426"/>
                    <a:pt x="666845" y="1982724"/>
                    <a:pt x="633222" y="2073592"/>
                  </a:cubicBezTo>
                  <a:cubicBezTo>
                    <a:pt x="579692" y="2218182"/>
                    <a:pt x="499682" y="2351056"/>
                    <a:pt x="404527" y="2472404"/>
                  </a:cubicBezTo>
                  <a:cubicBezTo>
                    <a:pt x="266033" y="2648902"/>
                    <a:pt x="179642" y="2732818"/>
                    <a:pt x="0" y="2867501"/>
                  </a:cubicBezTo>
                </a:path>
              </a:pathLst>
            </a:custGeom>
            <a:noFill/>
            <a:ln w="9525" cap="rnd">
              <a:solidFill>
                <a:schemeClr val="accent2">
                  <a:alpha val="50000"/>
                </a:schemeClr>
              </a:solidFill>
              <a:prstDash val="lgDash"/>
              <a:round/>
            </a:ln>
          </p:spPr>
          <p:txBody>
            <a:bodyPr rtlCol="0" anchor="ctr"/>
            <a:lstStyle/>
            <a:p>
              <a:endParaRPr lang="en-US"/>
            </a:p>
          </p:txBody>
        </p:sp>
        <p:sp>
          <p:nvSpPr>
            <p:cNvPr id="21" name="Freeform: Shape 20">
              <a:extLst>
                <a:ext uri="{FF2B5EF4-FFF2-40B4-BE49-F238E27FC236}">
                  <a16:creationId xmlns:a16="http://schemas.microsoft.com/office/drawing/2014/main" id="{70BDD384-5C35-40DD-81BD-260F7CD7C9F5}"/>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10849" y="672286"/>
              <a:ext cx="396930" cy="1690303"/>
            </a:xfrm>
            <a:custGeom>
              <a:avLst/>
              <a:gdLst>
                <a:gd name="connsiteX0" fmla="*/ 16478 w 597294"/>
                <a:gd name="connsiteY0" fmla="*/ 2079 h 2543540"/>
                <a:gd name="connsiteX1" fmla="*/ 299847 w 597294"/>
                <a:gd name="connsiteY1" fmla="*/ 53991 h 2543540"/>
                <a:gd name="connsiteX2" fmla="*/ 503206 w 597294"/>
                <a:gd name="connsiteY2" fmla="*/ 291354 h 2543540"/>
                <a:gd name="connsiteX3" fmla="*/ 525113 w 597294"/>
                <a:gd name="connsiteY3" fmla="*/ 724265 h 2543540"/>
                <a:gd name="connsiteX4" fmla="*/ 578930 w 597294"/>
                <a:gd name="connsiteY4" fmla="*/ 1117267 h 2543540"/>
                <a:gd name="connsiteX5" fmla="*/ 592931 w 597294"/>
                <a:gd name="connsiteY5" fmla="*/ 1476359 h 2543540"/>
                <a:gd name="connsiteX6" fmla="*/ 503206 w 597294"/>
                <a:gd name="connsiteY6" fmla="*/ 1859359 h 2543540"/>
                <a:gd name="connsiteX7" fmla="*/ 291846 w 597294"/>
                <a:gd name="connsiteY7" fmla="*/ 2250361 h 2543540"/>
                <a:gd name="connsiteX8" fmla="*/ 0 w 597294"/>
                <a:gd name="connsiteY8" fmla="*/ 2543540 h 254354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597294" h="2543540">
                  <a:moveTo>
                    <a:pt x="16478" y="2079"/>
                  </a:moveTo>
                  <a:cubicBezTo>
                    <a:pt x="101441" y="-6684"/>
                    <a:pt x="224885" y="12557"/>
                    <a:pt x="299847" y="53991"/>
                  </a:cubicBezTo>
                  <a:cubicBezTo>
                    <a:pt x="394240" y="106092"/>
                    <a:pt x="468440" y="189341"/>
                    <a:pt x="503206" y="291354"/>
                  </a:cubicBezTo>
                  <a:cubicBezTo>
                    <a:pt x="550069" y="429085"/>
                    <a:pt x="520827" y="577770"/>
                    <a:pt x="525113" y="724265"/>
                  </a:cubicBezTo>
                  <a:cubicBezTo>
                    <a:pt x="529019" y="856472"/>
                    <a:pt x="561118" y="986012"/>
                    <a:pt x="578930" y="1117267"/>
                  </a:cubicBezTo>
                  <a:cubicBezTo>
                    <a:pt x="595122" y="1236234"/>
                    <a:pt x="602742" y="1356630"/>
                    <a:pt x="592931" y="1476359"/>
                  </a:cubicBezTo>
                  <a:cubicBezTo>
                    <a:pt x="582073" y="1607709"/>
                    <a:pt x="549783" y="1736011"/>
                    <a:pt x="503206" y="1859359"/>
                  </a:cubicBezTo>
                  <a:cubicBezTo>
                    <a:pt x="450628" y="1998710"/>
                    <a:pt x="383857" y="2133298"/>
                    <a:pt x="291846" y="2250361"/>
                  </a:cubicBezTo>
                  <a:cubicBezTo>
                    <a:pt x="231553" y="2327132"/>
                    <a:pt x="73819" y="2479532"/>
                    <a:pt x="0" y="2543540"/>
                  </a:cubicBezTo>
                </a:path>
              </a:pathLst>
            </a:custGeom>
            <a:noFill/>
            <a:ln w="9525" cap="rnd">
              <a:solidFill>
                <a:schemeClr val="accent2">
                  <a:alpha val="50000"/>
                </a:schemeClr>
              </a:solidFill>
              <a:prstDash val="lgDash"/>
              <a:round/>
            </a:ln>
          </p:spPr>
          <p:txBody>
            <a:bodyPr rtlCol="0" anchor="ctr"/>
            <a:lstStyle/>
            <a:p>
              <a:endParaRPr lang="en-US"/>
            </a:p>
          </p:txBody>
        </p:sp>
        <p:sp>
          <p:nvSpPr>
            <p:cNvPr id="22" name="Freeform: Shape 21">
              <a:extLst>
                <a:ext uri="{FF2B5EF4-FFF2-40B4-BE49-F238E27FC236}">
                  <a16:creationId xmlns:a16="http://schemas.microsoft.com/office/drawing/2014/main" id="{B9813DFC-2118-4F9F-B162-1DD0A32B450F}"/>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23002" y="881264"/>
              <a:ext cx="258791" cy="1336561"/>
            </a:xfrm>
            <a:custGeom>
              <a:avLst/>
              <a:gdLst>
                <a:gd name="connsiteX0" fmla="*/ 0 w 389425"/>
                <a:gd name="connsiteY0" fmla="*/ 33 h 2011236"/>
                <a:gd name="connsiteX1" fmla="*/ 171260 w 389425"/>
                <a:gd name="connsiteY1" fmla="*/ 60326 h 2011236"/>
                <a:gd name="connsiteX2" fmla="*/ 211455 w 389425"/>
                <a:gd name="connsiteY2" fmla="*/ 221204 h 2011236"/>
                <a:gd name="connsiteX3" fmla="*/ 243078 w 389425"/>
                <a:gd name="connsiteY3" fmla="*/ 448089 h 2011236"/>
                <a:gd name="connsiteX4" fmla="*/ 346424 w 389425"/>
                <a:gd name="connsiteY4" fmla="*/ 789941 h 2011236"/>
                <a:gd name="connsiteX5" fmla="*/ 372237 w 389425"/>
                <a:gd name="connsiteY5" fmla="*/ 942151 h 2011236"/>
                <a:gd name="connsiteX6" fmla="*/ 386620 w 389425"/>
                <a:gd name="connsiteY6" fmla="*/ 1272478 h 2011236"/>
                <a:gd name="connsiteX7" fmla="*/ 280416 w 389425"/>
                <a:gd name="connsiteY7" fmla="*/ 1660241 h 2011236"/>
                <a:gd name="connsiteX8" fmla="*/ 151257 w 389425"/>
                <a:gd name="connsiteY8" fmla="*/ 1844073 h 2011236"/>
                <a:gd name="connsiteX9" fmla="*/ 1905 w 389425"/>
                <a:gd name="connsiteY9" fmla="*/ 2011237 h 201123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389425" h="2011236">
                  <a:moveTo>
                    <a:pt x="0" y="33"/>
                  </a:moveTo>
                  <a:cubicBezTo>
                    <a:pt x="57912" y="-824"/>
                    <a:pt x="136112" y="14892"/>
                    <a:pt x="171260" y="60326"/>
                  </a:cubicBezTo>
                  <a:cubicBezTo>
                    <a:pt x="205645" y="104903"/>
                    <a:pt x="207740" y="164244"/>
                    <a:pt x="211455" y="221204"/>
                  </a:cubicBezTo>
                  <a:cubicBezTo>
                    <a:pt x="216408" y="297594"/>
                    <a:pt x="225838" y="373604"/>
                    <a:pt x="243078" y="448089"/>
                  </a:cubicBezTo>
                  <a:cubicBezTo>
                    <a:pt x="269939" y="564199"/>
                    <a:pt x="319183" y="673927"/>
                    <a:pt x="346424" y="789941"/>
                  </a:cubicBezTo>
                  <a:cubicBezTo>
                    <a:pt x="358235" y="840043"/>
                    <a:pt x="365951" y="891097"/>
                    <a:pt x="372237" y="942151"/>
                  </a:cubicBezTo>
                  <a:cubicBezTo>
                    <a:pt x="385858" y="1051784"/>
                    <a:pt x="394049" y="1162274"/>
                    <a:pt x="386620" y="1272478"/>
                  </a:cubicBezTo>
                  <a:cubicBezTo>
                    <a:pt x="377476" y="1407828"/>
                    <a:pt x="344996" y="1541178"/>
                    <a:pt x="280416" y="1660241"/>
                  </a:cubicBezTo>
                  <a:cubicBezTo>
                    <a:pt x="244602" y="1726249"/>
                    <a:pt x="199358" y="1786352"/>
                    <a:pt x="151257" y="1844073"/>
                  </a:cubicBezTo>
                  <a:cubicBezTo>
                    <a:pt x="79534" y="1930084"/>
                    <a:pt x="89345" y="1941419"/>
                    <a:pt x="1905" y="2011237"/>
                  </a:cubicBezTo>
                </a:path>
              </a:pathLst>
            </a:custGeom>
            <a:noFill/>
            <a:ln w="9525" cap="rnd">
              <a:solidFill>
                <a:schemeClr val="accent2">
                  <a:alpha val="50000"/>
                </a:schemeClr>
              </a:solidFill>
              <a:prstDash val="lgDash"/>
              <a:round/>
            </a:ln>
          </p:spPr>
          <p:txBody>
            <a:bodyPr rtlCol="0" anchor="ctr"/>
            <a:lstStyle/>
            <a:p>
              <a:endParaRPr lang="en-US" dirty="0"/>
            </a:p>
          </p:txBody>
        </p:sp>
      </p:grpSp>
      <p:sp>
        <p:nvSpPr>
          <p:cNvPr id="2" name="Title 1">
            <a:extLst>
              <a:ext uri="{FF2B5EF4-FFF2-40B4-BE49-F238E27FC236}">
                <a16:creationId xmlns:a16="http://schemas.microsoft.com/office/drawing/2014/main" id="{E1AEF3BF-5E0D-59E4-A3E8-EFE89D4723D2}"/>
              </a:ext>
            </a:extLst>
          </p:cNvPr>
          <p:cNvSpPr>
            <a:spLocks noGrp="1"/>
          </p:cNvSpPr>
          <p:nvPr>
            <p:ph type="title"/>
          </p:nvPr>
        </p:nvSpPr>
        <p:spPr>
          <a:xfrm>
            <a:off x="1198181" y="559813"/>
            <a:ext cx="7398887" cy="1664573"/>
          </a:xfrm>
        </p:spPr>
        <p:txBody>
          <a:bodyPr>
            <a:normAutofit/>
          </a:bodyPr>
          <a:lstStyle/>
          <a:p>
            <a:pPr>
              <a:lnSpc>
                <a:spcPct val="90000"/>
              </a:lnSpc>
            </a:pPr>
            <a:r>
              <a:rPr lang="en-US" sz="3700" dirty="0"/>
              <a:t>Our Approach – Tool Validation</a:t>
            </a:r>
          </a:p>
        </p:txBody>
      </p:sp>
      <p:sp>
        <p:nvSpPr>
          <p:cNvPr id="56" name="Content Placeholder 2">
            <a:extLst>
              <a:ext uri="{FF2B5EF4-FFF2-40B4-BE49-F238E27FC236}">
                <a16:creationId xmlns:a16="http://schemas.microsoft.com/office/drawing/2014/main" id="{CB7E8EE2-5CD2-71E0-F045-36F83C00944A}"/>
              </a:ext>
            </a:extLst>
          </p:cNvPr>
          <p:cNvSpPr>
            <a:spLocks noGrp="1"/>
          </p:cNvSpPr>
          <p:nvPr>
            <p:ph idx="1"/>
          </p:nvPr>
        </p:nvSpPr>
        <p:spPr>
          <a:xfrm>
            <a:off x="1185756" y="2384474"/>
            <a:ext cx="4814102" cy="3728613"/>
          </a:xfrm>
        </p:spPr>
        <p:txBody>
          <a:bodyPr>
            <a:normAutofit/>
          </a:bodyPr>
          <a:lstStyle/>
          <a:p>
            <a:pPr>
              <a:lnSpc>
                <a:spcPct val="100000"/>
              </a:lnSpc>
            </a:pPr>
            <a:r>
              <a:rPr lang="en-US" sz="1800" dirty="0"/>
              <a:t>Here I have conducted various benchmarks trying to simulate the conventional chains and validate the simulator tool.</a:t>
            </a:r>
          </a:p>
          <a:p>
            <a:pPr>
              <a:lnSpc>
                <a:spcPct val="100000"/>
              </a:lnSpc>
            </a:pPr>
            <a:r>
              <a:rPr lang="en-US" sz="1800" dirty="0"/>
              <a:t>The benchmarks are done on the simulated and real-world values of Bitcoin, Bitcoin Cash, Litecoin, and Dogecoin</a:t>
            </a:r>
          </a:p>
          <a:p>
            <a:pPr>
              <a:lnSpc>
                <a:spcPct val="100000"/>
              </a:lnSpc>
            </a:pPr>
            <a:r>
              <a:rPr lang="en-US" sz="1800" dirty="0"/>
              <a:t>Here are the results that we can compare:</a:t>
            </a:r>
          </a:p>
          <a:p>
            <a:pPr lvl="1">
              <a:lnSpc>
                <a:spcPct val="100000"/>
              </a:lnSpc>
            </a:pPr>
            <a:r>
              <a:rPr lang="en-US" sz="1800" dirty="0"/>
              <a:t>TPS vs chains</a:t>
            </a:r>
          </a:p>
          <a:p>
            <a:pPr lvl="1">
              <a:lnSpc>
                <a:spcPct val="100000"/>
              </a:lnSpc>
            </a:pPr>
            <a:r>
              <a:rPr lang="en-US" sz="1800" dirty="0"/>
              <a:t>Block-time vs chains</a:t>
            </a:r>
          </a:p>
        </p:txBody>
      </p:sp>
      <p:pic>
        <p:nvPicPr>
          <p:cNvPr id="7" name="Graphic 6" descr="Key">
            <a:extLst>
              <a:ext uri="{FF2B5EF4-FFF2-40B4-BE49-F238E27FC236}">
                <a16:creationId xmlns:a16="http://schemas.microsoft.com/office/drawing/2014/main" id="{26FC7A16-00FE-2C28-AD0B-6A17F89A0E7F}"/>
              </a:ext>
            </a:extLst>
          </p:cNvPr>
          <p:cNvPicPr>
            <a:picLocks noChangeAspect="1"/>
          </p:cNvPicPr>
          <p:nvPr/>
        </p:nvPicPr>
        <p:blipFill>
          <a:blip r:embed="rId3">
            <a:extLst>
              <a:ext uri="{28A0092B-C50C-407E-A947-70E740481C1C}">
                <a14:useLocalDpi xmlns:a14="http://schemas.microsoft.com/office/drawing/2010/main" val="0"/>
              </a:ext>
              <a:ext uri="{96DAC541-7B7A-43D3-8B79-37D633B846F1}">
                <asvg:svgBlip xmlns:asvg="http://schemas.microsoft.com/office/drawing/2016/SVG/main" r:embed="rId4"/>
              </a:ext>
            </a:extLst>
          </a:blip>
          <a:stretch>
            <a:fillRect/>
          </a:stretch>
        </p:blipFill>
        <p:spPr>
          <a:xfrm>
            <a:off x="6626806" y="1020267"/>
            <a:ext cx="4817466" cy="4817466"/>
          </a:xfrm>
          <a:prstGeom prst="rect">
            <a:avLst/>
          </a:prstGeom>
        </p:spPr>
      </p:pic>
      <p:grpSp>
        <p:nvGrpSpPr>
          <p:cNvPr id="24" name="Bottom Right">
            <a:extLst>
              <a:ext uri="{FF2B5EF4-FFF2-40B4-BE49-F238E27FC236}">
                <a16:creationId xmlns:a16="http://schemas.microsoft.com/office/drawing/2014/main" id="{FF8C87E7-85A6-4119-B524-84AA9C0AAB2F}"/>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7980400" y="3276601"/>
            <a:ext cx="4211600" cy="3581399"/>
            <a:chOff x="7980400" y="3276601"/>
            <a:chExt cx="4211600" cy="3581399"/>
          </a:xfrm>
        </p:grpSpPr>
        <p:sp>
          <p:nvSpPr>
            <p:cNvPr id="25" name="Freeform: Shape 24">
              <a:extLst>
                <a:ext uri="{FF2B5EF4-FFF2-40B4-BE49-F238E27FC236}">
                  <a16:creationId xmlns:a16="http://schemas.microsoft.com/office/drawing/2014/main" id="{6795C3BD-3FC3-4E1B-AD87-32CDB6EECFC2}"/>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10439256" y="6178637"/>
              <a:ext cx="1482102" cy="679363"/>
            </a:xfrm>
            <a:custGeom>
              <a:avLst/>
              <a:gdLst>
                <a:gd name="connsiteX0" fmla="*/ 741051 w 1482102"/>
                <a:gd name="connsiteY0" fmla="*/ 0 h 679363"/>
                <a:gd name="connsiteX1" fmla="*/ 1473822 w 1482102"/>
                <a:gd name="connsiteY1" fmla="*/ 597226 h 679363"/>
                <a:gd name="connsiteX2" fmla="*/ 1482102 w 1482102"/>
                <a:gd name="connsiteY2" fmla="*/ 679363 h 679363"/>
                <a:gd name="connsiteX3" fmla="*/ 0 w 1482102"/>
                <a:gd name="connsiteY3" fmla="*/ 679363 h 679363"/>
                <a:gd name="connsiteX4" fmla="*/ 8280 w 1482102"/>
                <a:gd name="connsiteY4" fmla="*/ 597226 h 679363"/>
                <a:gd name="connsiteX5" fmla="*/ 741051 w 1482102"/>
                <a:gd name="connsiteY5" fmla="*/ 0 h 67936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1482102" h="679363">
                  <a:moveTo>
                    <a:pt x="741051" y="0"/>
                  </a:moveTo>
                  <a:cubicBezTo>
                    <a:pt x="1102506" y="0"/>
                    <a:pt x="1404077" y="256390"/>
                    <a:pt x="1473822" y="597226"/>
                  </a:cubicBezTo>
                  <a:lnTo>
                    <a:pt x="1482102" y="679363"/>
                  </a:lnTo>
                  <a:lnTo>
                    <a:pt x="0" y="679363"/>
                  </a:lnTo>
                  <a:lnTo>
                    <a:pt x="8280" y="597226"/>
                  </a:lnTo>
                  <a:cubicBezTo>
                    <a:pt x="78025" y="256390"/>
                    <a:pt x="379596" y="0"/>
                    <a:pt x="741051" y="0"/>
                  </a:cubicBezTo>
                  <a:close/>
                </a:path>
              </a:pathLst>
            </a:cu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dirty="0">
                <a:solidFill>
                  <a:schemeClr val="tx1">
                    <a:lumMod val="65000"/>
                    <a:lumOff val="35000"/>
                  </a:schemeClr>
                </a:solidFill>
                <a:latin typeface="AvenirNext LT Pro Medium" panose="020B0504020202020204" pitchFamily="34" charset="0"/>
              </a:endParaRPr>
            </a:p>
          </p:txBody>
        </p:sp>
        <p:grpSp>
          <p:nvGrpSpPr>
            <p:cNvPr id="26" name="Graphic 157">
              <a:extLst>
                <a:ext uri="{FF2B5EF4-FFF2-40B4-BE49-F238E27FC236}">
                  <a16:creationId xmlns:a16="http://schemas.microsoft.com/office/drawing/2014/main" id="{48C556CD-2C4A-474F-9FF7-77BBE788F690}"/>
                </a:ext>
                <a:ext uri="{C183D7F6-B498-43B3-948B-1728B52AA6E4}">
                  <adec:decorative xmlns:adec="http://schemas.microsoft.com/office/drawing/2017/decorative" val="1"/>
                </a:ext>
              </a:extLst>
            </p:cNvPr>
            <p:cNvGrpSpPr/>
            <p:nvPr>
              <p:extLst>
                <p:ext uri="{386F3935-93C4-4BCD-93E2-E3B085C9AB24}">
                  <p16:designElem xmlns:p16="http://schemas.microsoft.com/office/powerpoint/2015/main" val="1"/>
                </p:ext>
              </p:extLst>
            </p:nvPr>
          </p:nvGrpSpPr>
          <p:grpSpPr>
            <a:xfrm>
              <a:off x="8662740" y="3276601"/>
              <a:ext cx="3529260" cy="3581398"/>
              <a:chOff x="4114800" y="1423987"/>
              <a:chExt cx="3961542" cy="4007547"/>
            </a:xfrm>
            <a:noFill/>
          </p:grpSpPr>
          <p:sp>
            <p:nvSpPr>
              <p:cNvPr id="28" name="Freeform: Shape 27">
                <a:extLst>
                  <a:ext uri="{FF2B5EF4-FFF2-40B4-BE49-F238E27FC236}">
                    <a16:creationId xmlns:a16="http://schemas.microsoft.com/office/drawing/2014/main" id="{15ADB469-31B7-4DEF-BB35-B16F50DBE857}"/>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4114800" y="1423987"/>
                <a:ext cx="3946874" cy="3989641"/>
              </a:xfrm>
              <a:custGeom>
                <a:avLst/>
                <a:gdLst>
                  <a:gd name="connsiteX0" fmla="*/ 0 w 3946874"/>
                  <a:gd name="connsiteY0" fmla="*/ 3989641 h 3989641"/>
                  <a:gd name="connsiteX1" fmla="*/ 79439 w 3946874"/>
                  <a:gd name="connsiteY1" fmla="*/ 3891153 h 3989641"/>
                  <a:gd name="connsiteX2" fmla="*/ 297371 w 3946874"/>
                  <a:gd name="connsiteY2" fmla="*/ 3626930 h 3989641"/>
                  <a:gd name="connsiteX3" fmla="*/ 454343 w 3946874"/>
                  <a:gd name="connsiteY3" fmla="*/ 3440335 h 3989641"/>
                  <a:gd name="connsiteX4" fmla="*/ 622363 w 3946874"/>
                  <a:gd name="connsiteY4" fmla="*/ 3290697 h 3989641"/>
                  <a:gd name="connsiteX5" fmla="*/ 927068 w 3946874"/>
                  <a:gd name="connsiteY5" fmla="*/ 3087434 h 3989641"/>
                  <a:gd name="connsiteX6" fmla="*/ 1176338 w 3946874"/>
                  <a:gd name="connsiteY6" fmla="*/ 2915603 h 3989641"/>
                  <a:gd name="connsiteX7" fmla="*/ 1394270 w 3946874"/>
                  <a:gd name="connsiteY7" fmla="*/ 2780729 h 3989641"/>
                  <a:gd name="connsiteX8" fmla="*/ 1601057 w 3946874"/>
                  <a:gd name="connsiteY8" fmla="*/ 2723483 h 3989641"/>
                  <a:gd name="connsiteX9" fmla="*/ 1756220 w 3946874"/>
                  <a:gd name="connsiteY9" fmla="*/ 2743772 h 3989641"/>
                  <a:gd name="connsiteX10" fmla="*/ 1889189 w 3946874"/>
                  <a:gd name="connsiteY10" fmla="*/ 2765965 h 3989641"/>
                  <a:gd name="connsiteX11" fmla="*/ 2007394 w 3946874"/>
                  <a:gd name="connsiteY11" fmla="*/ 2765965 h 3989641"/>
                  <a:gd name="connsiteX12" fmla="*/ 2184654 w 3946874"/>
                  <a:gd name="connsiteY12" fmla="*/ 2671763 h 3989641"/>
                  <a:gd name="connsiteX13" fmla="*/ 2372773 w 3946874"/>
                  <a:gd name="connsiteY13" fmla="*/ 2538984 h 3989641"/>
                  <a:gd name="connsiteX14" fmla="*/ 2439543 w 3946874"/>
                  <a:gd name="connsiteY14" fmla="*/ 2510504 h 3989641"/>
                  <a:gd name="connsiteX15" fmla="*/ 2650617 w 3946874"/>
                  <a:gd name="connsiteY15" fmla="*/ 2434781 h 3989641"/>
                  <a:gd name="connsiteX16" fmla="*/ 2785110 w 3946874"/>
                  <a:gd name="connsiteY16" fmla="*/ 2383060 h 3989641"/>
                  <a:gd name="connsiteX17" fmla="*/ 2897315 w 3946874"/>
                  <a:gd name="connsiteY17" fmla="*/ 2318861 h 3989641"/>
                  <a:gd name="connsiteX18" fmla="*/ 2997994 w 3946874"/>
                  <a:gd name="connsiteY18" fmla="*/ 2226183 h 3989641"/>
                  <a:gd name="connsiteX19" fmla="*/ 3061240 w 3946874"/>
                  <a:gd name="connsiteY19" fmla="*/ 2141506 h 3989641"/>
                  <a:gd name="connsiteX20" fmla="*/ 3152108 w 3946874"/>
                  <a:gd name="connsiteY20" fmla="*/ 2005203 h 3989641"/>
                  <a:gd name="connsiteX21" fmla="*/ 3274124 w 3946874"/>
                  <a:gd name="connsiteY21" fmla="*/ 1871567 h 3989641"/>
                  <a:gd name="connsiteX22" fmla="*/ 3388138 w 3946874"/>
                  <a:gd name="connsiteY22" fmla="*/ 1770888 h 3989641"/>
                  <a:gd name="connsiteX23" fmla="*/ 3466529 w 3946874"/>
                  <a:gd name="connsiteY23" fmla="*/ 1679162 h 3989641"/>
                  <a:gd name="connsiteX24" fmla="*/ 3538633 w 3946874"/>
                  <a:gd name="connsiteY24" fmla="*/ 1551718 h 3989641"/>
                  <a:gd name="connsiteX25" fmla="*/ 3588544 w 3946874"/>
                  <a:gd name="connsiteY25" fmla="*/ 1376172 h 3989641"/>
                  <a:gd name="connsiteX26" fmla="*/ 3597402 w 3946874"/>
                  <a:gd name="connsiteY26" fmla="*/ 1293305 h 3989641"/>
                  <a:gd name="connsiteX27" fmla="*/ 3721227 w 3946874"/>
                  <a:gd name="connsiteY27" fmla="*/ 880491 h 3989641"/>
                  <a:gd name="connsiteX28" fmla="*/ 3761137 w 3946874"/>
                  <a:gd name="connsiteY28" fmla="*/ 463677 h 3989641"/>
                  <a:gd name="connsiteX29" fmla="*/ 3946874 w 3946874"/>
                  <a:gd name="connsiteY29" fmla="*/ 0 h 398964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Lst>
                <a:rect l="l" t="t" r="r" b="b"/>
                <a:pathLst>
                  <a:path w="3946874" h="3989641">
                    <a:moveTo>
                      <a:pt x="0" y="3989641"/>
                    </a:moveTo>
                    <a:cubicBezTo>
                      <a:pt x="19050" y="3957257"/>
                      <a:pt x="50959" y="3916013"/>
                      <a:pt x="79439" y="3891153"/>
                    </a:cubicBezTo>
                    <a:cubicBezTo>
                      <a:pt x="165544" y="3815906"/>
                      <a:pt x="227933" y="3717989"/>
                      <a:pt x="297371" y="3626930"/>
                    </a:cubicBezTo>
                    <a:cubicBezTo>
                      <a:pt x="346615" y="3562255"/>
                      <a:pt x="398050" y="3499009"/>
                      <a:pt x="454343" y="3440335"/>
                    </a:cubicBezTo>
                    <a:cubicBezTo>
                      <a:pt x="506349" y="3386042"/>
                      <a:pt x="562642" y="3336227"/>
                      <a:pt x="622363" y="3290697"/>
                    </a:cubicBezTo>
                    <a:cubicBezTo>
                      <a:pt x="719519" y="3216688"/>
                      <a:pt x="824960" y="3154585"/>
                      <a:pt x="927068" y="3087434"/>
                    </a:cubicBezTo>
                    <a:cubicBezTo>
                      <a:pt x="1011365" y="3031998"/>
                      <a:pt x="1093565" y="2973324"/>
                      <a:pt x="1176338" y="2915603"/>
                    </a:cubicBezTo>
                    <a:cubicBezTo>
                      <a:pt x="1246537" y="2866644"/>
                      <a:pt x="1317308" y="2818066"/>
                      <a:pt x="1394270" y="2780729"/>
                    </a:cubicBezTo>
                    <a:cubicBezTo>
                      <a:pt x="1459421" y="2749106"/>
                      <a:pt x="1528763" y="2724436"/>
                      <a:pt x="1601057" y="2723483"/>
                    </a:cubicBezTo>
                    <a:cubicBezTo>
                      <a:pt x="1653350" y="2722721"/>
                      <a:pt x="1704785" y="2733485"/>
                      <a:pt x="1756220" y="2743772"/>
                    </a:cubicBezTo>
                    <a:cubicBezTo>
                      <a:pt x="1800320" y="2752630"/>
                      <a:pt x="1844612" y="2760250"/>
                      <a:pt x="1889189" y="2765965"/>
                    </a:cubicBezTo>
                    <a:cubicBezTo>
                      <a:pt x="1928622" y="2771013"/>
                      <a:pt x="1968437" y="2773299"/>
                      <a:pt x="2007394" y="2765965"/>
                    </a:cubicBezTo>
                    <a:cubicBezTo>
                      <a:pt x="2073878" y="2753487"/>
                      <a:pt x="2130647" y="2712911"/>
                      <a:pt x="2184654" y="2671763"/>
                    </a:cubicBezTo>
                    <a:cubicBezTo>
                      <a:pt x="2245900" y="2625090"/>
                      <a:pt x="2304002" y="2573465"/>
                      <a:pt x="2372773" y="2538984"/>
                    </a:cubicBezTo>
                    <a:cubicBezTo>
                      <a:pt x="2394395" y="2528126"/>
                      <a:pt x="2416874" y="2518982"/>
                      <a:pt x="2439543" y="2510504"/>
                    </a:cubicBezTo>
                    <a:cubicBezTo>
                      <a:pt x="2509552" y="2484215"/>
                      <a:pt x="2580037" y="2459450"/>
                      <a:pt x="2650617" y="2434781"/>
                    </a:cubicBezTo>
                    <a:cubicBezTo>
                      <a:pt x="2695956" y="2418874"/>
                      <a:pt x="2741295" y="2402872"/>
                      <a:pt x="2785110" y="2383060"/>
                    </a:cubicBezTo>
                    <a:cubicBezTo>
                      <a:pt x="2824448" y="2365248"/>
                      <a:pt x="2862358" y="2344198"/>
                      <a:pt x="2897315" y="2318861"/>
                    </a:cubicBezTo>
                    <a:cubicBezTo>
                      <a:pt x="2934367" y="2292096"/>
                      <a:pt x="2968085" y="2260854"/>
                      <a:pt x="2997994" y="2226183"/>
                    </a:cubicBezTo>
                    <a:cubicBezTo>
                      <a:pt x="3020949" y="2199513"/>
                      <a:pt x="3041714" y="2170938"/>
                      <a:pt x="3061240" y="2141506"/>
                    </a:cubicBezTo>
                    <a:cubicBezTo>
                      <a:pt x="3091529" y="2095976"/>
                      <a:pt x="3119533" y="2049018"/>
                      <a:pt x="3152108" y="2005203"/>
                    </a:cubicBezTo>
                    <a:cubicBezTo>
                      <a:pt x="3188113" y="1956626"/>
                      <a:pt x="3229261" y="1912144"/>
                      <a:pt x="3274124" y="1871567"/>
                    </a:cubicBezTo>
                    <a:cubicBezTo>
                      <a:pt x="3311747" y="1837563"/>
                      <a:pt x="3351848" y="1806321"/>
                      <a:pt x="3388138" y="1770888"/>
                    </a:cubicBezTo>
                    <a:cubicBezTo>
                      <a:pt x="3416999" y="1742694"/>
                      <a:pt x="3443002" y="1711833"/>
                      <a:pt x="3466529" y="1679162"/>
                    </a:cubicBezTo>
                    <a:cubicBezTo>
                      <a:pt x="3495008" y="1639348"/>
                      <a:pt x="3519392" y="1596771"/>
                      <a:pt x="3538633" y="1551718"/>
                    </a:cubicBezTo>
                    <a:cubicBezTo>
                      <a:pt x="3562731" y="1495616"/>
                      <a:pt x="3578924" y="1436465"/>
                      <a:pt x="3588544" y="1376172"/>
                    </a:cubicBezTo>
                    <a:cubicBezTo>
                      <a:pt x="3592925" y="1348740"/>
                      <a:pt x="3595688" y="1321022"/>
                      <a:pt x="3597402" y="1293305"/>
                    </a:cubicBezTo>
                    <a:cubicBezTo>
                      <a:pt x="3605974" y="1155859"/>
                      <a:pt x="3717703" y="1018127"/>
                      <a:pt x="3721227" y="880491"/>
                    </a:cubicBezTo>
                    <a:cubicBezTo>
                      <a:pt x="3724751" y="740855"/>
                      <a:pt x="3743135" y="602171"/>
                      <a:pt x="3761137" y="463677"/>
                    </a:cubicBezTo>
                    <a:cubicBezTo>
                      <a:pt x="3776186" y="347758"/>
                      <a:pt x="3934968" y="116205"/>
                      <a:pt x="3946874" y="0"/>
                    </a:cubicBezTo>
                  </a:path>
                </a:pathLst>
              </a:custGeom>
              <a:noFill/>
              <a:ln w="9525" cap="rnd">
                <a:solidFill>
                  <a:schemeClr val="accent2">
                    <a:alpha val="35000"/>
                  </a:schemeClr>
                </a:solidFill>
                <a:prstDash val="lgDash"/>
                <a:round/>
              </a:ln>
            </p:spPr>
            <p:txBody>
              <a:bodyPr rtlCol="0" anchor="ctr"/>
              <a:lstStyle/>
              <a:p>
                <a:endParaRPr lang="en-US"/>
              </a:p>
            </p:txBody>
          </p:sp>
          <p:sp>
            <p:nvSpPr>
              <p:cNvPr id="29" name="Freeform: Shape 28">
                <a:extLst>
                  <a:ext uri="{FF2B5EF4-FFF2-40B4-BE49-F238E27FC236}">
                    <a16:creationId xmlns:a16="http://schemas.microsoft.com/office/drawing/2014/main" id="{5B70D859-00C6-4B2A-934C-68F32BA7C544}"/>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4395978" y="2441733"/>
                <a:ext cx="3665410" cy="2985611"/>
              </a:xfrm>
              <a:custGeom>
                <a:avLst/>
                <a:gdLst>
                  <a:gd name="connsiteX0" fmla="*/ 0 w 3665410"/>
                  <a:gd name="connsiteY0" fmla="*/ 2985611 h 2985611"/>
                  <a:gd name="connsiteX1" fmla="*/ 166211 w 3665410"/>
                  <a:gd name="connsiteY1" fmla="*/ 2699766 h 2985611"/>
                  <a:gd name="connsiteX2" fmla="*/ 397002 w 3665410"/>
                  <a:gd name="connsiteY2" fmla="*/ 2414969 h 2985611"/>
                  <a:gd name="connsiteX3" fmla="*/ 620173 w 3665410"/>
                  <a:gd name="connsiteY3" fmla="*/ 2237899 h 2985611"/>
                  <a:gd name="connsiteX4" fmla="*/ 823341 w 3665410"/>
                  <a:gd name="connsiteY4" fmla="*/ 2085499 h 2985611"/>
                  <a:gd name="connsiteX5" fmla="*/ 1089565 w 3665410"/>
                  <a:gd name="connsiteY5" fmla="*/ 1911477 h 2985611"/>
                  <a:gd name="connsiteX6" fmla="*/ 1145000 w 3665410"/>
                  <a:gd name="connsiteY6" fmla="*/ 1886807 h 2985611"/>
                  <a:gd name="connsiteX7" fmla="*/ 1375791 w 3665410"/>
                  <a:gd name="connsiteY7" fmla="*/ 1842135 h 2985611"/>
                  <a:gd name="connsiteX8" fmla="*/ 1486567 w 3665410"/>
                  <a:gd name="connsiteY8" fmla="*/ 1857566 h 2985611"/>
                  <a:gd name="connsiteX9" fmla="*/ 1568101 w 3665410"/>
                  <a:gd name="connsiteY9" fmla="*/ 1871377 h 2985611"/>
                  <a:gd name="connsiteX10" fmla="*/ 1810607 w 3665410"/>
                  <a:gd name="connsiteY10" fmla="*/ 1871377 h 2985611"/>
                  <a:gd name="connsiteX11" fmla="*/ 1997964 w 3665410"/>
                  <a:gd name="connsiteY11" fmla="*/ 1790605 h 2985611"/>
                  <a:gd name="connsiteX12" fmla="*/ 2109883 w 3665410"/>
                  <a:gd name="connsiteY12" fmla="*/ 1702784 h 2985611"/>
                  <a:gd name="connsiteX13" fmla="*/ 2321433 w 3665410"/>
                  <a:gd name="connsiteY13" fmla="*/ 1552384 h 2985611"/>
                  <a:gd name="connsiteX14" fmla="*/ 2558891 w 3665410"/>
                  <a:gd name="connsiteY14" fmla="*/ 1453420 h 2985611"/>
                  <a:gd name="connsiteX15" fmla="*/ 2709767 w 3665410"/>
                  <a:gd name="connsiteY15" fmla="*/ 1377887 h 2985611"/>
                  <a:gd name="connsiteX16" fmla="*/ 2885408 w 3665410"/>
                  <a:gd name="connsiteY16" fmla="*/ 1237393 h 2985611"/>
                  <a:gd name="connsiteX17" fmla="*/ 3017711 w 3665410"/>
                  <a:gd name="connsiteY17" fmla="*/ 1072229 h 2985611"/>
                  <a:gd name="connsiteX18" fmla="*/ 3150680 w 3665410"/>
                  <a:gd name="connsiteY18" fmla="*/ 921830 h 2985611"/>
                  <a:gd name="connsiteX19" fmla="*/ 3255169 w 3665410"/>
                  <a:gd name="connsiteY19" fmla="*/ 801815 h 2985611"/>
                  <a:gd name="connsiteX20" fmla="*/ 3339275 w 3665410"/>
                  <a:gd name="connsiteY20" fmla="*/ 694182 h 2985611"/>
                  <a:gd name="connsiteX21" fmla="*/ 3409188 w 3665410"/>
                  <a:gd name="connsiteY21" fmla="*/ 546926 h 2985611"/>
                  <a:gd name="connsiteX22" fmla="*/ 3464243 w 3665410"/>
                  <a:gd name="connsiteY22" fmla="*/ 347663 h 2985611"/>
                  <a:gd name="connsiteX23" fmla="*/ 3665411 w 3665410"/>
                  <a:gd name="connsiteY23" fmla="*/ 0 h 298561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Lst>
                <a:rect l="l" t="t" r="r" b="b"/>
                <a:pathLst>
                  <a:path w="3665410" h="2985611">
                    <a:moveTo>
                      <a:pt x="0" y="2985611"/>
                    </a:moveTo>
                    <a:cubicBezTo>
                      <a:pt x="0" y="2985611"/>
                      <a:pt x="86773" y="2802827"/>
                      <a:pt x="166211" y="2699766"/>
                    </a:cubicBezTo>
                    <a:cubicBezTo>
                      <a:pt x="240983" y="2602706"/>
                      <a:pt x="309182" y="2500122"/>
                      <a:pt x="397002" y="2414969"/>
                    </a:cubicBezTo>
                    <a:cubicBezTo>
                      <a:pt x="465296" y="2348865"/>
                      <a:pt x="543592" y="2294477"/>
                      <a:pt x="620173" y="2237899"/>
                    </a:cubicBezTo>
                    <a:cubicBezTo>
                      <a:pt x="688277" y="2187607"/>
                      <a:pt x="755333" y="2135886"/>
                      <a:pt x="823341" y="2085499"/>
                    </a:cubicBezTo>
                    <a:cubicBezTo>
                      <a:pt x="908685" y="2022253"/>
                      <a:pt x="994791" y="1959197"/>
                      <a:pt x="1089565" y="1911477"/>
                    </a:cubicBezTo>
                    <a:cubicBezTo>
                      <a:pt x="1107662" y="1902428"/>
                      <a:pt x="1126141" y="1894141"/>
                      <a:pt x="1145000" y="1886807"/>
                    </a:cubicBezTo>
                    <a:cubicBezTo>
                      <a:pt x="1218819" y="1858232"/>
                      <a:pt x="1296924" y="1838611"/>
                      <a:pt x="1375791" y="1842135"/>
                    </a:cubicBezTo>
                    <a:cubicBezTo>
                      <a:pt x="1413129" y="1843754"/>
                      <a:pt x="1449896" y="1850422"/>
                      <a:pt x="1486567" y="1857566"/>
                    </a:cubicBezTo>
                    <a:cubicBezTo>
                      <a:pt x="1513618" y="1862804"/>
                      <a:pt x="1540859" y="1867376"/>
                      <a:pt x="1568101" y="1871377"/>
                    </a:cubicBezTo>
                    <a:cubicBezTo>
                      <a:pt x="1648778" y="1883188"/>
                      <a:pt x="1730978" y="1887665"/>
                      <a:pt x="1810607" y="1871377"/>
                    </a:cubicBezTo>
                    <a:cubicBezTo>
                      <a:pt x="1877854" y="1857661"/>
                      <a:pt x="1941100" y="1829086"/>
                      <a:pt x="1997964" y="1790605"/>
                    </a:cubicBezTo>
                    <a:cubicBezTo>
                      <a:pt x="2037302" y="1764030"/>
                      <a:pt x="2073497" y="1733264"/>
                      <a:pt x="2109883" y="1702784"/>
                    </a:cubicBezTo>
                    <a:cubicBezTo>
                      <a:pt x="2176367" y="1647063"/>
                      <a:pt x="2244852" y="1593151"/>
                      <a:pt x="2321433" y="1552384"/>
                    </a:cubicBezTo>
                    <a:cubicBezTo>
                      <a:pt x="2397157" y="1512094"/>
                      <a:pt x="2479548" y="1486281"/>
                      <a:pt x="2558891" y="1453420"/>
                    </a:cubicBezTo>
                    <a:cubicBezTo>
                      <a:pt x="2610898" y="1431798"/>
                      <a:pt x="2661571" y="1407033"/>
                      <a:pt x="2709767" y="1377887"/>
                    </a:cubicBezTo>
                    <a:cubicBezTo>
                      <a:pt x="2774252" y="1338929"/>
                      <a:pt x="2834069" y="1292447"/>
                      <a:pt x="2885408" y="1237393"/>
                    </a:cubicBezTo>
                    <a:cubicBezTo>
                      <a:pt x="2933605" y="1185767"/>
                      <a:pt x="2973324" y="1127093"/>
                      <a:pt x="3017711" y="1072229"/>
                    </a:cubicBezTo>
                    <a:cubicBezTo>
                      <a:pt x="3059811" y="1020223"/>
                      <a:pt x="3105912" y="971645"/>
                      <a:pt x="3150680" y="921830"/>
                    </a:cubicBezTo>
                    <a:cubicBezTo>
                      <a:pt x="3186113" y="882396"/>
                      <a:pt x="3220593" y="842010"/>
                      <a:pt x="3255169" y="801815"/>
                    </a:cubicBezTo>
                    <a:cubicBezTo>
                      <a:pt x="3284887" y="767239"/>
                      <a:pt x="3314605" y="732473"/>
                      <a:pt x="3339275" y="694182"/>
                    </a:cubicBezTo>
                    <a:cubicBezTo>
                      <a:pt x="3368707" y="648367"/>
                      <a:pt x="3390138" y="597980"/>
                      <a:pt x="3409188" y="546926"/>
                    </a:cubicBezTo>
                    <a:cubicBezTo>
                      <a:pt x="3433382" y="482156"/>
                      <a:pt x="3453384" y="415861"/>
                      <a:pt x="3464243" y="347663"/>
                    </a:cubicBezTo>
                    <a:cubicBezTo>
                      <a:pt x="3476244" y="272224"/>
                      <a:pt x="3661696" y="76295"/>
                      <a:pt x="3665411" y="0"/>
                    </a:cubicBezTo>
                  </a:path>
                </a:pathLst>
              </a:custGeom>
              <a:noFill/>
              <a:ln w="9525" cap="rnd">
                <a:solidFill>
                  <a:schemeClr val="accent2">
                    <a:alpha val="35000"/>
                  </a:schemeClr>
                </a:solidFill>
                <a:prstDash val="lgDash"/>
                <a:round/>
              </a:ln>
            </p:spPr>
            <p:txBody>
              <a:bodyPr rtlCol="0" anchor="ctr"/>
              <a:lstStyle/>
              <a:p>
                <a:endParaRPr lang="en-US"/>
              </a:p>
            </p:txBody>
          </p:sp>
          <p:sp>
            <p:nvSpPr>
              <p:cNvPr id="30" name="Freeform: Shape 29">
                <a:extLst>
                  <a:ext uri="{FF2B5EF4-FFF2-40B4-BE49-F238E27FC236}">
                    <a16:creationId xmlns:a16="http://schemas.microsoft.com/office/drawing/2014/main" id="{8AC0917A-2A49-4846-9772-79EEA1C99445}"/>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7790402" y="5229700"/>
                <a:ext cx="285940" cy="199072"/>
              </a:xfrm>
              <a:custGeom>
                <a:avLst/>
                <a:gdLst>
                  <a:gd name="connsiteX0" fmla="*/ 0 w 285940"/>
                  <a:gd name="connsiteY0" fmla="*/ 199073 h 199072"/>
                  <a:gd name="connsiteX1" fmla="*/ 285940 w 285940"/>
                  <a:gd name="connsiteY1" fmla="*/ 0 h 199072"/>
                </a:gdLst>
                <a:ahLst/>
                <a:cxnLst>
                  <a:cxn ang="0">
                    <a:pos x="connsiteX0" y="connsiteY0"/>
                  </a:cxn>
                  <a:cxn ang="0">
                    <a:pos x="connsiteX1" y="connsiteY1"/>
                  </a:cxn>
                </a:cxnLst>
                <a:rect l="l" t="t" r="r" b="b"/>
                <a:pathLst>
                  <a:path w="285940" h="199072">
                    <a:moveTo>
                      <a:pt x="0" y="199073"/>
                    </a:moveTo>
                    <a:cubicBezTo>
                      <a:pt x="0" y="199073"/>
                      <a:pt x="242125" y="39243"/>
                      <a:pt x="285940" y="0"/>
                    </a:cubicBezTo>
                  </a:path>
                </a:pathLst>
              </a:custGeom>
              <a:noFill/>
              <a:ln w="9525" cap="rnd">
                <a:solidFill>
                  <a:schemeClr val="accent2">
                    <a:alpha val="35000"/>
                  </a:schemeClr>
                </a:solidFill>
                <a:prstDash val="lgDash"/>
                <a:round/>
              </a:ln>
            </p:spPr>
            <p:txBody>
              <a:bodyPr rtlCol="0" anchor="ctr"/>
              <a:lstStyle/>
              <a:p>
                <a:endParaRPr lang="en-US"/>
              </a:p>
            </p:txBody>
          </p:sp>
          <p:sp>
            <p:nvSpPr>
              <p:cNvPr id="31" name="Freeform: Shape 30">
                <a:extLst>
                  <a:ext uri="{FF2B5EF4-FFF2-40B4-BE49-F238E27FC236}">
                    <a16:creationId xmlns:a16="http://schemas.microsoft.com/office/drawing/2014/main" id="{4DD6C017-B6D4-4DDE-90B4-DBA925B48922}"/>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7393114" y="5049773"/>
                <a:ext cx="655796" cy="381190"/>
              </a:xfrm>
              <a:custGeom>
                <a:avLst/>
                <a:gdLst>
                  <a:gd name="connsiteX0" fmla="*/ 0 w 655796"/>
                  <a:gd name="connsiteY0" fmla="*/ 381190 h 381190"/>
                  <a:gd name="connsiteX1" fmla="*/ 655796 w 655796"/>
                  <a:gd name="connsiteY1" fmla="*/ 0 h 381190"/>
                </a:gdLst>
                <a:ahLst/>
                <a:cxnLst>
                  <a:cxn ang="0">
                    <a:pos x="connsiteX0" y="connsiteY0"/>
                  </a:cxn>
                  <a:cxn ang="0">
                    <a:pos x="connsiteX1" y="connsiteY1"/>
                  </a:cxn>
                </a:cxnLst>
                <a:rect l="l" t="t" r="r" b="b"/>
                <a:pathLst>
                  <a:path w="655796" h="381190">
                    <a:moveTo>
                      <a:pt x="0" y="381190"/>
                    </a:moveTo>
                    <a:cubicBezTo>
                      <a:pt x="0" y="381190"/>
                      <a:pt x="461105" y="172117"/>
                      <a:pt x="655796" y="0"/>
                    </a:cubicBezTo>
                  </a:path>
                </a:pathLst>
              </a:custGeom>
              <a:noFill/>
              <a:ln w="9525" cap="rnd">
                <a:solidFill>
                  <a:schemeClr val="accent2">
                    <a:alpha val="35000"/>
                  </a:schemeClr>
                </a:solidFill>
                <a:prstDash val="lgDash"/>
                <a:round/>
              </a:ln>
            </p:spPr>
            <p:txBody>
              <a:bodyPr rtlCol="0" anchor="ctr"/>
              <a:lstStyle/>
              <a:p>
                <a:endParaRPr lang="en-US"/>
              </a:p>
            </p:txBody>
          </p:sp>
          <p:sp>
            <p:nvSpPr>
              <p:cNvPr id="32" name="Freeform: Shape 31">
                <a:extLst>
                  <a:ext uri="{FF2B5EF4-FFF2-40B4-BE49-F238E27FC236}">
                    <a16:creationId xmlns:a16="http://schemas.microsoft.com/office/drawing/2014/main" id="{330A4B39-910B-4EB2-997D-208FB20D15A3}"/>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154072" y="3867816"/>
                <a:ext cx="2907315" cy="1544764"/>
              </a:xfrm>
              <a:custGeom>
                <a:avLst/>
                <a:gdLst>
                  <a:gd name="connsiteX0" fmla="*/ 0 w 2907315"/>
                  <a:gd name="connsiteY0" fmla="*/ 1544764 h 1544764"/>
                  <a:gd name="connsiteX1" fmla="*/ 201644 w 2907315"/>
                  <a:gd name="connsiteY1" fmla="*/ 1352550 h 1544764"/>
                  <a:gd name="connsiteX2" fmla="*/ 423196 w 2907315"/>
                  <a:gd name="connsiteY2" fmla="*/ 1196054 h 1544764"/>
                  <a:gd name="connsiteX3" fmla="*/ 782193 w 2907315"/>
                  <a:gd name="connsiteY3" fmla="*/ 1099947 h 1544764"/>
                  <a:gd name="connsiteX4" fmla="*/ 1052513 w 2907315"/>
                  <a:gd name="connsiteY4" fmla="*/ 1042321 h 1544764"/>
                  <a:gd name="connsiteX5" fmla="*/ 1311783 w 2907315"/>
                  <a:gd name="connsiteY5" fmla="*/ 1056037 h 1544764"/>
                  <a:gd name="connsiteX6" fmla="*/ 1484662 w 2907315"/>
                  <a:gd name="connsiteY6" fmla="*/ 1083469 h 1544764"/>
                  <a:gd name="connsiteX7" fmla="*/ 1788224 w 2907315"/>
                  <a:gd name="connsiteY7" fmla="*/ 1023080 h 1544764"/>
                  <a:gd name="connsiteX8" fmla="*/ 2269045 w 2907315"/>
                  <a:gd name="connsiteY8" fmla="*/ 734758 h 1544764"/>
                  <a:gd name="connsiteX9" fmla="*/ 2534984 w 2907315"/>
                  <a:gd name="connsiteY9" fmla="*/ 572738 h 1544764"/>
                  <a:gd name="connsiteX10" fmla="*/ 2907316 w 2907315"/>
                  <a:gd name="connsiteY10" fmla="*/ 0 h 154476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2907315" h="1544764">
                    <a:moveTo>
                      <a:pt x="0" y="1544764"/>
                    </a:moveTo>
                    <a:cubicBezTo>
                      <a:pt x="0" y="1544764"/>
                      <a:pt x="98012" y="1443990"/>
                      <a:pt x="201644" y="1352550"/>
                    </a:cubicBezTo>
                    <a:cubicBezTo>
                      <a:pt x="271272" y="1291209"/>
                      <a:pt x="343662" y="1234249"/>
                      <a:pt x="423196" y="1196054"/>
                    </a:cubicBezTo>
                    <a:cubicBezTo>
                      <a:pt x="537591" y="1141095"/>
                      <a:pt x="661226" y="1127189"/>
                      <a:pt x="782193" y="1099947"/>
                    </a:cubicBezTo>
                    <a:cubicBezTo>
                      <a:pt x="872300" y="1079659"/>
                      <a:pt x="961358" y="1051370"/>
                      <a:pt x="1052513" y="1042321"/>
                    </a:cubicBezTo>
                    <a:cubicBezTo>
                      <a:pt x="1139000" y="1033653"/>
                      <a:pt x="1225868" y="1040321"/>
                      <a:pt x="1311783" y="1056037"/>
                    </a:cubicBezTo>
                    <a:cubicBezTo>
                      <a:pt x="1369314" y="1066609"/>
                      <a:pt x="1426559" y="1079373"/>
                      <a:pt x="1484662" y="1083469"/>
                    </a:cubicBezTo>
                    <a:cubicBezTo>
                      <a:pt x="1587913" y="1090803"/>
                      <a:pt x="1690402" y="1064800"/>
                      <a:pt x="1788224" y="1023080"/>
                    </a:cubicBezTo>
                    <a:cubicBezTo>
                      <a:pt x="1956721" y="951262"/>
                      <a:pt x="2106549" y="825722"/>
                      <a:pt x="2269045" y="734758"/>
                    </a:cubicBezTo>
                    <a:cubicBezTo>
                      <a:pt x="2359438" y="684181"/>
                      <a:pt x="2452497" y="640556"/>
                      <a:pt x="2534984" y="572738"/>
                    </a:cubicBezTo>
                    <a:cubicBezTo>
                      <a:pt x="2673001" y="459391"/>
                      <a:pt x="2847023" y="191453"/>
                      <a:pt x="2907316" y="0"/>
                    </a:cubicBezTo>
                  </a:path>
                </a:pathLst>
              </a:custGeom>
              <a:noFill/>
              <a:ln w="9525" cap="rnd">
                <a:solidFill>
                  <a:schemeClr val="accent2">
                    <a:alpha val="35000"/>
                  </a:schemeClr>
                </a:solidFill>
                <a:prstDash val="lgDash"/>
                <a:round/>
              </a:ln>
            </p:spPr>
            <p:txBody>
              <a:bodyPr rtlCol="0" anchor="ctr"/>
              <a:lstStyle/>
              <a:p>
                <a:endParaRPr lang="en-US"/>
              </a:p>
            </p:txBody>
          </p:sp>
          <p:sp>
            <p:nvSpPr>
              <p:cNvPr id="33" name="Freeform: Shape 32">
                <a:extLst>
                  <a:ext uri="{FF2B5EF4-FFF2-40B4-BE49-F238E27FC236}">
                    <a16:creationId xmlns:a16="http://schemas.microsoft.com/office/drawing/2014/main" id="{05DCA9C3-2763-4D68-BBAE-82D1DA0E9E52}"/>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4907946" y="3479100"/>
                <a:ext cx="3168300" cy="1952434"/>
              </a:xfrm>
              <a:custGeom>
                <a:avLst/>
                <a:gdLst>
                  <a:gd name="connsiteX0" fmla="*/ 0 w 3168300"/>
                  <a:gd name="connsiteY0" fmla="*/ 1952435 h 1952434"/>
                  <a:gd name="connsiteX1" fmla="*/ 202121 w 3168300"/>
                  <a:gd name="connsiteY1" fmla="*/ 1687068 h 1952434"/>
                  <a:gd name="connsiteX2" fmla="*/ 545116 w 3168300"/>
                  <a:gd name="connsiteY2" fmla="*/ 1450277 h 1952434"/>
                  <a:gd name="connsiteX3" fmla="*/ 906780 w 3168300"/>
                  <a:gd name="connsiteY3" fmla="*/ 1354455 h 1952434"/>
                  <a:gd name="connsiteX4" fmla="*/ 1332262 w 3168300"/>
                  <a:gd name="connsiteY4" fmla="*/ 1285304 h 1952434"/>
                  <a:gd name="connsiteX5" fmla="*/ 1691259 w 3168300"/>
                  <a:gd name="connsiteY5" fmla="*/ 1240060 h 1952434"/>
                  <a:gd name="connsiteX6" fmla="*/ 2010346 w 3168300"/>
                  <a:gd name="connsiteY6" fmla="*/ 1141667 h 1952434"/>
                  <a:gd name="connsiteX7" fmla="*/ 2393252 w 3168300"/>
                  <a:gd name="connsiteY7" fmla="*/ 1027271 h 1952434"/>
                  <a:gd name="connsiteX8" fmla="*/ 2582037 w 3168300"/>
                  <a:gd name="connsiteY8" fmla="*/ 958120 h 1952434"/>
                  <a:gd name="connsiteX9" fmla="*/ 2760155 w 3168300"/>
                  <a:gd name="connsiteY9" fmla="*/ 827723 h 1952434"/>
                  <a:gd name="connsiteX10" fmla="*/ 2914364 w 3168300"/>
                  <a:gd name="connsiteY10" fmla="*/ 567023 h 1952434"/>
                  <a:gd name="connsiteX11" fmla="*/ 3168301 w 3168300"/>
                  <a:gd name="connsiteY11" fmla="*/ 0 h 195243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3168300" h="1952434">
                    <a:moveTo>
                      <a:pt x="0" y="1952435"/>
                    </a:moveTo>
                    <a:cubicBezTo>
                      <a:pt x="0" y="1952435"/>
                      <a:pt x="91059" y="1796415"/>
                      <a:pt x="202121" y="1687068"/>
                    </a:cubicBezTo>
                    <a:cubicBezTo>
                      <a:pt x="301943" y="1588675"/>
                      <a:pt x="416528" y="1505617"/>
                      <a:pt x="545116" y="1450277"/>
                    </a:cubicBezTo>
                    <a:cubicBezTo>
                      <a:pt x="659987" y="1400747"/>
                      <a:pt x="783622" y="1377601"/>
                      <a:pt x="906780" y="1354455"/>
                    </a:cubicBezTo>
                    <a:cubicBezTo>
                      <a:pt x="1048036" y="1327976"/>
                      <a:pt x="1189482" y="1301972"/>
                      <a:pt x="1332262" y="1285304"/>
                    </a:cubicBezTo>
                    <a:cubicBezTo>
                      <a:pt x="1452182" y="1271302"/>
                      <a:pt x="1573340" y="1265873"/>
                      <a:pt x="1691259" y="1240060"/>
                    </a:cubicBezTo>
                    <a:cubicBezTo>
                      <a:pt x="1800035" y="1216247"/>
                      <a:pt x="1904619" y="1176718"/>
                      <a:pt x="2010346" y="1141667"/>
                    </a:cubicBezTo>
                    <a:cubicBezTo>
                      <a:pt x="2136743" y="1099661"/>
                      <a:pt x="2265902" y="1066229"/>
                      <a:pt x="2393252" y="1027271"/>
                    </a:cubicBezTo>
                    <a:cubicBezTo>
                      <a:pt x="2457450" y="1007650"/>
                      <a:pt x="2521744" y="987552"/>
                      <a:pt x="2582037" y="958120"/>
                    </a:cubicBezTo>
                    <a:cubicBezTo>
                      <a:pt x="2648807" y="925449"/>
                      <a:pt x="2710815" y="883349"/>
                      <a:pt x="2760155" y="827723"/>
                    </a:cubicBezTo>
                    <a:cubicBezTo>
                      <a:pt x="2827496" y="751904"/>
                      <a:pt x="2867978" y="657511"/>
                      <a:pt x="2914364" y="567023"/>
                    </a:cubicBezTo>
                    <a:cubicBezTo>
                      <a:pt x="2972753" y="453200"/>
                      <a:pt x="3119152" y="118015"/>
                      <a:pt x="3168301" y="0"/>
                    </a:cubicBezTo>
                  </a:path>
                </a:pathLst>
              </a:custGeom>
              <a:noFill/>
              <a:ln w="9525" cap="rnd">
                <a:solidFill>
                  <a:schemeClr val="accent2">
                    <a:alpha val="35000"/>
                  </a:schemeClr>
                </a:solidFill>
                <a:prstDash val="lgDash"/>
                <a:round/>
              </a:ln>
            </p:spPr>
            <p:txBody>
              <a:bodyPr rtlCol="0" anchor="ctr"/>
              <a:lstStyle/>
              <a:p>
                <a:endParaRPr lang="en-US"/>
              </a:p>
            </p:txBody>
          </p:sp>
          <p:sp>
            <p:nvSpPr>
              <p:cNvPr id="57" name="Freeform: Shape 33">
                <a:extLst>
                  <a:ext uri="{FF2B5EF4-FFF2-40B4-BE49-F238E27FC236}">
                    <a16:creationId xmlns:a16="http://schemas.microsoft.com/office/drawing/2014/main" id="{756A41BA-B004-4C26-806A-B2AAA1E28561}"/>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4704778" y="2976752"/>
                <a:ext cx="3356800" cy="2452020"/>
              </a:xfrm>
              <a:custGeom>
                <a:avLst/>
                <a:gdLst>
                  <a:gd name="connsiteX0" fmla="*/ 0 w 3356800"/>
                  <a:gd name="connsiteY0" fmla="*/ 2452021 h 2452020"/>
                  <a:gd name="connsiteX1" fmla="*/ 130874 w 3356800"/>
                  <a:gd name="connsiteY1" fmla="*/ 2247710 h 2452020"/>
                  <a:gd name="connsiteX2" fmla="*/ 437197 w 3356800"/>
                  <a:gd name="connsiteY2" fmla="*/ 1941195 h 2452020"/>
                  <a:gd name="connsiteX3" fmla="*/ 737140 w 3356800"/>
                  <a:gd name="connsiteY3" fmla="*/ 1736884 h 2452020"/>
                  <a:gd name="connsiteX4" fmla="*/ 1031843 w 3356800"/>
                  <a:gd name="connsiteY4" fmla="*/ 1685068 h 2452020"/>
                  <a:gd name="connsiteX5" fmla="*/ 1287304 w 3356800"/>
                  <a:gd name="connsiteY5" fmla="*/ 1655826 h 2452020"/>
                  <a:gd name="connsiteX6" fmla="*/ 1471994 w 3356800"/>
                  <a:gd name="connsiteY6" fmla="*/ 1634300 h 2452020"/>
                  <a:gd name="connsiteX7" fmla="*/ 1898237 w 3356800"/>
                  <a:gd name="connsiteY7" fmla="*/ 1512665 h 2452020"/>
                  <a:gd name="connsiteX8" fmla="*/ 2229136 w 3356800"/>
                  <a:gd name="connsiteY8" fmla="*/ 1355598 h 2452020"/>
                  <a:gd name="connsiteX9" fmla="*/ 2512314 w 3356800"/>
                  <a:gd name="connsiteY9" fmla="*/ 1238631 h 2452020"/>
                  <a:gd name="connsiteX10" fmla="*/ 2758535 w 3356800"/>
                  <a:gd name="connsiteY10" fmla="*/ 1096994 h 2452020"/>
                  <a:gd name="connsiteX11" fmla="*/ 2935510 w 3356800"/>
                  <a:gd name="connsiteY11" fmla="*/ 919925 h 2452020"/>
                  <a:gd name="connsiteX12" fmla="*/ 3081719 w 3356800"/>
                  <a:gd name="connsiteY12" fmla="*/ 687419 h 2452020"/>
                  <a:gd name="connsiteX13" fmla="*/ 3356800 w 3356800"/>
                  <a:gd name="connsiteY13" fmla="*/ 0 h 245202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Lst>
                <a:rect l="l" t="t" r="r" b="b"/>
                <a:pathLst>
                  <a:path w="3356800" h="2452020">
                    <a:moveTo>
                      <a:pt x="0" y="2452021"/>
                    </a:moveTo>
                    <a:cubicBezTo>
                      <a:pt x="0" y="2452021"/>
                      <a:pt x="57150" y="2344198"/>
                      <a:pt x="130874" y="2247710"/>
                    </a:cubicBezTo>
                    <a:cubicBezTo>
                      <a:pt x="218694" y="2132648"/>
                      <a:pt x="328136" y="2036635"/>
                      <a:pt x="437197" y="1941195"/>
                    </a:cubicBezTo>
                    <a:cubicBezTo>
                      <a:pt x="529304" y="1860709"/>
                      <a:pt x="623030" y="1779556"/>
                      <a:pt x="737140" y="1736884"/>
                    </a:cubicBezTo>
                    <a:cubicBezTo>
                      <a:pt x="830866" y="1701736"/>
                      <a:pt x="932021" y="1695450"/>
                      <a:pt x="1031843" y="1685068"/>
                    </a:cubicBezTo>
                    <a:cubicBezTo>
                      <a:pt x="1117092" y="1676210"/>
                      <a:pt x="1202055" y="1665160"/>
                      <a:pt x="1287304" y="1655826"/>
                    </a:cubicBezTo>
                    <a:cubicBezTo>
                      <a:pt x="1348931" y="1649063"/>
                      <a:pt x="1410653" y="1643539"/>
                      <a:pt x="1471994" y="1634300"/>
                    </a:cubicBezTo>
                    <a:cubicBezTo>
                      <a:pt x="1618679" y="1612011"/>
                      <a:pt x="1761935" y="1571149"/>
                      <a:pt x="1898237" y="1512665"/>
                    </a:cubicBezTo>
                    <a:cubicBezTo>
                      <a:pt x="2010442" y="1464564"/>
                      <a:pt x="2117503" y="1405128"/>
                      <a:pt x="2229136" y="1355598"/>
                    </a:cubicBezTo>
                    <a:cubicBezTo>
                      <a:pt x="2322481" y="1314164"/>
                      <a:pt x="2418969" y="1280160"/>
                      <a:pt x="2512314" y="1238631"/>
                    </a:cubicBezTo>
                    <a:cubicBezTo>
                      <a:pt x="2599087" y="1199960"/>
                      <a:pt x="2683193" y="1154811"/>
                      <a:pt x="2758535" y="1096994"/>
                    </a:cubicBezTo>
                    <a:cubicBezTo>
                      <a:pt x="2825020" y="1046035"/>
                      <a:pt x="2883789" y="985837"/>
                      <a:pt x="2935510" y="919925"/>
                    </a:cubicBezTo>
                    <a:cubicBezTo>
                      <a:pt x="2992184" y="847725"/>
                      <a:pt x="3039904" y="769144"/>
                      <a:pt x="3081719" y="687419"/>
                    </a:cubicBezTo>
                    <a:cubicBezTo>
                      <a:pt x="3138297" y="576739"/>
                      <a:pt x="3314129" y="116776"/>
                      <a:pt x="3356800" y="0"/>
                    </a:cubicBezTo>
                  </a:path>
                </a:pathLst>
              </a:custGeom>
              <a:noFill/>
              <a:ln w="9525" cap="rnd">
                <a:solidFill>
                  <a:schemeClr val="accent2">
                    <a:alpha val="35000"/>
                  </a:schemeClr>
                </a:solidFill>
                <a:prstDash val="lgDash"/>
                <a:round/>
              </a:ln>
            </p:spPr>
            <p:txBody>
              <a:bodyPr rtlCol="0" anchor="ctr"/>
              <a:lstStyle/>
              <a:p>
                <a:endParaRPr lang="en-US"/>
              </a:p>
            </p:txBody>
          </p:sp>
        </p:grpSp>
        <p:sp>
          <p:nvSpPr>
            <p:cNvPr id="27" name="Freeform: Shape 26">
              <a:extLst>
                <a:ext uri="{FF2B5EF4-FFF2-40B4-BE49-F238E27FC236}">
                  <a16:creationId xmlns:a16="http://schemas.microsoft.com/office/drawing/2014/main" id="{660C5622-37F7-4A22-A941-BAAFD864F98D}"/>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7980400" y="5197178"/>
              <a:ext cx="4211600" cy="1660822"/>
            </a:xfrm>
            <a:custGeom>
              <a:avLst/>
              <a:gdLst>
                <a:gd name="connsiteX0" fmla="*/ 4211600 w 4211600"/>
                <a:gd name="connsiteY0" fmla="*/ 0 h 1660822"/>
                <a:gd name="connsiteX1" fmla="*/ 4211600 w 4211600"/>
                <a:gd name="connsiteY1" fmla="*/ 58430 h 1660822"/>
                <a:gd name="connsiteX2" fmla="*/ 4136524 w 4211600"/>
                <a:gd name="connsiteY2" fmla="*/ 208808 h 1660822"/>
                <a:gd name="connsiteX3" fmla="*/ 3973354 w 4211600"/>
                <a:gd name="connsiteY3" fmla="*/ 437313 h 1660822"/>
                <a:gd name="connsiteX4" fmla="*/ 3884746 w 4211600"/>
                <a:gd name="connsiteY4" fmla="*/ 553613 h 1660822"/>
                <a:gd name="connsiteX5" fmla="*/ 3849435 w 4211600"/>
                <a:gd name="connsiteY5" fmla="*/ 603143 h 1660822"/>
                <a:gd name="connsiteX6" fmla="*/ 3661849 w 4211600"/>
                <a:gd name="connsiteY6" fmla="*/ 819075 h 1660822"/>
                <a:gd name="connsiteX7" fmla="*/ 3402589 w 4211600"/>
                <a:gd name="connsiteY7" fmla="*/ 952996 h 1660822"/>
                <a:gd name="connsiteX8" fmla="*/ 3130202 w 4211600"/>
                <a:gd name="connsiteY8" fmla="*/ 1023386 h 1660822"/>
                <a:gd name="connsiteX9" fmla="*/ 2914657 w 4211600"/>
                <a:gd name="connsiteY9" fmla="*/ 1068058 h 1660822"/>
                <a:gd name="connsiteX10" fmla="*/ 2582149 w 4211600"/>
                <a:gd name="connsiteY10" fmla="*/ 1138924 h 1660822"/>
                <a:gd name="connsiteX11" fmla="*/ 2483958 w 4211600"/>
                <a:gd name="connsiteY11" fmla="*/ 1162356 h 1660822"/>
                <a:gd name="connsiteX12" fmla="*/ 2123750 w 4211600"/>
                <a:gd name="connsiteY12" fmla="*/ 1238651 h 1660822"/>
                <a:gd name="connsiteX13" fmla="*/ 1761444 w 4211600"/>
                <a:gd name="connsiteY13" fmla="*/ 1273417 h 1660822"/>
                <a:gd name="connsiteX14" fmla="*/ 1608382 w 4211600"/>
                <a:gd name="connsiteY14" fmla="*/ 1284466 h 1660822"/>
                <a:gd name="connsiteX15" fmla="*/ 999942 w 4211600"/>
                <a:gd name="connsiteY15" fmla="*/ 1354284 h 1660822"/>
                <a:gd name="connsiteX16" fmla="*/ 484705 w 4211600"/>
                <a:gd name="connsiteY16" fmla="*/ 1450487 h 1660822"/>
                <a:gd name="connsiteX17" fmla="*/ 113310 w 4211600"/>
                <a:gd name="connsiteY17" fmla="*/ 1613700 h 1660822"/>
                <a:gd name="connsiteX18" fmla="*/ 39668 w 4211600"/>
                <a:gd name="connsiteY18" fmla="*/ 1660822 h 1660822"/>
                <a:gd name="connsiteX19" fmla="*/ 0 w 4211600"/>
                <a:gd name="connsiteY19" fmla="*/ 1660822 h 1660822"/>
                <a:gd name="connsiteX20" fmla="*/ 96701 w 4211600"/>
                <a:gd name="connsiteY20" fmla="*/ 1598934 h 1660822"/>
                <a:gd name="connsiteX21" fmla="*/ 474335 w 4211600"/>
                <a:gd name="connsiteY21" fmla="*/ 1433056 h 1660822"/>
                <a:gd name="connsiteX22" fmla="*/ 994299 w 4211600"/>
                <a:gd name="connsiteY22" fmla="*/ 1335806 h 1660822"/>
                <a:gd name="connsiteX23" fmla="*/ 1605231 w 4211600"/>
                <a:gd name="connsiteY23" fmla="*/ 1265702 h 1660822"/>
                <a:gd name="connsiteX24" fmla="*/ 1758819 w 4211600"/>
                <a:gd name="connsiteY24" fmla="*/ 1254558 h 1660822"/>
                <a:gd name="connsiteX25" fmla="*/ 2118106 w 4211600"/>
                <a:gd name="connsiteY25" fmla="*/ 1220077 h 1660822"/>
                <a:gd name="connsiteX26" fmla="*/ 2475557 w 4211600"/>
                <a:gd name="connsiteY26" fmla="*/ 1144353 h 1660822"/>
                <a:gd name="connsiteX27" fmla="*/ 2573878 w 4211600"/>
                <a:gd name="connsiteY27" fmla="*/ 1120827 h 1660822"/>
                <a:gd name="connsiteX28" fmla="*/ 2907437 w 4211600"/>
                <a:gd name="connsiteY28" fmla="*/ 1049675 h 1660822"/>
                <a:gd name="connsiteX29" fmla="*/ 3122589 w 4211600"/>
                <a:gd name="connsiteY29" fmla="*/ 1005098 h 1660822"/>
                <a:gd name="connsiteX30" fmla="*/ 3391169 w 4211600"/>
                <a:gd name="connsiteY30" fmla="*/ 935756 h 1660822"/>
                <a:gd name="connsiteX31" fmla="*/ 3642290 w 4211600"/>
                <a:gd name="connsiteY31" fmla="*/ 806216 h 1660822"/>
                <a:gd name="connsiteX32" fmla="*/ 3825937 w 4211600"/>
                <a:gd name="connsiteY32" fmla="*/ 594475 h 1660822"/>
                <a:gd name="connsiteX33" fmla="*/ 3861381 w 4211600"/>
                <a:gd name="connsiteY33" fmla="*/ 544755 h 1660822"/>
                <a:gd name="connsiteX34" fmla="*/ 3950381 w 4211600"/>
                <a:gd name="connsiteY34" fmla="*/ 427978 h 1660822"/>
                <a:gd name="connsiteX35" fmla="*/ 4112370 w 4211600"/>
                <a:gd name="connsiteY35" fmla="*/ 201378 h 1660822"/>
                <a:gd name="connsiteX36" fmla="*/ 4195989 w 4211600"/>
                <a:gd name="connsiteY36" fmla="*/ 33834 h 166082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Lst>
              <a:rect l="l" t="t" r="r" b="b"/>
              <a:pathLst>
                <a:path w="4211600" h="1660822">
                  <a:moveTo>
                    <a:pt x="4211600" y="0"/>
                  </a:moveTo>
                  <a:lnTo>
                    <a:pt x="4211600" y="58430"/>
                  </a:lnTo>
                  <a:lnTo>
                    <a:pt x="4136524" y="208808"/>
                  </a:lnTo>
                  <a:cubicBezTo>
                    <a:pt x="4089791" y="287770"/>
                    <a:pt x="4030588" y="363780"/>
                    <a:pt x="3973354" y="437313"/>
                  </a:cubicBezTo>
                  <a:cubicBezTo>
                    <a:pt x="3943819" y="475222"/>
                    <a:pt x="3913231" y="514465"/>
                    <a:pt x="3884746" y="553613"/>
                  </a:cubicBezTo>
                  <a:cubicBezTo>
                    <a:pt x="3872801" y="569996"/>
                    <a:pt x="3861119" y="586569"/>
                    <a:pt x="3849435" y="603143"/>
                  </a:cubicBezTo>
                  <a:cubicBezTo>
                    <a:pt x="3796665" y="678009"/>
                    <a:pt x="3742187" y="755352"/>
                    <a:pt x="3661849" y="819075"/>
                  </a:cubicBezTo>
                  <a:cubicBezTo>
                    <a:pt x="3596214" y="871176"/>
                    <a:pt x="3509050" y="916230"/>
                    <a:pt x="3402589" y="952996"/>
                  </a:cubicBezTo>
                  <a:cubicBezTo>
                    <a:pt x="3312406" y="984048"/>
                    <a:pt x="3215660" y="1005003"/>
                    <a:pt x="3130202" y="1023386"/>
                  </a:cubicBezTo>
                  <a:cubicBezTo>
                    <a:pt x="3058529" y="1038816"/>
                    <a:pt x="2985412" y="1053675"/>
                    <a:pt x="2914657" y="1068058"/>
                  </a:cubicBezTo>
                  <a:cubicBezTo>
                    <a:pt x="2805176" y="1090251"/>
                    <a:pt x="2692021" y="1113207"/>
                    <a:pt x="2582149" y="1138924"/>
                  </a:cubicBezTo>
                  <a:cubicBezTo>
                    <a:pt x="2549330" y="1146639"/>
                    <a:pt x="2516644" y="1154450"/>
                    <a:pt x="2483958" y="1162356"/>
                  </a:cubicBezTo>
                  <a:cubicBezTo>
                    <a:pt x="2367257" y="1190550"/>
                    <a:pt x="2246621" y="1219601"/>
                    <a:pt x="2123750" y="1238651"/>
                  </a:cubicBezTo>
                  <a:cubicBezTo>
                    <a:pt x="2004294" y="1257129"/>
                    <a:pt x="1880769" y="1265416"/>
                    <a:pt x="1761444" y="1273417"/>
                  </a:cubicBezTo>
                  <a:cubicBezTo>
                    <a:pt x="1711167" y="1276751"/>
                    <a:pt x="1659184" y="1280275"/>
                    <a:pt x="1608382" y="1284466"/>
                  </a:cubicBezTo>
                  <a:cubicBezTo>
                    <a:pt x="1408589" y="1300944"/>
                    <a:pt x="1214570" y="1325805"/>
                    <a:pt x="999942" y="1354284"/>
                  </a:cubicBezTo>
                  <a:cubicBezTo>
                    <a:pt x="826403" y="1377240"/>
                    <a:pt x="647744" y="1400957"/>
                    <a:pt x="484705" y="1450487"/>
                  </a:cubicBezTo>
                  <a:cubicBezTo>
                    <a:pt x="355831" y="1489635"/>
                    <a:pt x="231387" y="1544374"/>
                    <a:pt x="113310" y="1613700"/>
                  </a:cubicBezTo>
                  <a:lnTo>
                    <a:pt x="39668" y="1660822"/>
                  </a:lnTo>
                  <a:lnTo>
                    <a:pt x="0" y="1660822"/>
                  </a:lnTo>
                  <a:lnTo>
                    <a:pt x="96701" y="1598934"/>
                  </a:lnTo>
                  <a:cubicBezTo>
                    <a:pt x="216635" y="1528533"/>
                    <a:pt x="343196" y="1472919"/>
                    <a:pt x="474335" y="1433056"/>
                  </a:cubicBezTo>
                  <a:cubicBezTo>
                    <a:pt x="639999" y="1382669"/>
                    <a:pt x="820102" y="1358856"/>
                    <a:pt x="994299" y="1335806"/>
                  </a:cubicBezTo>
                  <a:cubicBezTo>
                    <a:pt x="1210239" y="1307231"/>
                    <a:pt x="1404650" y="1282275"/>
                    <a:pt x="1605231" y="1265702"/>
                  </a:cubicBezTo>
                  <a:cubicBezTo>
                    <a:pt x="1656428" y="1261511"/>
                    <a:pt x="1708411" y="1257987"/>
                    <a:pt x="1758819" y="1254558"/>
                  </a:cubicBezTo>
                  <a:cubicBezTo>
                    <a:pt x="1877487" y="1246557"/>
                    <a:pt x="2000094" y="1238365"/>
                    <a:pt x="2118106" y="1220077"/>
                  </a:cubicBezTo>
                  <a:cubicBezTo>
                    <a:pt x="2239531" y="1201313"/>
                    <a:pt x="2359513" y="1172357"/>
                    <a:pt x="2475557" y="1144353"/>
                  </a:cubicBezTo>
                  <a:cubicBezTo>
                    <a:pt x="2508243" y="1136448"/>
                    <a:pt x="2541060" y="1128542"/>
                    <a:pt x="2573878" y="1120827"/>
                  </a:cubicBezTo>
                  <a:cubicBezTo>
                    <a:pt x="2684276" y="1094919"/>
                    <a:pt x="2797694" y="1071963"/>
                    <a:pt x="2907437" y="1049675"/>
                  </a:cubicBezTo>
                  <a:cubicBezTo>
                    <a:pt x="2978061" y="1035387"/>
                    <a:pt x="3051178" y="1020528"/>
                    <a:pt x="3122589" y="1005098"/>
                  </a:cubicBezTo>
                  <a:cubicBezTo>
                    <a:pt x="3206997" y="986810"/>
                    <a:pt x="3302823" y="966141"/>
                    <a:pt x="3391169" y="935756"/>
                  </a:cubicBezTo>
                  <a:cubicBezTo>
                    <a:pt x="3494479" y="900132"/>
                    <a:pt x="3578886" y="856508"/>
                    <a:pt x="3642290" y="806216"/>
                  </a:cubicBezTo>
                  <a:cubicBezTo>
                    <a:pt x="3720133" y="744303"/>
                    <a:pt x="3773953" y="668103"/>
                    <a:pt x="3825937" y="594475"/>
                  </a:cubicBezTo>
                  <a:cubicBezTo>
                    <a:pt x="3837621" y="577902"/>
                    <a:pt x="3849435" y="561233"/>
                    <a:pt x="3861381" y="544755"/>
                  </a:cubicBezTo>
                  <a:cubicBezTo>
                    <a:pt x="3889997" y="505416"/>
                    <a:pt x="3920715" y="465983"/>
                    <a:pt x="3950381" y="427978"/>
                  </a:cubicBezTo>
                  <a:cubicBezTo>
                    <a:pt x="4007353" y="354921"/>
                    <a:pt x="4066163" y="279388"/>
                    <a:pt x="4112370" y="201378"/>
                  </a:cubicBezTo>
                  <a:cubicBezTo>
                    <a:pt x="4144662" y="146800"/>
                    <a:pt x="4170785" y="89364"/>
                    <a:pt x="4195989" y="33834"/>
                  </a:cubicBezTo>
                  <a:close/>
                </a:path>
              </a:pathLst>
            </a:cu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a:p>
          </p:txBody>
        </p:sp>
      </p:grpSp>
    </p:spTree>
    <p:extLst>
      <p:ext uri="{BB962C8B-B14F-4D97-AF65-F5344CB8AC3E}">
        <p14:creationId xmlns:p14="http://schemas.microsoft.com/office/powerpoint/2010/main" val="1262665803"/>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68" name="Rectangle 67">
            <a:extLst>
              <a:ext uri="{FF2B5EF4-FFF2-40B4-BE49-F238E27FC236}">
                <a16:creationId xmlns:a16="http://schemas.microsoft.com/office/drawing/2014/main" id="{8651CFA9-6065-4243-AC48-858E359780B1}"/>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88952" cy="6858000"/>
          </a:xfrm>
          <a:prstGeom prst="rect">
            <a:avLst/>
          </a:prstGeom>
          <a:ln>
            <a:solidFill>
              <a:schemeClr val="bg1">
                <a:lumMod val="9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solidFill>
                <a:schemeClr val="tx1">
                  <a:lumMod val="65000"/>
                  <a:lumOff val="35000"/>
                </a:schemeClr>
              </a:solidFill>
              <a:latin typeface="AvenirNext LT Pro Medium" panose="020B0504020202020204" pitchFamily="34" charset="0"/>
            </a:endParaRPr>
          </a:p>
        </p:txBody>
      </p:sp>
      <p:sp>
        <p:nvSpPr>
          <p:cNvPr id="70" name="Rectangle 69">
            <a:extLst>
              <a:ext uri="{FF2B5EF4-FFF2-40B4-BE49-F238E27FC236}">
                <a16:creationId xmlns:a16="http://schemas.microsoft.com/office/drawing/2014/main" id="{37962AE0-6A1C-4B76-9D52-10E5E6D7D3BB}"/>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88952" cy="6858000"/>
          </a:xfrm>
          <a:prstGeom prst="rect">
            <a:avLst/>
          </a:prstGeom>
          <a:solidFill>
            <a:schemeClr val="bg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solidFill>
                <a:schemeClr val="tx1">
                  <a:lumMod val="65000"/>
                  <a:lumOff val="35000"/>
                </a:schemeClr>
              </a:solidFill>
              <a:latin typeface="AvenirNext LT Pro Medium" panose="020B0504020202020204" pitchFamily="34" charset="0"/>
            </a:endParaRPr>
          </a:p>
        </p:txBody>
      </p:sp>
      <p:grpSp>
        <p:nvGrpSpPr>
          <p:cNvPr id="72" name="Top left">
            <a:extLst>
              <a:ext uri="{FF2B5EF4-FFF2-40B4-BE49-F238E27FC236}">
                <a16:creationId xmlns:a16="http://schemas.microsoft.com/office/drawing/2014/main" id="{34B438D8-EF7C-445C-8B7F-953BEB1BC133}"/>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10849" y="-3086"/>
            <a:ext cx="2198951" cy="3349518"/>
            <a:chOff x="10849" y="-3086"/>
            <a:chExt cx="2198951" cy="3349518"/>
          </a:xfrm>
        </p:grpSpPr>
        <p:sp>
          <p:nvSpPr>
            <p:cNvPr id="73" name="Freeform: Shape 72">
              <a:extLst>
                <a:ext uri="{FF2B5EF4-FFF2-40B4-BE49-F238E27FC236}">
                  <a16:creationId xmlns:a16="http://schemas.microsoft.com/office/drawing/2014/main" id="{9FE087E2-E4B7-42FA-A441-7EDEE41B00F3}"/>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rot="10800000">
              <a:off x="692844" y="-3086"/>
              <a:ext cx="1326111" cy="597603"/>
            </a:xfrm>
            <a:custGeom>
              <a:avLst/>
              <a:gdLst>
                <a:gd name="connsiteX0" fmla="*/ 741051 w 1482102"/>
                <a:gd name="connsiteY0" fmla="*/ 0 h 679363"/>
                <a:gd name="connsiteX1" fmla="*/ 1473822 w 1482102"/>
                <a:gd name="connsiteY1" fmla="*/ 597226 h 679363"/>
                <a:gd name="connsiteX2" fmla="*/ 1482102 w 1482102"/>
                <a:gd name="connsiteY2" fmla="*/ 679363 h 679363"/>
                <a:gd name="connsiteX3" fmla="*/ 0 w 1482102"/>
                <a:gd name="connsiteY3" fmla="*/ 679363 h 679363"/>
                <a:gd name="connsiteX4" fmla="*/ 8280 w 1482102"/>
                <a:gd name="connsiteY4" fmla="*/ 597226 h 679363"/>
                <a:gd name="connsiteX5" fmla="*/ 741051 w 1482102"/>
                <a:gd name="connsiteY5" fmla="*/ 0 h 67936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1482102" h="679363">
                  <a:moveTo>
                    <a:pt x="741051" y="0"/>
                  </a:moveTo>
                  <a:cubicBezTo>
                    <a:pt x="1102506" y="0"/>
                    <a:pt x="1404077" y="256390"/>
                    <a:pt x="1473822" y="597226"/>
                  </a:cubicBezTo>
                  <a:lnTo>
                    <a:pt x="1482102" y="679363"/>
                  </a:lnTo>
                  <a:lnTo>
                    <a:pt x="0" y="679363"/>
                  </a:lnTo>
                  <a:lnTo>
                    <a:pt x="8280" y="597226"/>
                  </a:lnTo>
                  <a:cubicBezTo>
                    <a:pt x="78025" y="256390"/>
                    <a:pt x="379596" y="0"/>
                    <a:pt x="741051" y="0"/>
                  </a:cubicBezTo>
                  <a:close/>
                </a:path>
              </a:pathLst>
            </a:cu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dirty="0">
                <a:solidFill>
                  <a:schemeClr val="tx1">
                    <a:lumMod val="65000"/>
                    <a:lumOff val="35000"/>
                  </a:schemeClr>
                </a:solidFill>
                <a:latin typeface="AvenirNext LT Pro Medium" panose="020B0504020202020204" pitchFamily="34" charset="0"/>
              </a:endParaRPr>
            </a:p>
          </p:txBody>
        </p:sp>
        <p:sp>
          <p:nvSpPr>
            <p:cNvPr id="74" name="Freeform: Shape 73">
              <a:extLst>
                <a:ext uri="{FF2B5EF4-FFF2-40B4-BE49-F238E27FC236}">
                  <a16:creationId xmlns:a16="http://schemas.microsoft.com/office/drawing/2014/main" id="{A61B2EF2-665F-429A-9CFB-08C14FAC9993}"/>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19394" y="15241"/>
              <a:ext cx="2190406" cy="3331191"/>
            </a:xfrm>
            <a:custGeom>
              <a:avLst/>
              <a:gdLst>
                <a:gd name="connsiteX0" fmla="*/ 0 w 3296088"/>
                <a:gd name="connsiteY0" fmla="*/ 5012722 h 5012722"/>
                <a:gd name="connsiteX1" fmla="*/ 244031 w 3296088"/>
                <a:gd name="connsiteY1" fmla="*/ 4820222 h 5012722"/>
                <a:gd name="connsiteX2" fmla="*/ 729234 w 3296088"/>
                <a:gd name="connsiteY2" fmla="*/ 4360641 h 5012722"/>
                <a:gd name="connsiteX3" fmla="*/ 881444 w 3296088"/>
                <a:gd name="connsiteY3" fmla="*/ 4173950 h 5012722"/>
                <a:gd name="connsiteX4" fmla="*/ 1151287 w 3296088"/>
                <a:gd name="connsiteY4" fmla="*/ 3972877 h 5012722"/>
                <a:gd name="connsiteX5" fmla="*/ 1498664 w 3296088"/>
                <a:gd name="connsiteY5" fmla="*/ 3786188 h 5012722"/>
                <a:gd name="connsiteX6" fmla="*/ 1716881 w 3296088"/>
                <a:gd name="connsiteY6" fmla="*/ 3674174 h 5012722"/>
                <a:gd name="connsiteX7" fmla="*/ 1913573 w 3296088"/>
                <a:gd name="connsiteY7" fmla="*/ 3477387 h 5012722"/>
                <a:gd name="connsiteX8" fmla="*/ 2167700 w 3296088"/>
                <a:gd name="connsiteY8" fmla="*/ 3042190 h 5012722"/>
                <a:gd name="connsiteX9" fmla="*/ 2273903 w 3296088"/>
                <a:gd name="connsiteY9" fmla="*/ 2775014 h 5012722"/>
                <a:gd name="connsiteX10" fmla="*/ 2463356 w 3296088"/>
                <a:gd name="connsiteY10" fmla="*/ 2335530 h 5012722"/>
                <a:gd name="connsiteX11" fmla="*/ 2741866 w 3296088"/>
                <a:gd name="connsiteY11" fmla="*/ 1982248 h 5012722"/>
                <a:gd name="connsiteX12" fmla="*/ 2985897 w 3296088"/>
                <a:gd name="connsiteY12" fmla="*/ 1634681 h 5012722"/>
                <a:gd name="connsiteX13" fmla="*/ 3212687 w 3296088"/>
                <a:gd name="connsiteY13" fmla="*/ 1226820 h 5012722"/>
                <a:gd name="connsiteX14" fmla="*/ 3281553 w 3296088"/>
                <a:gd name="connsiteY14" fmla="*/ 959644 h 5012722"/>
                <a:gd name="connsiteX15" fmla="*/ 3295936 w 3296088"/>
                <a:gd name="connsiteY15" fmla="*/ 701135 h 5012722"/>
                <a:gd name="connsiteX16" fmla="*/ 3267266 w 3296088"/>
                <a:gd name="connsiteY16" fmla="*/ 436817 h 5012722"/>
                <a:gd name="connsiteX17" fmla="*/ 3105341 w 3296088"/>
                <a:gd name="connsiteY17" fmla="*/ 0 h 501272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Lst>
              <a:rect l="l" t="t" r="r" b="b"/>
              <a:pathLst>
                <a:path w="3296088" h="5012722">
                  <a:moveTo>
                    <a:pt x="0" y="5012722"/>
                  </a:moveTo>
                  <a:cubicBezTo>
                    <a:pt x="81820" y="4949095"/>
                    <a:pt x="163544" y="4885468"/>
                    <a:pt x="244031" y="4820222"/>
                  </a:cubicBezTo>
                  <a:cubicBezTo>
                    <a:pt x="417671" y="4679633"/>
                    <a:pt x="589883" y="4535139"/>
                    <a:pt x="729234" y="4360641"/>
                  </a:cubicBezTo>
                  <a:cubicBezTo>
                    <a:pt x="779431" y="4297776"/>
                    <a:pt x="825818" y="4231958"/>
                    <a:pt x="881444" y="4173950"/>
                  </a:cubicBezTo>
                  <a:cubicBezTo>
                    <a:pt x="959358" y="4092607"/>
                    <a:pt x="1054799" y="4031075"/>
                    <a:pt x="1151287" y="3972877"/>
                  </a:cubicBezTo>
                  <a:cubicBezTo>
                    <a:pt x="1263968" y="3904964"/>
                    <a:pt x="1379315" y="3841337"/>
                    <a:pt x="1498664" y="3786188"/>
                  </a:cubicBezTo>
                  <a:cubicBezTo>
                    <a:pt x="1573149" y="3751802"/>
                    <a:pt x="1649159" y="3720179"/>
                    <a:pt x="1716881" y="3674174"/>
                  </a:cubicBezTo>
                  <a:cubicBezTo>
                    <a:pt x="1794034" y="3621691"/>
                    <a:pt x="1856708" y="3551492"/>
                    <a:pt x="1913573" y="3477387"/>
                  </a:cubicBezTo>
                  <a:cubicBezTo>
                    <a:pt x="2016157" y="3343751"/>
                    <a:pt x="2099024" y="3196114"/>
                    <a:pt x="2167700" y="3042190"/>
                  </a:cubicBezTo>
                  <a:cubicBezTo>
                    <a:pt x="2206752" y="2954655"/>
                    <a:pt x="2241233" y="2865215"/>
                    <a:pt x="2273903" y="2775014"/>
                  </a:cubicBezTo>
                  <a:cubicBezTo>
                    <a:pt x="2328482" y="2624423"/>
                    <a:pt x="2379440" y="2471642"/>
                    <a:pt x="2463356" y="2335530"/>
                  </a:cubicBezTo>
                  <a:cubicBezTo>
                    <a:pt x="2542127" y="2207705"/>
                    <a:pt x="2647855" y="2099501"/>
                    <a:pt x="2741866" y="1982248"/>
                  </a:cubicBezTo>
                  <a:cubicBezTo>
                    <a:pt x="2830449" y="1871758"/>
                    <a:pt x="2908554" y="1753362"/>
                    <a:pt x="2985897" y="1634681"/>
                  </a:cubicBezTo>
                  <a:cubicBezTo>
                    <a:pt x="3071146" y="1503902"/>
                    <a:pt x="3156395" y="1372172"/>
                    <a:pt x="3212687" y="1226820"/>
                  </a:cubicBezTo>
                  <a:cubicBezTo>
                    <a:pt x="3246025" y="1140809"/>
                    <a:pt x="3268790" y="1051084"/>
                    <a:pt x="3281553" y="959644"/>
                  </a:cubicBezTo>
                  <a:cubicBezTo>
                    <a:pt x="3293555" y="874014"/>
                    <a:pt x="3296888" y="787527"/>
                    <a:pt x="3295936" y="701135"/>
                  </a:cubicBezTo>
                  <a:cubicBezTo>
                    <a:pt x="3294888" y="612172"/>
                    <a:pt x="3289268" y="523018"/>
                    <a:pt x="3267266" y="436817"/>
                  </a:cubicBezTo>
                  <a:cubicBezTo>
                    <a:pt x="3227832" y="282416"/>
                    <a:pt x="3105341" y="0"/>
                    <a:pt x="3105341" y="0"/>
                  </a:cubicBezTo>
                </a:path>
              </a:pathLst>
            </a:custGeom>
            <a:noFill/>
            <a:ln w="9525" cap="rnd">
              <a:solidFill>
                <a:schemeClr val="accent2">
                  <a:alpha val="50000"/>
                </a:schemeClr>
              </a:solidFill>
              <a:prstDash val="lgDash"/>
              <a:round/>
            </a:ln>
          </p:spPr>
          <p:txBody>
            <a:bodyPr rtlCol="0" anchor="ctr"/>
            <a:lstStyle/>
            <a:p>
              <a:endParaRPr lang="en-US"/>
            </a:p>
          </p:txBody>
        </p:sp>
        <p:sp>
          <p:nvSpPr>
            <p:cNvPr id="75" name="Freeform: Shape 74">
              <a:extLst>
                <a:ext uri="{FF2B5EF4-FFF2-40B4-BE49-F238E27FC236}">
                  <a16:creationId xmlns:a16="http://schemas.microsoft.com/office/drawing/2014/main" id="{0B0B1C71-6C49-4F64-8859-9CC59D7D98EE}"/>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10849" y="15178"/>
              <a:ext cx="1978674" cy="3074959"/>
            </a:xfrm>
            <a:custGeom>
              <a:avLst/>
              <a:gdLst>
                <a:gd name="connsiteX0" fmla="*/ 0 w 2977477"/>
                <a:gd name="connsiteY0" fmla="*/ 4627150 h 4627149"/>
                <a:gd name="connsiteX1" fmla="*/ 275082 w 2977477"/>
                <a:gd name="connsiteY1" fmla="*/ 4341590 h 4627149"/>
                <a:gd name="connsiteX2" fmla="*/ 502825 w 2977477"/>
                <a:gd name="connsiteY2" fmla="*/ 4054126 h 4627149"/>
                <a:gd name="connsiteX3" fmla="*/ 666179 w 2977477"/>
                <a:gd name="connsiteY3" fmla="*/ 3890677 h 4627149"/>
                <a:gd name="connsiteX4" fmla="*/ 864203 w 2977477"/>
                <a:gd name="connsiteY4" fmla="*/ 3675983 h 4627149"/>
                <a:gd name="connsiteX5" fmla="*/ 982599 w 2977477"/>
                <a:gd name="connsiteY5" fmla="*/ 3557492 h 4627149"/>
                <a:gd name="connsiteX6" fmla="*/ 1188244 w 2977477"/>
                <a:gd name="connsiteY6" fmla="*/ 3329654 h 4627149"/>
                <a:gd name="connsiteX7" fmla="*/ 1344740 w 2977477"/>
                <a:gd name="connsiteY7" fmla="*/ 3146774 h 4627149"/>
                <a:gd name="connsiteX8" fmla="*/ 1470755 w 2977477"/>
                <a:gd name="connsiteY8" fmla="*/ 2984659 h 4627149"/>
                <a:gd name="connsiteX9" fmla="*/ 1657636 w 2977477"/>
                <a:gd name="connsiteY9" fmla="*/ 2670239 h 4627149"/>
                <a:gd name="connsiteX10" fmla="*/ 1762887 w 2977477"/>
                <a:gd name="connsiteY10" fmla="*/ 2473547 h 4627149"/>
                <a:gd name="connsiteX11" fmla="*/ 1866710 w 2977477"/>
                <a:gd name="connsiteY11" fmla="*/ 2290667 h 4627149"/>
                <a:gd name="connsiteX12" fmla="*/ 2106263 w 2977477"/>
                <a:gd name="connsiteY12" fmla="*/ 2030254 h 4627149"/>
                <a:gd name="connsiteX13" fmla="*/ 2277237 w 2977477"/>
                <a:gd name="connsiteY13" fmla="*/ 1859185 h 4627149"/>
                <a:gd name="connsiteX14" fmla="*/ 2499455 w 2977477"/>
                <a:gd name="connsiteY14" fmla="*/ 1656207 h 4627149"/>
                <a:gd name="connsiteX15" fmla="*/ 2707100 w 2977477"/>
                <a:gd name="connsiteY15" fmla="*/ 1390269 h 4627149"/>
                <a:gd name="connsiteX16" fmla="*/ 2812352 w 2977477"/>
                <a:gd name="connsiteY16" fmla="*/ 1230916 h 4627149"/>
                <a:gd name="connsiteX17" fmla="*/ 2898172 w 2977477"/>
                <a:gd name="connsiteY17" fmla="*/ 1036987 h 4627149"/>
                <a:gd name="connsiteX18" fmla="*/ 2963228 w 2977477"/>
                <a:gd name="connsiteY18" fmla="*/ 850011 h 4627149"/>
                <a:gd name="connsiteX19" fmla="*/ 2977325 w 2977477"/>
                <a:gd name="connsiteY19" fmla="*/ 745427 h 4627149"/>
                <a:gd name="connsiteX20" fmla="*/ 2929509 w 2977477"/>
                <a:gd name="connsiteY20" fmla="*/ 480155 h 4627149"/>
                <a:gd name="connsiteX21" fmla="*/ 2563082 w 2977477"/>
                <a:gd name="connsiteY21" fmla="*/ 0 h 462714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Lst>
              <a:rect l="l" t="t" r="r" b="b"/>
              <a:pathLst>
                <a:path w="2977477" h="4627149">
                  <a:moveTo>
                    <a:pt x="0" y="4627150"/>
                  </a:moveTo>
                  <a:cubicBezTo>
                    <a:pt x="79820" y="4552283"/>
                    <a:pt x="203835" y="4424648"/>
                    <a:pt x="275082" y="4341590"/>
                  </a:cubicBezTo>
                  <a:cubicBezTo>
                    <a:pt x="354711" y="4248722"/>
                    <a:pt x="421005" y="4145090"/>
                    <a:pt x="502825" y="4054126"/>
                  </a:cubicBezTo>
                  <a:cubicBezTo>
                    <a:pt x="554355" y="3996881"/>
                    <a:pt x="612362" y="3945827"/>
                    <a:pt x="666179" y="3890677"/>
                  </a:cubicBezTo>
                  <a:cubicBezTo>
                    <a:pt x="734187" y="3821049"/>
                    <a:pt x="796671" y="3746183"/>
                    <a:pt x="864203" y="3675983"/>
                  </a:cubicBezTo>
                  <a:cubicBezTo>
                    <a:pt x="902875" y="3635788"/>
                    <a:pt x="943642" y="3597593"/>
                    <a:pt x="982599" y="3557492"/>
                  </a:cubicBezTo>
                  <a:cubicBezTo>
                    <a:pt x="1053941" y="3484150"/>
                    <a:pt x="1121378" y="3407093"/>
                    <a:pt x="1188244" y="3329654"/>
                  </a:cubicBezTo>
                  <a:cubicBezTo>
                    <a:pt x="1240631" y="3268885"/>
                    <a:pt x="1293495" y="3208496"/>
                    <a:pt x="1344740" y="3146774"/>
                  </a:cubicBezTo>
                  <a:cubicBezTo>
                    <a:pt x="1388459" y="3094101"/>
                    <a:pt x="1431512" y="3040761"/>
                    <a:pt x="1470755" y="2984659"/>
                  </a:cubicBezTo>
                  <a:cubicBezTo>
                    <a:pt x="1540764" y="2884646"/>
                    <a:pt x="1598771" y="2777109"/>
                    <a:pt x="1657636" y="2670239"/>
                  </a:cubicBezTo>
                  <a:cubicBezTo>
                    <a:pt x="1693545" y="2605088"/>
                    <a:pt x="1728502" y="2539460"/>
                    <a:pt x="1762887" y="2473547"/>
                  </a:cubicBezTo>
                  <a:cubicBezTo>
                    <a:pt x="1795367" y="2411349"/>
                    <a:pt x="1826419" y="2348103"/>
                    <a:pt x="1866710" y="2290667"/>
                  </a:cubicBezTo>
                  <a:cubicBezTo>
                    <a:pt x="1934623" y="2193893"/>
                    <a:pt x="2022729" y="2114169"/>
                    <a:pt x="2106263" y="2030254"/>
                  </a:cubicBezTo>
                  <a:cubicBezTo>
                    <a:pt x="2163128" y="1973104"/>
                    <a:pt x="2218182" y="1914049"/>
                    <a:pt x="2277237" y="1859185"/>
                  </a:cubicBezTo>
                  <a:cubicBezTo>
                    <a:pt x="2350770" y="1790891"/>
                    <a:pt x="2430304" y="1728978"/>
                    <a:pt x="2499455" y="1656207"/>
                  </a:cubicBezTo>
                  <a:cubicBezTo>
                    <a:pt x="2576989" y="1574578"/>
                    <a:pt x="2641568" y="1481900"/>
                    <a:pt x="2707100" y="1390269"/>
                  </a:cubicBezTo>
                  <a:cubicBezTo>
                    <a:pt x="2744153" y="1338453"/>
                    <a:pt x="2781586" y="1286732"/>
                    <a:pt x="2812352" y="1230916"/>
                  </a:cubicBezTo>
                  <a:cubicBezTo>
                    <a:pt x="2846546" y="1168908"/>
                    <a:pt x="2872550" y="1102900"/>
                    <a:pt x="2898172" y="1036987"/>
                  </a:cubicBezTo>
                  <a:cubicBezTo>
                    <a:pt x="2922175" y="975455"/>
                    <a:pt x="2948273" y="914305"/>
                    <a:pt x="2963228" y="850011"/>
                  </a:cubicBezTo>
                  <a:cubicBezTo>
                    <a:pt x="2971229" y="815626"/>
                    <a:pt x="2976563" y="780764"/>
                    <a:pt x="2977325" y="745427"/>
                  </a:cubicBezTo>
                  <a:cubicBezTo>
                    <a:pt x="2979230" y="654844"/>
                    <a:pt x="2963323" y="564261"/>
                    <a:pt x="2929509" y="480155"/>
                  </a:cubicBezTo>
                  <a:cubicBezTo>
                    <a:pt x="2851309" y="285655"/>
                    <a:pt x="2563082" y="0"/>
                    <a:pt x="2563082" y="0"/>
                  </a:cubicBezTo>
                </a:path>
              </a:pathLst>
            </a:custGeom>
            <a:noFill/>
            <a:ln w="9525" cap="rnd">
              <a:solidFill>
                <a:schemeClr val="accent2">
                  <a:alpha val="50000"/>
                </a:schemeClr>
              </a:solidFill>
              <a:prstDash val="lgDash"/>
              <a:round/>
            </a:ln>
          </p:spPr>
          <p:txBody>
            <a:bodyPr rtlCol="0" anchor="ctr"/>
            <a:lstStyle/>
            <a:p>
              <a:endParaRPr lang="en-US"/>
            </a:p>
          </p:txBody>
        </p:sp>
        <p:sp>
          <p:nvSpPr>
            <p:cNvPr id="76" name="Freeform: Shape 75">
              <a:extLst>
                <a:ext uri="{FF2B5EF4-FFF2-40B4-BE49-F238E27FC236}">
                  <a16:creationId xmlns:a16="http://schemas.microsoft.com/office/drawing/2014/main" id="{66BBF9FA-27D4-45DF-8D9C-623EA4106A84}"/>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25092" y="15178"/>
              <a:ext cx="1566146" cy="2737264"/>
            </a:xfrm>
            <a:custGeom>
              <a:avLst/>
              <a:gdLst>
                <a:gd name="connsiteX0" fmla="*/ 1707071 w 2356712"/>
                <a:gd name="connsiteY0" fmla="*/ 0 h 4118991"/>
                <a:gd name="connsiteX1" fmla="*/ 1824514 w 2356712"/>
                <a:gd name="connsiteY1" fmla="*/ 244697 h 4118991"/>
                <a:gd name="connsiteX2" fmla="*/ 1908715 w 2356712"/>
                <a:gd name="connsiteY2" fmla="*/ 328994 h 4118991"/>
                <a:gd name="connsiteX3" fmla="*/ 2226469 w 2356712"/>
                <a:gd name="connsiteY3" fmla="*/ 603695 h 4118991"/>
                <a:gd name="connsiteX4" fmla="*/ 2355628 w 2356712"/>
                <a:gd name="connsiteY4" fmla="*/ 900494 h 4118991"/>
                <a:gd name="connsiteX5" fmla="*/ 2281428 w 2356712"/>
                <a:gd name="connsiteY5" fmla="*/ 1206913 h 4118991"/>
                <a:gd name="connsiteX6" fmla="*/ 2092452 w 2356712"/>
                <a:gd name="connsiteY6" fmla="*/ 1460659 h 4118991"/>
                <a:gd name="connsiteX7" fmla="*/ 1834039 w 2356712"/>
                <a:gd name="connsiteY7" fmla="*/ 1625822 h 4118991"/>
                <a:gd name="connsiteX8" fmla="*/ 1558862 w 2356712"/>
                <a:gd name="connsiteY8" fmla="*/ 1743075 h 4118991"/>
                <a:gd name="connsiteX9" fmla="*/ 1386554 w 2356712"/>
                <a:gd name="connsiteY9" fmla="*/ 1869948 h 4118991"/>
                <a:gd name="connsiteX10" fmla="*/ 1271683 w 2356712"/>
                <a:gd name="connsiteY10" fmla="*/ 2073402 h 4118991"/>
                <a:gd name="connsiteX11" fmla="*/ 1178338 w 2356712"/>
                <a:gd name="connsiteY11" fmla="*/ 2355914 h 4118991"/>
                <a:gd name="connsiteX12" fmla="*/ 1113758 w 2356712"/>
                <a:gd name="connsiteY12" fmla="*/ 2578513 h 4118991"/>
                <a:gd name="connsiteX13" fmla="*/ 1034796 w 2356712"/>
                <a:gd name="connsiteY13" fmla="*/ 2834640 h 4118991"/>
                <a:gd name="connsiteX14" fmla="*/ 905637 w 2356712"/>
                <a:gd name="connsiteY14" fmla="*/ 3081242 h 4118991"/>
                <a:gd name="connsiteX15" fmla="*/ 793147 w 2356712"/>
                <a:gd name="connsiteY15" fmla="*/ 3258407 h 4118991"/>
                <a:gd name="connsiteX16" fmla="*/ 546735 w 2356712"/>
                <a:gd name="connsiteY16" fmla="*/ 3571970 h 4118991"/>
                <a:gd name="connsiteX17" fmla="*/ 346996 w 2356712"/>
                <a:gd name="connsiteY17" fmla="*/ 3771900 h 4118991"/>
                <a:gd name="connsiteX18" fmla="*/ 174689 w 2356712"/>
                <a:gd name="connsiteY18" fmla="*/ 3944207 h 4118991"/>
                <a:gd name="connsiteX19" fmla="*/ 0 w 2356712"/>
                <a:gd name="connsiteY19" fmla="*/ 4118991 h 411899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Lst>
              <a:rect l="l" t="t" r="r" b="b"/>
              <a:pathLst>
                <a:path w="2356712" h="4118991">
                  <a:moveTo>
                    <a:pt x="1707071" y="0"/>
                  </a:moveTo>
                  <a:cubicBezTo>
                    <a:pt x="1715357" y="22098"/>
                    <a:pt x="1812608" y="224409"/>
                    <a:pt x="1824514" y="244697"/>
                  </a:cubicBezTo>
                  <a:cubicBezTo>
                    <a:pt x="1844802" y="279273"/>
                    <a:pt x="1876996" y="304324"/>
                    <a:pt x="1908715" y="328994"/>
                  </a:cubicBezTo>
                  <a:cubicBezTo>
                    <a:pt x="2019967" y="415195"/>
                    <a:pt x="2137886" y="494633"/>
                    <a:pt x="2226469" y="603695"/>
                  </a:cubicBezTo>
                  <a:cubicBezTo>
                    <a:pt x="2296287" y="689610"/>
                    <a:pt x="2347817" y="790480"/>
                    <a:pt x="2355628" y="900494"/>
                  </a:cubicBezTo>
                  <a:cubicBezTo>
                    <a:pt x="2363248" y="1007078"/>
                    <a:pt x="2329910" y="1111187"/>
                    <a:pt x="2281428" y="1206913"/>
                  </a:cubicBezTo>
                  <a:cubicBezTo>
                    <a:pt x="2233422" y="1301877"/>
                    <a:pt x="2170938" y="1388936"/>
                    <a:pt x="2092452" y="1460659"/>
                  </a:cubicBezTo>
                  <a:cubicBezTo>
                    <a:pt x="2016538" y="1530001"/>
                    <a:pt x="1927765" y="1583436"/>
                    <a:pt x="1834039" y="1625822"/>
                  </a:cubicBezTo>
                  <a:cubicBezTo>
                    <a:pt x="1743075" y="1666970"/>
                    <a:pt x="1647730" y="1697736"/>
                    <a:pt x="1558862" y="1743075"/>
                  </a:cubicBezTo>
                  <a:cubicBezTo>
                    <a:pt x="1494758" y="1775841"/>
                    <a:pt x="1434275" y="1816132"/>
                    <a:pt x="1386554" y="1869948"/>
                  </a:cubicBezTo>
                  <a:cubicBezTo>
                    <a:pt x="1334548" y="1928622"/>
                    <a:pt x="1300544" y="2000345"/>
                    <a:pt x="1271683" y="2073402"/>
                  </a:cubicBezTo>
                  <a:cubicBezTo>
                    <a:pt x="1235202" y="2165699"/>
                    <a:pt x="1206722" y="2260759"/>
                    <a:pt x="1178338" y="2355914"/>
                  </a:cubicBezTo>
                  <a:cubicBezTo>
                    <a:pt x="1156240" y="2429923"/>
                    <a:pt x="1134237" y="2504028"/>
                    <a:pt x="1113758" y="2578513"/>
                  </a:cubicBezTo>
                  <a:cubicBezTo>
                    <a:pt x="1090041" y="2664714"/>
                    <a:pt x="1068134" y="2751678"/>
                    <a:pt x="1034796" y="2834640"/>
                  </a:cubicBezTo>
                  <a:cubicBezTo>
                    <a:pt x="1000125" y="2920841"/>
                    <a:pt x="953643" y="3001613"/>
                    <a:pt x="905637" y="3081242"/>
                  </a:cubicBezTo>
                  <a:cubicBezTo>
                    <a:pt x="869442" y="3141155"/>
                    <a:pt x="832295" y="3200400"/>
                    <a:pt x="793147" y="3258407"/>
                  </a:cubicBezTo>
                  <a:cubicBezTo>
                    <a:pt x="718661" y="3368802"/>
                    <a:pt x="637223" y="3474434"/>
                    <a:pt x="546735" y="3571970"/>
                  </a:cubicBezTo>
                  <a:cubicBezTo>
                    <a:pt x="482632" y="3641027"/>
                    <a:pt x="414147" y="3705797"/>
                    <a:pt x="346996" y="3771900"/>
                  </a:cubicBezTo>
                  <a:cubicBezTo>
                    <a:pt x="288989" y="3828764"/>
                    <a:pt x="232029" y="3886676"/>
                    <a:pt x="174689" y="3944207"/>
                  </a:cubicBezTo>
                  <a:cubicBezTo>
                    <a:pt x="116586" y="4002596"/>
                    <a:pt x="58293" y="4060698"/>
                    <a:pt x="0" y="4118991"/>
                  </a:cubicBezTo>
                </a:path>
              </a:pathLst>
            </a:custGeom>
            <a:noFill/>
            <a:ln w="9525" cap="rnd">
              <a:solidFill>
                <a:schemeClr val="accent2">
                  <a:alpha val="50000"/>
                </a:schemeClr>
              </a:solidFill>
              <a:prstDash val="lgDash"/>
              <a:round/>
            </a:ln>
          </p:spPr>
          <p:txBody>
            <a:bodyPr rtlCol="0" anchor="ctr"/>
            <a:lstStyle/>
            <a:p>
              <a:endParaRPr lang="en-US"/>
            </a:p>
          </p:txBody>
        </p:sp>
        <p:sp>
          <p:nvSpPr>
            <p:cNvPr id="77" name="Freeform: Shape 76">
              <a:extLst>
                <a:ext uri="{FF2B5EF4-FFF2-40B4-BE49-F238E27FC236}">
                  <a16:creationId xmlns:a16="http://schemas.microsoft.com/office/drawing/2014/main" id="{0F2F0D01-71CB-4693-A192-5BA045A5CF8F}"/>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10849" y="15178"/>
              <a:ext cx="1368431" cy="2644975"/>
            </a:xfrm>
            <a:custGeom>
              <a:avLst/>
              <a:gdLst>
                <a:gd name="connsiteX0" fmla="*/ 0 w 2059193"/>
                <a:gd name="connsiteY0" fmla="*/ 3980116 h 3980116"/>
                <a:gd name="connsiteX1" fmla="*/ 471583 w 2059193"/>
                <a:gd name="connsiteY1" fmla="*/ 3515678 h 3980116"/>
                <a:gd name="connsiteX2" fmla="*/ 758666 w 2059193"/>
                <a:gd name="connsiteY2" fmla="*/ 3163824 h 3980116"/>
                <a:gd name="connsiteX3" fmla="*/ 940499 w 2059193"/>
                <a:gd name="connsiteY3" fmla="*/ 2780824 h 3980116"/>
                <a:gd name="connsiteX4" fmla="*/ 1055370 w 2059193"/>
                <a:gd name="connsiteY4" fmla="*/ 2242185 h 3980116"/>
                <a:gd name="connsiteX5" fmla="*/ 1136714 w 2059193"/>
                <a:gd name="connsiteY5" fmla="*/ 1878330 h 3980116"/>
                <a:gd name="connsiteX6" fmla="*/ 1246727 w 2059193"/>
                <a:gd name="connsiteY6" fmla="*/ 1562386 h 3980116"/>
                <a:gd name="connsiteX7" fmla="*/ 1378363 w 2059193"/>
                <a:gd name="connsiteY7" fmla="*/ 1430750 h 3980116"/>
                <a:gd name="connsiteX8" fmla="*/ 1691831 w 2059193"/>
                <a:gd name="connsiteY8" fmla="*/ 1394841 h 3980116"/>
                <a:gd name="connsiteX9" fmla="*/ 1914335 w 2059193"/>
                <a:gd name="connsiteY9" fmla="*/ 1323023 h 3980116"/>
                <a:gd name="connsiteX10" fmla="*/ 2055495 w 2059193"/>
                <a:gd name="connsiteY10" fmla="*/ 1098042 h 3980116"/>
                <a:gd name="connsiteX11" fmla="*/ 2033969 w 2059193"/>
                <a:gd name="connsiteY11" fmla="*/ 930497 h 3980116"/>
                <a:gd name="connsiteX12" fmla="*/ 1885664 w 2059193"/>
                <a:gd name="connsiteY12" fmla="*/ 760571 h 3980116"/>
                <a:gd name="connsiteX13" fmla="*/ 1636871 w 2059193"/>
                <a:gd name="connsiteY13" fmla="*/ 612172 h 3980116"/>
                <a:gd name="connsiteX14" fmla="*/ 1335405 w 2059193"/>
                <a:gd name="connsiteY14" fmla="*/ 459010 h 3980116"/>
                <a:gd name="connsiteX15" fmla="*/ 1234916 w 2059193"/>
                <a:gd name="connsiteY15" fmla="*/ 269939 h 3980116"/>
                <a:gd name="connsiteX16" fmla="*/ 1386935 w 2059193"/>
                <a:gd name="connsiteY16" fmla="*/ 0 h 398011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Lst>
              <a:rect l="l" t="t" r="r" b="b"/>
              <a:pathLst>
                <a:path w="2059193" h="3980116">
                  <a:moveTo>
                    <a:pt x="0" y="3980116"/>
                  </a:moveTo>
                  <a:cubicBezTo>
                    <a:pt x="91345" y="3889534"/>
                    <a:pt x="382715" y="3608737"/>
                    <a:pt x="471583" y="3515678"/>
                  </a:cubicBezTo>
                  <a:cubicBezTo>
                    <a:pt x="576358" y="3405949"/>
                    <a:pt x="675989" y="3290983"/>
                    <a:pt x="758666" y="3163824"/>
                  </a:cubicBezTo>
                  <a:cubicBezTo>
                    <a:pt x="836105" y="3044857"/>
                    <a:pt x="897445" y="2916079"/>
                    <a:pt x="940499" y="2780824"/>
                  </a:cubicBezTo>
                  <a:cubicBezTo>
                    <a:pt x="996315" y="2605754"/>
                    <a:pt x="1020985" y="2422874"/>
                    <a:pt x="1055370" y="2242185"/>
                  </a:cubicBezTo>
                  <a:cubicBezTo>
                    <a:pt x="1078611" y="2120075"/>
                    <a:pt x="1107472" y="1999107"/>
                    <a:pt x="1136714" y="1878330"/>
                  </a:cubicBezTo>
                  <a:cubicBezTo>
                    <a:pt x="1163098" y="1769174"/>
                    <a:pt x="1189482" y="1658588"/>
                    <a:pt x="1246727" y="1562386"/>
                  </a:cubicBezTo>
                  <a:cubicBezTo>
                    <a:pt x="1279208" y="1507808"/>
                    <a:pt x="1321689" y="1459039"/>
                    <a:pt x="1378363" y="1430750"/>
                  </a:cubicBezTo>
                  <a:cubicBezTo>
                    <a:pt x="1473327" y="1383221"/>
                    <a:pt x="1584865" y="1402652"/>
                    <a:pt x="1691831" y="1394841"/>
                  </a:cubicBezTo>
                  <a:cubicBezTo>
                    <a:pt x="1771079" y="1389031"/>
                    <a:pt x="1849279" y="1368266"/>
                    <a:pt x="1914335" y="1323023"/>
                  </a:cubicBezTo>
                  <a:cubicBezTo>
                    <a:pt x="1989963" y="1270445"/>
                    <a:pt x="2041493" y="1189101"/>
                    <a:pt x="2055495" y="1098042"/>
                  </a:cubicBezTo>
                  <a:cubicBezTo>
                    <a:pt x="2064258" y="1041178"/>
                    <a:pt x="2057591" y="982980"/>
                    <a:pt x="2033969" y="930497"/>
                  </a:cubicBezTo>
                  <a:cubicBezTo>
                    <a:pt x="2002727" y="861060"/>
                    <a:pt x="1945958" y="807625"/>
                    <a:pt x="1885664" y="760571"/>
                  </a:cubicBezTo>
                  <a:cubicBezTo>
                    <a:pt x="1809179" y="700945"/>
                    <a:pt x="1725549" y="651415"/>
                    <a:pt x="1636871" y="612172"/>
                  </a:cubicBezTo>
                  <a:cubicBezTo>
                    <a:pt x="1532763" y="566071"/>
                    <a:pt x="1421606" y="532543"/>
                    <a:pt x="1335405" y="459010"/>
                  </a:cubicBezTo>
                  <a:cubicBezTo>
                    <a:pt x="1277969" y="409956"/>
                    <a:pt x="1232059" y="344615"/>
                    <a:pt x="1234916" y="269939"/>
                  </a:cubicBezTo>
                  <a:cubicBezTo>
                    <a:pt x="1237012" y="211741"/>
                    <a:pt x="1386935" y="0"/>
                    <a:pt x="1386935" y="0"/>
                  </a:cubicBezTo>
                </a:path>
              </a:pathLst>
            </a:custGeom>
            <a:noFill/>
            <a:ln w="9525" cap="rnd">
              <a:solidFill>
                <a:schemeClr val="accent2">
                  <a:alpha val="50000"/>
                </a:schemeClr>
              </a:solidFill>
              <a:prstDash val="lgDash"/>
              <a:round/>
            </a:ln>
          </p:spPr>
          <p:txBody>
            <a:bodyPr rtlCol="0" anchor="ctr"/>
            <a:lstStyle/>
            <a:p>
              <a:endParaRPr lang="en-US"/>
            </a:p>
          </p:txBody>
        </p:sp>
        <p:sp>
          <p:nvSpPr>
            <p:cNvPr id="78" name="Freeform: Shape 77">
              <a:extLst>
                <a:ext uri="{FF2B5EF4-FFF2-40B4-BE49-F238E27FC236}">
                  <a16:creationId xmlns:a16="http://schemas.microsoft.com/office/drawing/2014/main" id="{E740E1FB-ACD1-41FC-9828-9B5D2CAA770E}"/>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18825" y="543780"/>
              <a:ext cx="494287" cy="1905590"/>
            </a:xfrm>
            <a:custGeom>
              <a:avLst/>
              <a:gdLst>
                <a:gd name="connsiteX0" fmla="*/ 11144 w 743796"/>
                <a:gd name="connsiteY0" fmla="*/ 0 h 2867501"/>
                <a:gd name="connsiteX1" fmla="*/ 353663 w 743796"/>
                <a:gd name="connsiteY1" fmla="*/ 55245 h 2867501"/>
                <a:gd name="connsiteX2" fmla="*/ 571405 w 743796"/>
                <a:gd name="connsiteY2" fmla="*/ 179737 h 2867501"/>
                <a:gd name="connsiteX3" fmla="*/ 688658 w 743796"/>
                <a:gd name="connsiteY3" fmla="*/ 368808 h 2867501"/>
                <a:gd name="connsiteX4" fmla="*/ 731711 w 743796"/>
                <a:gd name="connsiteY4" fmla="*/ 612934 h 2867501"/>
                <a:gd name="connsiteX5" fmla="*/ 725233 w 743796"/>
                <a:gd name="connsiteY5" fmla="*/ 995648 h 2867501"/>
                <a:gd name="connsiteX6" fmla="*/ 742855 w 743796"/>
                <a:gd name="connsiteY6" fmla="*/ 1499330 h 2867501"/>
                <a:gd name="connsiteX7" fmla="*/ 707898 w 743796"/>
                <a:gd name="connsiteY7" fmla="*/ 1793081 h 2867501"/>
                <a:gd name="connsiteX8" fmla="*/ 633222 w 743796"/>
                <a:gd name="connsiteY8" fmla="*/ 2073592 h 2867501"/>
                <a:gd name="connsiteX9" fmla="*/ 404527 w 743796"/>
                <a:gd name="connsiteY9" fmla="*/ 2472404 h 2867501"/>
                <a:gd name="connsiteX10" fmla="*/ 0 w 743796"/>
                <a:gd name="connsiteY10" fmla="*/ 2867501 h 286750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743796" h="2867501">
                  <a:moveTo>
                    <a:pt x="11144" y="0"/>
                  </a:moveTo>
                  <a:cubicBezTo>
                    <a:pt x="101060" y="2953"/>
                    <a:pt x="268796" y="25146"/>
                    <a:pt x="353663" y="55245"/>
                  </a:cubicBezTo>
                  <a:cubicBezTo>
                    <a:pt x="433483" y="83534"/>
                    <a:pt x="510635" y="120967"/>
                    <a:pt x="571405" y="179737"/>
                  </a:cubicBezTo>
                  <a:cubicBezTo>
                    <a:pt x="625412" y="231934"/>
                    <a:pt x="663607" y="297942"/>
                    <a:pt x="688658" y="368808"/>
                  </a:cubicBezTo>
                  <a:cubicBezTo>
                    <a:pt x="716375" y="447103"/>
                    <a:pt x="727996" y="529876"/>
                    <a:pt x="731711" y="612934"/>
                  </a:cubicBezTo>
                  <a:cubicBezTo>
                    <a:pt x="737426" y="740474"/>
                    <a:pt x="724948" y="867918"/>
                    <a:pt x="725233" y="995648"/>
                  </a:cubicBezTo>
                  <a:cubicBezTo>
                    <a:pt x="725710" y="1163765"/>
                    <a:pt x="748665" y="1331309"/>
                    <a:pt x="742855" y="1499330"/>
                  </a:cubicBezTo>
                  <a:cubicBezTo>
                    <a:pt x="739426" y="1598009"/>
                    <a:pt x="725996" y="1696022"/>
                    <a:pt x="707898" y="1793081"/>
                  </a:cubicBezTo>
                  <a:cubicBezTo>
                    <a:pt x="690086" y="1888426"/>
                    <a:pt x="666845" y="1982724"/>
                    <a:pt x="633222" y="2073592"/>
                  </a:cubicBezTo>
                  <a:cubicBezTo>
                    <a:pt x="579692" y="2218182"/>
                    <a:pt x="499682" y="2351056"/>
                    <a:pt x="404527" y="2472404"/>
                  </a:cubicBezTo>
                  <a:cubicBezTo>
                    <a:pt x="266033" y="2648902"/>
                    <a:pt x="179642" y="2732818"/>
                    <a:pt x="0" y="2867501"/>
                  </a:cubicBezTo>
                </a:path>
              </a:pathLst>
            </a:custGeom>
            <a:noFill/>
            <a:ln w="9525" cap="rnd">
              <a:solidFill>
                <a:schemeClr val="accent2">
                  <a:alpha val="50000"/>
                </a:schemeClr>
              </a:solidFill>
              <a:prstDash val="lgDash"/>
              <a:round/>
            </a:ln>
          </p:spPr>
          <p:txBody>
            <a:bodyPr rtlCol="0" anchor="ctr"/>
            <a:lstStyle/>
            <a:p>
              <a:endParaRPr lang="en-US"/>
            </a:p>
          </p:txBody>
        </p:sp>
        <p:sp>
          <p:nvSpPr>
            <p:cNvPr id="79" name="Freeform: Shape 78">
              <a:extLst>
                <a:ext uri="{FF2B5EF4-FFF2-40B4-BE49-F238E27FC236}">
                  <a16:creationId xmlns:a16="http://schemas.microsoft.com/office/drawing/2014/main" id="{12BABC85-DC43-42B8-8AAA-9198D7A62D67}"/>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10849" y="672286"/>
              <a:ext cx="396930" cy="1690303"/>
            </a:xfrm>
            <a:custGeom>
              <a:avLst/>
              <a:gdLst>
                <a:gd name="connsiteX0" fmla="*/ 16478 w 597294"/>
                <a:gd name="connsiteY0" fmla="*/ 2079 h 2543540"/>
                <a:gd name="connsiteX1" fmla="*/ 299847 w 597294"/>
                <a:gd name="connsiteY1" fmla="*/ 53991 h 2543540"/>
                <a:gd name="connsiteX2" fmla="*/ 503206 w 597294"/>
                <a:gd name="connsiteY2" fmla="*/ 291354 h 2543540"/>
                <a:gd name="connsiteX3" fmla="*/ 525113 w 597294"/>
                <a:gd name="connsiteY3" fmla="*/ 724265 h 2543540"/>
                <a:gd name="connsiteX4" fmla="*/ 578930 w 597294"/>
                <a:gd name="connsiteY4" fmla="*/ 1117267 h 2543540"/>
                <a:gd name="connsiteX5" fmla="*/ 592931 w 597294"/>
                <a:gd name="connsiteY5" fmla="*/ 1476359 h 2543540"/>
                <a:gd name="connsiteX6" fmla="*/ 503206 w 597294"/>
                <a:gd name="connsiteY6" fmla="*/ 1859359 h 2543540"/>
                <a:gd name="connsiteX7" fmla="*/ 291846 w 597294"/>
                <a:gd name="connsiteY7" fmla="*/ 2250361 h 2543540"/>
                <a:gd name="connsiteX8" fmla="*/ 0 w 597294"/>
                <a:gd name="connsiteY8" fmla="*/ 2543540 h 254354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597294" h="2543540">
                  <a:moveTo>
                    <a:pt x="16478" y="2079"/>
                  </a:moveTo>
                  <a:cubicBezTo>
                    <a:pt x="101441" y="-6684"/>
                    <a:pt x="224885" y="12557"/>
                    <a:pt x="299847" y="53991"/>
                  </a:cubicBezTo>
                  <a:cubicBezTo>
                    <a:pt x="394240" y="106092"/>
                    <a:pt x="468440" y="189341"/>
                    <a:pt x="503206" y="291354"/>
                  </a:cubicBezTo>
                  <a:cubicBezTo>
                    <a:pt x="550069" y="429085"/>
                    <a:pt x="520827" y="577770"/>
                    <a:pt x="525113" y="724265"/>
                  </a:cubicBezTo>
                  <a:cubicBezTo>
                    <a:pt x="529019" y="856472"/>
                    <a:pt x="561118" y="986012"/>
                    <a:pt x="578930" y="1117267"/>
                  </a:cubicBezTo>
                  <a:cubicBezTo>
                    <a:pt x="595122" y="1236234"/>
                    <a:pt x="602742" y="1356630"/>
                    <a:pt x="592931" y="1476359"/>
                  </a:cubicBezTo>
                  <a:cubicBezTo>
                    <a:pt x="582073" y="1607709"/>
                    <a:pt x="549783" y="1736011"/>
                    <a:pt x="503206" y="1859359"/>
                  </a:cubicBezTo>
                  <a:cubicBezTo>
                    <a:pt x="450628" y="1998710"/>
                    <a:pt x="383857" y="2133298"/>
                    <a:pt x="291846" y="2250361"/>
                  </a:cubicBezTo>
                  <a:cubicBezTo>
                    <a:pt x="231553" y="2327132"/>
                    <a:pt x="73819" y="2479532"/>
                    <a:pt x="0" y="2543540"/>
                  </a:cubicBezTo>
                </a:path>
              </a:pathLst>
            </a:custGeom>
            <a:noFill/>
            <a:ln w="9525" cap="rnd">
              <a:solidFill>
                <a:schemeClr val="accent2">
                  <a:alpha val="50000"/>
                </a:schemeClr>
              </a:solidFill>
              <a:prstDash val="lgDash"/>
              <a:round/>
            </a:ln>
          </p:spPr>
          <p:txBody>
            <a:bodyPr rtlCol="0" anchor="ctr"/>
            <a:lstStyle/>
            <a:p>
              <a:endParaRPr lang="en-US"/>
            </a:p>
          </p:txBody>
        </p:sp>
        <p:sp>
          <p:nvSpPr>
            <p:cNvPr id="80" name="Freeform: Shape 79">
              <a:extLst>
                <a:ext uri="{FF2B5EF4-FFF2-40B4-BE49-F238E27FC236}">
                  <a16:creationId xmlns:a16="http://schemas.microsoft.com/office/drawing/2014/main" id="{F48F9955-240E-4180-81B8-5909B1A91366}"/>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23002" y="881264"/>
              <a:ext cx="258791" cy="1336561"/>
            </a:xfrm>
            <a:custGeom>
              <a:avLst/>
              <a:gdLst>
                <a:gd name="connsiteX0" fmla="*/ 0 w 389425"/>
                <a:gd name="connsiteY0" fmla="*/ 33 h 2011236"/>
                <a:gd name="connsiteX1" fmla="*/ 171260 w 389425"/>
                <a:gd name="connsiteY1" fmla="*/ 60326 h 2011236"/>
                <a:gd name="connsiteX2" fmla="*/ 211455 w 389425"/>
                <a:gd name="connsiteY2" fmla="*/ 221204 h 2011236"/>
                <a:gd name="connsiteX3" fmla="*/ 243078 w 389425"/>
                <a:gd name="connsiteY3" fmla="*/ 448089 h 2011236"/>
                <a:gd name="connsiteX4" fmla="*/ 346424 w 389425"/>
                <a:gd name="connsiteY4" fmla="*/ 789941 h 2011236"/>
                <a:gd name="connsiteX5" fmla="*/ 372237 w 389425"/>
                <a:gd name="connsiteY5" fmla="*/ 942151 h 2011236"/>
                <a:gd name="connsiteX6" fmla="*/ 386620 w 389425"/>
                <a:gd name="connsiteY6" fmla="*/ 1272478 h 2011236"/>
                <a:gd name="connsiteX7" fmla="*/ 280416 w 389425"/>
                <a:gd name="connsiteY7" fmla="*/ 1660241 h 2011236"/>
                <a:gd name="connsiteX8" fmla="*/ 151257 w 389425"/>
                <a:gd name="connsiteY8" fmla="*/ 1844073 h 2011236"/>
                <a:gd name="connsiteX9" fmla="*/ 1905 w 389425"/>
                <a:gd name="connsiteY9" fmla="*/ 2011237 h 201123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389425" h="2011236">
                  <a:moveTo>
                    <a:pt x="0" y="33"/>
                  </a:moveTo>
                  <a:cubicBezTo>
                    <a:pt x="57912" y="-824"/>
                    <a:pt x="136112" y="14892"/>
                    <a:pt x="171260" y="60326"/>
                  </a:cubicBezTo>
                  <a:cubicBezTo>
                    <a:pt x="205645" y="104903"/>
                    <a:pt x="207740" y="164244"/>
                    <a:pt x="211455" y="221204"/>
                  </a:cubicBezTo>
                  <a:cubicBezTo>
                    <a:pt x="216408" y="297594"/>
                    <a:pt x="225838" y="373604"/>
                    <a:pt x="243078" y="448089"/>
                  </a:cubicBezTo>
                  <a:cubicBezTo>
                    <a:pt x="269939" y="564199"/>
                    <a:pt x="319183" y="673927"/>
                    <a:pt x="346424" y="789941"/>
                  </a:cubicBezTo>
                  <a:cubicBezTo>
                    <a:pt x="358235" y="840043"/>
                    <a:pt x="365951" y="891097"/>
                    <a:pt x="372237" y="942151"/>
                  </a:cubicBezTo>
                  <a:cubicBezTo>
                    <a:pt x="385858" y="1051784"/>
                    <a:pt x="394049" y="1162274"/>
                    <a:pt x="386620" y="1272478"/>
                  </a:cubicBezTo>
                  <a:cubicBezTo>
                    <a:pt x="377476" y="1407828"/>
                    <a:pt x="344996" y="1541178"/>
                    <a:pt x="280416" y="1660241"/>
                  </a:cubicBezTo>
                  <a:cubicBezTo>
                    <a:pt x="244602" y="1726249"/>
                    <a:pt x="199358" y="1786352"/>
                    <a:pt x="151257" y="1844073"/>
                  </a:cubicBezTo>
                  <a:cubicBezTo>
                    <a:pt x="79534" y="1930084"/>
                    <a:pt x="89345" y="1941419"/>
                    <a:pt x="1905" y="2011237"/>
                  </a:cubicBezTo>
                </a:path>
              </a:pathLst>
            </a:custGeom>
            <a:noFill/>
            <a:ln w="9525" cap="rnd">
              <a:solidFill>
                <a:schemeClr val="accent2">
                  <a:alpha val="50000"/>
                </a:schemeClr>
              </a:solidFill>
              <a:prstDash val="lgDash"/>
              <a:round/>
            </a:ln>
          </p:spPr>
          <p:txBody>
            <a:bodyPr rtlCol="0" anchor="ctr"/>
            <a:lstStyle/>
            <a:p>
              <a:endParaRPr lang="en-US" dirty="0"/>
            </a:p>
          </p:txBody>
        </p:sp>
      </p:grpSp>
      <p:sp>
        <p:nvSpPr>
          <p:cNvPr id="2" name="Title 1">
            <a:extLst>
              <a:ext uri="{FF2B5EF4-FFF2-40B4-BE49-F238E27FC236}">
                <a16:creationId xmlns:a16="http://schemas.microsoft.com/office/drawing/2014/main" id="{0C1ABEB6-C606-5205-D547-4332305C703F}"/>
              </a:ext>
            </a:extLst>
          </p:cNvPr>
          <p:cNvSpPr>
            <a:spLocks noGrp="1"/>
          </p:cNvSpPr>
          <p:nvPr>
            <p:ph type="title"/>
          </p:nvPr>
        </p:nvSpPr>
        <p:spPr>
          <a:xfrm>
            <a:off x="1198182" y="559813"/>
            <a:ext cx="3988369" cy="2236864"/>
          </a:xfrm>
        </p:spPr>
        <p:txBody>
          <a:bodyPr>
            <a:normAutofit/>
          </a:bodyPr>
          <a:lstStyle/>
          <a:p>
            <a:r>
              <a:rPr lang="en-US"/>
              <a:t>Our Approach – Tool Validation</a:t>
            </a:r>
          </a:p>
        </p:txBody>
      </p:sp>
      <p:sp>
        <p:nvSpPr>
          <p:cNvPr id="3" name="Content Placeholder 2">
            <a:extLst>
              <a:ext uri="{FF2B5EF4-FFF2-40B4-BE49-F238E27FC236}">
                <a16:creationId xmlns:a16="http://schemas.microsoft.com/office/drawing/2014/main" id="{2CA19662-8917-E1EE-42DD-CE367E5119EA}"/>
              </a:ext>
            </a:extLst>
          </p:cNvPr>
          <p:cNvSpPr>
            <a:spLocks noGrp="1"/>
          </p:cNvSpPr>
          <p:nvPr>
            <p:ph idx="1"/>
          </p:nvPr>
        </p:nvSpPr>
        <p:spPr>
          <a:xfrm>
            <a:off x="1185756" y="2955401"/>
            <a:ext cx="3988112" cy="3157686"/>
          </a:xfrm>
        </p:spPr>
        <p:txBody>
          <a:bodyPr>
            <a:normAutofit/>
          </a:bodyPr>
          <a:lstStyle/>
          <a:p>
            <a:r>
              <a:rPr lang="en-US" sz="1800" dirty="0"/>
              <a:t> TPS vs Chains</a:t>
            </a:r>
          </a:p>
          <a:p>
            <a:pPr lvl="1"/>
            <a:r>
              <a:rPr lang="en-US" sz="1800" dirty="0"/>
              <a:t>Our simulator reproduces realistic TPS levels and the correct relative ordering across BTC, BCH, LTC, and DOGE, confirming that throughput is plausibly calibrated.</a:t>
            </a:r>
          </a:p>
        </p:txBody>
      </p:sp>
      <p:pic>
        <p:nvPicPr>
          <p:cNvPr id="5" name="Picture 4" descr="A graph of different colored squares&#10;&#10;AI-generated content may be incorrect.">
            <a:extLst>
              <a:ext uri="{FF2B5EF4-FFF2-40B4-BE49-F238E27FC236}">
                <a16:creationId xmlns:a16="http://schemas.microsoft.com/office/drawing/2014/main" id="{E98DD008-6F89-494C-454F-734AC5A2C88F}"/>
              </a:ext>
            </a:extLst>
          </p:cNvPr>
          <p:cNvPicPr>
            <a:picLocks noChangeAspect="1"/>
          </p:cNvPicPr>
          <p:nvPr/>
        </p:nvPicPr>
        <p:blipFill>
          <a:blip r:embed="rId2"/>
          <a:stretch>
            <a:fillRect/>
          </a:stretch>
        </p:blipFill>
        <p:spPr>
          <a:xfrm>
            <a:off x="5602903" y="1598040"/>
            <a:ext cx="6387190" cy="3656665"/>
          </a:xfrm>
          <a:prstGeom prst="rect">
            <a:avLst/>
          </a:prstGeom>
        </p:spPr>
      </p:pic>
      <p:grpSp>
        <p:nvGrpSpPr>
          <p:cNvPr id="82" name="Bottom Right">
            <a:extLst>
              <a:ext uri="{FF2B5EF4-FFF2-40B4-BE49-F238E27FC236}">
                <a16:creationId xmlns:a16="http://schemas.microsoft.com/office/drawing/2014/main" id="{284021E3-6F46-410C-BF43-B2DED736558E}"/>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7980400" y="3276601"/>
            <a:ext cx="4211600" cy="3581399"/>
            <a:chOff x="7980400" y="3276601"/>
            <a:chExt cx="4211600" cy="3581399"/>
          </a:xfrm>
        </p:grpSpPr>
        <p:sp>
          <p:nvSpPr>
            <p:cNvPr id="83" name="Freeform: Shape 82">
              <a:extLst>
                <a:ext uri="{FF2B5EF4-FFF2-40B4-BE49-F238E27FC236}">
                  <a16:creationId xmlns:a16="http://schemas.microsoft.com/office/drawing/2014/main" id="{A48AF179-3265-4A10-A62C-92B7E186C387}"/>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10439256" y="6178637"/>
              <a:ext cx="1482102" cy="679363"/>
            </a:xfrm>
            <a:custGeom>
              <a:avLst/>
              <a:gdLst>
                <a:gd name="connsiteX0" fmla="*/ 741051 w 1482102"/>
                <a:gd name="connsiteY0" fmla="*/ 0 h 679363"/>
                <a:gd name="connsiteX1" fmla="*/ 1473822 w 1482102"/>
                <a:gd name="connsiteY1" fmla="*/ 597226 h 679363"/>
                <a:gd name="connsiteX2" fmla="*/ 1482102 w 1482102"/>
                <a:gd name="connsiteY2" fmla="*/ 679363 h 679363"/>
                <a:gd name="connsiteX3" fmla="*/ 0 w 1482102"/>
                <a:gd name="connsiteY3" fmla="*/ 679363 h 679363"/>
                <a:gd name="connsiteX4" fmla="*/ 8280 w 1482102"/>
                <a:gd name="connsiteY4" fmla="*/ 597226 h 679363"/>
                <a:gd name="connsiteX5" fmla="*/ 741051 w 1482102"/>
                <a:gd name="connsiteY5" fmla="*/ 0 h 67936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1482102" h="679363">
                  <a:moveTo>
                    <a:pt x="741051" y="0"/>
                  </a:moveTo>
                  <a:cubicBezTo>
                    <a:pt x="1102506" y="0"/>
                    <a:pt x="1404077" y="256390"/>
                    <a:pt x="1473822" y="597226"/>
                  </a:cubicBezTo>
                  <a:lnTo>
                    <a:pt x="1482102" y="679363"/>
                  </a:lnTo>
                  <a:lnTo>
                    <a:pt x="0" y="679363"/>
                  </a:lnTo>
                  <a:lnTo>
                    <a:pt x="8280" y="597226"/>
                  </a:lnTo>
                  <a:cubicBezTo>
                    <a:pt x="78025" y="256390"/>
                    <a:pt x="379596" y="0"/>
                    <a:pt x="741051" y="0"/>
                  </a:cubicBezTo>
                  <a:close/>
                </a:path>
              </a:pathLst>
            </a:cu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dirty="0">
                <a:solidFill>
                  <a:schemeClr val="tx1">
                    <a:lumMod val="65000"/>
                    <a:lumOff val="35000"/>
                  </a:schemeClr>
                </a:solidFill>
                <a:latin typeface="AvenirNext LT Pro Medium" panose="020B0504020202020204" pitchFamily="34" charset="0"/>
              </a:endParaRPr>
            </a:p>
          </p:txBody>
        </p:sp>
        <p:grpSp>
          <p:nvGrpSpPr>
            <p:cNvPr id="84" name="Graphic 157">
              <a:extLst>
                <a:ext uri="{FF2B5EF4-FFF2-40B4-BE49-F238E27FC236}">
                  <a16:creationId xmlns:a16="http://schemas.microsoft.com/office/drawing/2014/main" id="{30DF5C12-B34D-4E70-8FD0-D98069994E42}"/>
                </a:ext>
                <a:ext uri="{C183D7F6-B498-43B3-948B-1728B52AA6E4}">
                  <adec:decorative xmlns:adec="http://schemas.microsoft.com/office/drawing/2017/decorative" val="1"/>
                </a:ext>
              </a:extLst>
            </p:cNvPr>
            <p:cNvGrpSpPr/>
            <p:nvPr>
              <p:extLst>
                <p:ext uri="{386F3935-93C4-4BCD-93E2-E3B085C9AB24}">
                  <p16:designElem xmlns:p16="http://schemas.microsoft.com/office/powerpoint/2015/main" val="1"/>
                </p:ext>
              </p:extLst>
            </p:nvPr>
          </p:nvGrpSpPr>
          <p:grpSpPr>
            <a:xfrm>
              <a:off x="8662740" y="3276601"/>
              <a:ext cx="3529260" cy="3581398"/>
              <a:chOff x="4114800" y="1423987"/>
              <a:chExt cx="3961542" cy="4007547"/>
            </a:xfrm>
            <a:noFill/>
          </p:grpSpPr>
          <p:sp>
            <p:nvSpPr>
              <p:cNvPr id="86" name="Freeform: Shape 85">
                <a:extLst>
                  <a:ext uri="{FF2B5EF4-FFF2-40B4-BE49-F238E27FC236}">
                    <a16:creationId xmlns:a16="http://schemas.microsoft.com/office/drawing/2014/main" id="{9589785B-0300-4D1C-BEFB-DCA5AA04506F}"/>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4114800" y="1423987"/>
                <a:ext cx="3946874" cy="3989641"/>
              </a:xfrm>
              <a:custGeom>
                <a:avLst/>
                <a:gdLst>
                  <a:gd name="connsiteX0" fmla="*/ 0 w 3946874"/>
                  <a:gd name="connsiteY0" fmla="*/ 3989641 h 3989641"/>
                  <a:gd name="connsiteX1" fmla="*/ 79439 w 3946874"/>
                  <a:gd name="connsiteY1" fmla="*/ 3891153 h 3989641"/>
                  <a:gd name="connsiteX2" fmla="*/ 297371 w 3946874"/>
                  <a:gd name="connsiteY2" fmla="*/ 3626930 h 3989641"/>
                  <a:gd name="connsiteX3" fmla="*/ 454343 w 3946874"/>
                  <a:gd name="connsiteY3" fmla="*/ 3440335 h 3989641"/>
                  <a:gd name="connsiteX4" fmla="*/ 622363 w 3946874"/>
                  <a:gd name="connsiteY4" fmla="*/ 3290697 h 3989641"/>
                  <a:gd name="connsiteX5" fmla="*/ 927068 w 3946874"/>
                  <a:gd name="connsiteY5" fmla="*/ 3087434 h 3989641"/>
                  <a:gd name="connsiteX6" fmla="*/ 1176338 w 3946874"/>
                  <a:gd name="connsiteY6" fmla="*/ 2915603 h 3989641"/>
                  <a:gd name="connsiteX7" fmla="*/ 1394270 w 3946874"/>
                  <a:gd name="connsiteY7" fmla="*/ 2780729 h 3989641"/>
                  <a:gd name="connsiteX8" fmla="*/ 1601057 w 3946874"/>
                  <a:gd name="connsiteY8" fmla="*/ 2723483 h 3989641"/>
                  <a:gd name="connsiteX9" fmla="*/ 1756220 w 3946874"/>
                  <a:gd name="connsiteY9" fmla="*/ 2743772 h 3989641"/>
                  <a:gd name="connsiteX10" fmla="*/ 1889189 w 3946874"/>
                  <a:gd name="connsiteY10" fmla="*/ 2765965 h 3989641"/>
                  <a:gd name="connsiteX11" fmla="*/ 2007394 w 3946874"/>
                  <a:gd name="connsiteY11" fmla="*/ 2765965 h 3989641"/>
                  <a:gd name="connsiteX12" fmla="*/ 2184654 w 3946874"/>
                  <a:gd name="connsiteY12" fmla="*/ 2671763 h 3989641"/>
                  <a:gd name="connsiteX13" fmla="*/ 2372773 w 3946874"/>
                  <a:gd name="connsiteY13" fmla="*/ 2538984 h 3989641"/>
                  <a:gd name="connsiteX14" fmla="*/ 2439543 w 3946874"/>
                  <a:gd name="connsiteY14" fmla="*/ 2510504 h 3989641"/>
                  <a:gd name="connsiteX15" fmla="*/ 2650617 w 3946874"/>
                  <a:gd name="connsiteY15" fmla="*/ 2434781 h 3989641"/>
                  <a:gd name="connsiteX16" fmla="*/ 2785110 w 3946874"/>
                  <a:gd name="connsiteY16" fmla="*/ 2383060 h 3989641"/>
                  <a:gd name="connsiteX17" fmla="*/ 2897315 w 3946874"/>
                  <a:gd name="connsiteY17" fmla="*/ 2318861 h 3989641"/>
                  <a:gd name="connsiteX18" fmla="*/ 2997994 w 3946874"/>
                  <a:gd name="connsiteY18" fmla="*/ 2226183 h 3989641"/>
                  <a:gd name="connsiteX19" fmla="*/ 3061240 w 3946874"/>
                  <a:gd name="connsiteY19" fmla="*/ 2141506 h 3989641"/>
                  <a:gd name="connsiteX20" fmla="*/ 3152108 w 3946874"/>
                  <a:gd name="connsiteY20" fmla="*/ 2005203 h 3989641"/>
                  <a:gd name="connsiteX21" fmla="*/ 3274124 w 3946874"/>
                  <a:gd name="connsiteY21" fmla="*/ 1871567 h 3989641"/>
                  <a:gd name="connsiteX22" fmla="*/ 3388138 w 3946874"/>
                  <a:gd name="connsiteY22" fmla="*/ 1770888 h 3989641"/>
                  <a:gd name="connsiteX23" fmla="*/ 3466529 w 3946874"/>
                  <a:gd name="connsiteY23" fmla="*/ 1679162 h 3989641"/>
                  <a:gd name="connsiteX24" fmla="*/ 3538633 w 3946874"/>
                  <a:gd name="connsiteY24" fmla="*/ 1551718 h 3989641"/>
                  <a:gd name="connsiteX25" fmla="*/ 3588544 w 3946874"/>
                  <a:gd name="connsiteY25" fmla="*/ 1376172 h 3989641"/>
                  <a:gd name="connsiteX26" fmla="*/ 3597402 w 3946874"/>
                  <a:gd name="connsiteY26" fmla="*/ 1293305 h 3989641"/>
                  <a:gd name="connsiteX27" fmla="*/ 3721227 w 3946874"/>
                  <a:gd name="connsiteY27" fmla="*/ 880491 h 3989641"/>
                  <a:gd name="connsiteX28" fmla="*/ 3761137 w 3946874"/>
                  <a:gd name="connsiteY28" fmla="*/ 463677 h 3989641"/>
                  <a:gd name="connsiteX29" fmla="*/ 3946874 w 3946874"/>
                  <a:gd name="connsiteY29" fmla="*/ 0 h 398964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Lst>
                <a:rect l="l" t="t" r="r" b="b"/>
                <a:pathLst>
                  <a:path w="3946874" h="3989641">
                    <a:moveTo>
                      <a:pt x="0" y="3989641"/>
                    </a:moveTo>
                    <a:cubicBezTo>
                      <a:pt x="19050" y="3957257"/>
                      <a:pt x="50959" y="3916013"/>
                      <a:pt x="79439" y="3891153"/>
                    </a:cubicBezTo>
                    <a:cubicBezTo>
                      <a:pt x="165544" y="3815906"/>
                      <a:pt x="227933" y="3717989"/>
                      <a:pt x="297371" y="3626930"/>
                    </a:cubicBezTo>
                    <a:cubicBezTo>
                      <a:pt x="346615" y="3562255"/>
                      <a:pt x="398050" y="3499009"/>
                      <a:pt x="454343" y="3440335"/>
                    </a:cubicBezTo>
                    <a:cubicBezTo>
                      <a:pt x="506349" y="3386042"/>
                      <a:pt x="562642" y="3336227"/>
                      <a:pt x="622363" y="3290697"/>
                    </a:cubicBezTo>
                    <a:cubicBezTo>
                      <a:pt x="719519" y="3216688"/>
                      <a:pt x="824960" y="3154585"/>
                      <a:pt x="927068" y="3087434"/>
                    </a:cubicBezTo>
                    <a:cubicBezTo>
                      <a:pt x="1011365" y="3031998"/>
                      <a:pt x="1093565" y="2973324"/>
                      <a:pt x="1176338" y="2915603"/>
                    </a:cubicBezTo>
                    <a:cubicBezTo>
                      <a:pt x="1246537" y="2866644"/>
                      <a:pt x="1317308" y="2818066"/>
                      <a:pt x="1394270" y="2780729"/>
                    </a:cubicBezTo>
                    <a:cubicBezTo>
                      <a:pt x="1459421" y="2749106"/>
                      <a:pt x="1528763" y="2724436"/>
                      <a:pt x="1601057" y="2723483"/>
                    </a:cubicBezTo>
                    <a:cubicBezTo>
                      <a:pt x="1653350" y="2722721"/>
                      <a:pt x="1704785" y="2733485"/>
                      <a:pt x="1756220" y="2743772"/>
                    </a:cubicBezTo>
                    <a:cubicBezTo>
                      <a:pt x="1800320" y="2752630"/>
                      <a:pt x="1844612" y="2760250"/>
                      <a:pt x="1889189" y="2765965"/>
                    </a:cubicBezTo>
                    <a:cubicBezTo>
                      <a:pt x="1928622" y="2771013"/>
                      <a:pt x="1968437" y="2773299"/>
                      <a:pt x="2007394" y="2765965"/>
                    </a:cubicBezTo>
                    <a:cubicBezTo>
                      <a:pt x="2073878" y="2753487"/>
                      <a:pt x="2130647" y="2712911"/>
                      <a:pt x="2184654" y="2671763"/>
                    </a:cubicBezTo>
                    <a:cubicBezTo>
                      <a:pt x="2245900" y="2625090"/>
                      <a:pt x="2304002" y="2573465"/>
                      <a:pt x="2372773" y="2538984"/>
                    </a:cubicBezTo>
                    <a:cubicBezTo>
                      <a:pt x="2394395" y="2528126"/>
                      <a:pt x="2416874" y="2518982"/>
                      <a:pt x="2439543" y="2510504"/>
                    </a:cubicBezTo>
                    <a:cubicBezTo>
                      <a:pt x="2509552" y="2484215"/>
                      <a:pt x="2580037" y="2459450"/>
                      <a:pt x="2650617" y="2434781"/>
                    </a:cubicBezTo>
                    <a:cubicBezTo>
                      <a:pt x="2695956" y="2418874"/>
                      <a:pt x="2741295" y="2402872"/>
                      <a:pt x="2785110" y="2383060"/>
                    </a:cubicBezTo>
                    <a:cubicBezTo>
                      <a:pt x="2824448" y="2365248"/>
                      <a:pt x="2862358" y="2344198"/>
                      <a:pt x="2897315" y="2318861"/>
                    </a:cubicBezTo>
                    <a:cubicBezTo>
                      <a:pt x="2934367" y="2292096"/>
                      <a:pt x="2968085" y="2260854"/>
                      <a:pt x="2997994" y="2226183"/>
                    </a:cubicBezTo>
                    <a:cubicBezTo>
                      <a:pt x="3020949" y="2199513"/>
                      <a:pt x="3041714" y="2170938"/>
                      <a:pt x="3061240" y="2141506"/>
                    </a:cubicBezTo>
                    <a:cubicBezTo>
                      <a:pt x="3091529" y="2095976"/>
                      <a:pt x="3119533" y="2049018"/>
                      <a:pt x="3152108" y="2005203"/>
                    </a:cubicBezTo>
                    <a:cubicBezTo>
                      <a:pt x="3188113" y="1956626"/>
                      <a:pt x="3229261" y="1912144"/>
                      <a:pt x="3274124" y="1871567"/>
                    </a:cubicBezTo>
                    <a:cubicBezTo>
                      <a:pt x="3311747" y="1837563"/>
                      <a:pt x="3351848" y="1806321"/>
                      <a:pt x="3388138" y="1770888"/>
                    </a:cubicBezTo>
                    <a:cubicBezTo>
                      <a:pt x="3416999" y="1742694"/>
                      <a:pt x="3443002" y="1711833"/>
                      <a:pt x="3466529" y="1679162"/>
                    </a:cubicBezTo>
                    <a:cubicBezTo>
                      <a:pt x="3495008" y="1639348"/>
                      <a:pt x="3519392" y="1596771"/>
                      <a:pt x="3538633" y="1551718"/>
                    </a:cubicBezTo>
                    <a:cubicBezTo>
                      <a:pt x="3562731" y="1495616"/>
                      <a:pt x="3578924" y="1436465"/>
                      <a:pt x="3588544" y="1376172"/>
                    </a:cubicBezTo>
                    <a:cubicBezTo>
                      <a:pt x="3592925" y="1348740"/>
                      <a:pt x="3595688" y="1321022"/>
                      <a:pt x="3597402" y="1293305"/>
                    </a:cubicBezTo>
                    <a:cubicBezTo>
                      <a:pt x="3605974" y="1155859"/>
                      <a:pt x="3717703" y="1018127"/>
                      <a:pt x="3721227" y="880491"/>
                    </a:cubicBezTo>
                    <a:cubicBezTo>
                      <a:pt x="3724751" y="740855"/>
                      <a:pt x="3743135" y="602171"/>
                      <a:pt x="3761137" y="463677"/>
                    </a:cubicBezTo>
                    <a:cubicBezTo>
                      <a:pt x="3776186" y="347758"/>
                      <a:pt x="3934968" y="116205"/>
                      <a:pt x="3946874" y="0"/>
                    </a:cubicBezTo>
                  </a:path>
                </a:pathLst>
              </a:custGeom>
              <a:noFill/>
              <a:ln w="9525" cap="rnd">
                <a:solidFill>
                  <a:schemeClr val="accent2">
                    <a:alpha val="35000"/>
                  </a:schemeClr>
                </a:solidFill>
                <a:prstDash val="lgDash"/>
                <a:round/>
              </a:ln>
            </p:spPr>
            <p:txBody>
              <a:bodyPr rtlCol="0" anchor="ctr"/>
              <a:lstStyle/>
              <a:p>
                <a:endParaRPr lang="en-US"/>
              </a:p>
            </p:txBody>
          </p:sp>
          <p:sp>
            <p:nvSpPr>
              <p:cNvPr id="87" name="Freeform: Shape 86">
                <a:extLst>
                  <a:ext uri="{FF2B5EF4-FFF2-40B4-BE49-F238E27FC236}">
                    <a16:creationId xmlns:a16="http://schemas.microsoft.com/office/drawing/2014/main" id="{7F41DF3E-3189-428F-B4FE-AACA351306B0}"/>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4395978" y="2441733"/>
                <a:ext cx="3665410" cy="2985611"/>
              </a:xfrm>
              <a:custGeom>
                <a:avLst/>
                <a:gdLst>
                  <a:gd name="connsiteX0" fmla="*/ 0 w 3665410"/>
                  <a:gd name="connsiteY0" fmla="*/ 2985611 h 2985611"/>
                  <a:gd name="connsiteX1" fmla="*/ 166211 w 3665410"/>
                  <a:gd name="connsiteY1" fmla="*/ 2699766 h 2985611"/>
                  <a:gd name="connsiteX2" fmla="*/ 397002 w 3665410"/>
                  <a:gd name="connsiteY2" fmla="*/ 2414969 h 2985611"/>
                  <a:gd name="connsiteX3" fmla="*/ 620173 w 3665410"/>
                  <a:gd name="connsiteY3" fmla="*/ 2237899 h 2985611"/>
                  <a:gd name="connsiteX4" fmla="*/ 823341 w 3665410"/>
                  <a:gd name="connsiteY4" fmla="*/ 2085499 h 2985611"/>
                  <a:gd name="connsiteX5" fmla="*/ 1089565 w 3665410"/>
                  <a:gd name="connsiteY5" fmla="*/ 1911477 h 2985611"/>
                  <a:gd name="connsiteX6" fmla="*/ 1145000 w 3665410"/>
                  <a:gd name="connsiteY6" fmla="*/ 1886807 h 2985611"/>
                  <a:gd name="connsiteX7" fmla="*/ 1375791 w 3665410"/>
                  <a:gd name="connsiteY7" fmla="*/ 1842135 h 2985611"/>
                  <a:gd name="connsiteX8" fmla="*/ 1486567 w 3665410"/>
                  <a:gd name="connsiteY8" fmla="*/ 1857566 h 2985611"/>
                  <a:gd name="connsiteX9" fmla="*/ 1568101 w 3665410"/>
                  <a:gd name="connsiteY9" fmla="*/ 1871377 h 2985611"/>
                  <a:gd name="connsiteX10" fmla="*/ 1810607 w 3665410"/>
                  <a:gd name="connsiteY10" fmla="*/ 1871377 h 2985611"/>
                  <a:gd name="connsiteX11" fmla="*/ 1997964 w 3665410"/>
                  <a:gd name="connsiteY11" fmla="*/ 1790605 h 2985611"/>
                  <a:gd name="connsiteX12" fmla="*/ 2109883 w 3665410"/>
                  <a:gd name="connsiteY12" fmla="*/ 1702784 h 2985611"/>
                  <a:gd name="connsiteX13" fmla="*/ 2321433 w 3665410"/>
                  <a:gd name="connsiteY13" fmla="*/ 1552384 h 2985611"/>
                  <a:gd name="connsiteX14" fmla="*/ 2558891 w 3665410"/>
                  <a:gd name="connsiteY14" fmla="*/ 1453420 h 2985611"/>
                  <a:gd name="connsiteX15" fmla="*/ 2709767 w 3665410"/>
                  <a:gd name="connsiteY15" fmla="*/ 1377887 h 2985611"/>
                  <a:gd name="connsiteX16" fmla="*/ 2885408 w 3665410"/>
                  <a:gd name="connsiteY16" fmla="*/ 1237393 h 2985611"/>
                  <a:gd name="connsiteX17" fmla="*/ 3017711 w 3665410"/>
                  <a:gd name="connsiteY17" fmla="*/ 1072229 h 2985611"/>
                  <a:gd name="connsiteX18" fmla="*/ 3150680 w 3665410"/>
                  <a:gd name="connsiteY18" fmla="*/ 921830 h 2985611"/>
                  <a:gd name="connsiteX19" fmla="*/ 3255169 w 3665410"/>
                  <a:gd name="connsiteY19" fmla="*/ 801815 h 2985611"/>
                  <a:gd name="connsiteX20" fmla="*/ 3339275 w 3665410"/>
                  <a:gd name="connsiteY20" fmla="*/ 694182 h 2985611"/>
                  <a:gd name="connsiteX21" fmla="*/ 3409188 w 3665410"/>
                  <a:gd name="connsiteY21" fmla="*/ 546926 h 2985611"/>
                  <a:gd name="connsiteX22" fmla="*/ 3464243 w 3665410"/>
                  <a:gd name="connsiteY22" fmla="*/ 347663 h 2985611"/>
                  <a:gd name="connsiteX23" fmla="*/ 3665411 w 3665410"/>
                  <a:gd name="connsiteY23" fmla="*/ 0 h 298561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Lst>
                <a:rect l="l" t="t" r="r" b="b"/>
                <a:pathLst>
                  <a:path w="3665410" h="2985611">
                    <a:moveTo>
                      <a:pt x="0" y="2985611"/>
                    </a:moveTo>
                    <a:cubicBezTo>
                      <a:pt x="0" y="2985611"/>
                      <a:pt x="86773" y="2802827"/>
                      <a:pt x="166211" y="2699766"/>
                    </a:cubicBezTo>
                    <a:cubicBezTo>
                      <a:pt x="240983" y="2602706"/>
                      <a:pt x="309182" y="2500122"/>
                      <a:pt x="397002" y="2414969"/>
                    </a:cubicBezTo>
                    <a:cubicBezTo>
                      <a:pt x="465296" y="2348865"/>
                      <a:pt x="543592" y="2294477"/>
                      <a:pt x="620173" y="2237899"/>
                    </a:cubicBezTo>
                    <a:cubicBezTo>
                      <a:pt x="688277" y="2187607"/>
                      <a:pt x="755333" y="2135886"/>
                      <a:pt x="823341" y="2085499"/>
                    </a:cubicBezTo>
                    <a:cubicBezTo>
                      <a:pt x="908685" y="2022253"/>
                      <a:pt x="994791" y="1959197"/>
                      <a:pt x="1089565" y="1911477"/>
                    </a:cubicBezTo>
                    <a:cubicBezTo>
                      <a:pt x="1107662" y="1902428"/>
                      <a:pt x="1126141" y="1894141"/>
                      <a:pt x="1145000" y="1886807"/>
                    </a:cubicBezTo>
                    <a:cubicBezTo>
                      <a:pt x="1218819" y="1858232"/>
                      <a:pt x="1296924" y="1838611"/>
                      <a:pt x="1375791" y="1842135"/>
                    </a:cubicBezTo>
                    <a:cubicBezTo>
                      <a:pt x="1413129" y="1843754"/>
                      <a:pt x="1449896" y="1850422"/>
                      <a:pt x="1486567" y="1857566"/>
                    </a:cubicBezTo>
                    <a:cubicBezTo>
                      <a:pt x="1513618" y="1862804"/>
                      <a:pt x="1540859" y="1867376"/>
                      <a:pt x="1568101" y="1871377"/>
                    </a:cubicBezTo>
                    <a:cubicBezTo>
                      <a:pt x="1648778" y="1883188"/>
                      <a:pt x="1730978" y="1887665"/>
                      <a:pt x="1810607" y="1871377"/>
                    </a:cubicBezTo>
                    <a:cubicBezTo>
                      <a:pt x="1877854" y="1857661"/>
                      <a:pt x="1941100" y="1829086"/>
                      <a:pt x="1997964" y="1790605"/>
                    </a:cubicBezTo>
                    <a:cubicBezTo>
                      <a:pt x="2037302" y="1764030"/>
                      <a:pt x="2073497" y="1733264"/>
                      <a:pt x="2109883" y="1702784"/>
                    </a:cubicBezTo>
                    <a:cubicBezTo>
                      <a:pt x="2176367" y="1647063"/>
                      <a:pt x="2244852" y="1593151"/>
                      <a:pt x="2321433" y="1552384"/>
                    </a:cubicBezTo>
                    <a:cubicBezTo>
                      <a:pt x="2397157" y="1512094"/>
                      <a:pt x="2479548" y="1486281"/>
                      <a:pt x="2558891" y="1453420"/>
                    </a:cubicBezTo>
                    <a:cubicBezTo>
                      <a:pt x="2610898" y="1431798"/>
                      <a:pt x="2661571" y="1407033"/>
                      <a:pt x="2709767" y="1377887"/>
                    </a:cubicBezTo>
                    <a:cubicBezTo>
                      <a:pt x="2774252" y="1338929"/>
                      <a:pt x="2834069" y="1292447"/>
                      <a:pt x="2885408" y="1237393"/>
                    </a:cubicBezTo>
                    <a:cubicBezTo>
                      <a:pt x="2933605" y="1185767"/>
                      <a:pt x="2973324" y="1127093"/>
                      <a:pt x="3017711" y="1072229"/>
                    </a:cubicBezTo>
                    <a:cubicBezTo>
                      <a:pt x="3059811" y="1020223"/>
                      <a:pt x="3105912" y="971645"/>
                      <a:pt x="3150680" y="921830"/>
                    </a:cubicBezTo>
                    <a:cubicBezTo>
                      <a:pt x="3186113" y="882396"/>
                      <a:pt x="3220593" y="842010"/>
                      <a:pt x="3255169" y="801815"/>
                    </a:cubicBezTo>
                    <a:cubicBezTo>
                      <a:pt x="3284887" y="767239"/>
                      <a:pt x="3314605" y="732473"/>
                      <a:pt x="3339275" y="694182"/>
                    </a:cubicBezTo>
                    <a:cubicBezTo>
                      <a:pt x="3368707" y="648367"/>
                      <a:pt x="3390138" y="597980"/>
                      <a:pt x="3409188" y="546926"/>
                    </a:cubicBezTo>
                    <a:cubicBezTo>
                      <a:pt x="3433382" y="482156"/>
                      <a:pt x="3453384" y="415861"/>
                      <a:pt x="3464243" y="347663"/>
                    </a:cubicBezTo>
                    <a:cubicBezTo>
                      <a:pt x="3476244" y="272224"/>
                      <a:pt x="3661696" y="76295"/>
                      <a:pt x="3665411" y="0"/>
                    </a:cubicBezTo>
                  </a:path>
                </a:pathLst>
              </a:custGeom>
              <a:noFill/>
              <a:ln w="9525" cap="rnd">
                <a:solidFill>
                  <a:schemeClr val="accent2">
                    <a:alpha val="35000"/>
                  </a:schemeClr>
                </a:solidFill>
                <a:prstDash val="lgDash"/>
                <a:round/>
              </a:ln>
            </p:spPr>
            <p:txBody>
              <a:bodyPr rtlCol="0" anchor="ctr"/>
              <a:lstStyle/>
              <a:p>
                <a:endParaRPr lang="en-US"/>
              </a:p>
            </p:txBody>
          </p:sp>
          <p:sp>
            <p:nvSpPr>
              <p:cNvPr id="88" name="Freeform: Shape 87">
                <a:extLst>
                  <a:ext uri="{FF2B5EF4-FFF2-40B4-BE49-F238E27FC236}">
                    <a16:creationId xmlns:a16="http://schemas.microsoft.com/office/drawing/2014/main" id="{7C51D846-61EF-4EB5-BE03-65A572A2EABD}"/>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7790402" y="5229700"/>
                <a:ext cx="285940" cy="199072"/>
              </a:xfrm>
              <a:custGeom>
                <a:avLst/>
                <a:gdLst>
                  <a:gd name="connsiteX0" fmla="*/ 0 w 285940"/>
                  <a:gd name="connsiteY0" fmla="*/ 199073 h 199072"/>
                  <a:gd name="connsiteX1" fmla="*/ 285940 w 285940"/>
                  <a:gd name="connsiteY1" fmla="*/ 0 h 199072"/>
                </a:gdLst>
                <a:ahLst/>
                <a:cxnLst>
                  <a:cxn ang="0">
                    <a:pos x="connsiteX0" y="connsiteY0"/>
                  </a:cxn>
                  <a:cxn ang="0">
                    <a:pos x="connsiteX1" y="connsiteY1"/>
                  </a:cxn>
                </a:cxnLst>
                <a:rect l="l" t="t" r="r" b="b"/>
                <a:pathLst>
                  <a:path w="285940" h="199072">
                    <a:moveTo>
                      <a:pt x="0" y="199073"/>
                    </a:moveTo>
                    <a:cubicBezTo>
                      <a:pt x="0" y="199073"/>
                      <a:pt x="242125" y="39243"/>
                      <a:pt x="285940" y="0"/>
                    </a:cubicBezTo>
                  </a:path>
                </a:pathLst>
              </a:custGeom>
              <a:noFill/>
              <a:ln w="9525" cap="rnd">
                <a:solidFill>
                  <a:schemeClr val="accent2">
                    <a:alpha val="35000"/>
                  </a:schemeClr>
                </a:solidFill>
                <a:prstDash val="lgDash"/>
                <a:round/>
              </a:ln>
            </p:spPr>
            <p:txBody>
              <a:bodyPr rtlCol="0" anchor="ctr"/>
              <a:lstStyle/>
              <a:p>
                <a:endParaRPr lang="en-US"/>
              </a:p>
            </p:txBody>
          </p:sp>
          <p:sp>
            <p:nvSpPr>
              <p:cNvPr id="89" name="Freeform: Shape 88">
                <a:extLst>
                  <a:ext uri="{FF2B5EF4-FFF2-40B4-BE49-F238E27FC236}">
                    <a16:creationId xmlns:a16="http://schemas.microsoft.com/office/drawing/2014/main" id="{C5417C86-AA6B-4AD4-BD75-694E8E073E36}"/>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7393114" y="5049773"/>
                <a:ext cx="655796" cy="381190"/>
              </a:xfrm>
              <a:custGeom>
                <a:avLst/>
                <a:gdLst>
                  <a:gd name="connsiteX0" fmla="*/ 0 w 655796"/>
                  <a:gd name="connsiteY0" fmla="*/ 381190 h 381190"/>
                  <a:gd name="connsiteX1" fmla="*/ 655796 w 655796"/>
                  <a:gd name="connsiteY1" fmla="*/ 0 h 381190"/>
                </a:gdLst>
                <a:ahLst/>
                <a:cxnLst>
                  <a:cxn ang="0">
                    <a:pos x="connsiteX0" y="connsiteY0"/>
                  </a:cxn>
                  <a:cxn ang="0">
                    <a:pos x="connsiteX1" y="connsiteY1"/>
                  </a:cxn>
                </a:cxnLst>
                <a:rect l="l" t="t" r="r" b="b"/>
                <a:pathLst>
                  <a:path w="655796" h="381190">
                    <a:moveTo>
                      <a:pt x="0" y="381190"/>
                    </a:moveTo>
                    <a:cubicBezTo>
                      <a:pt x="0" y="381190"/>
                      <a:pt x="461105" y="172117"/>
                      <a:pt x="655796" y="0"/>
                    </a:cubicBezTo>
                  </a:path>
                </a:pathLst>
              </a:custGeom>
              <a:noFill/>
              <a:ln w="9525" cap="rnd">
                <a:solidFill>
                  <a:schemeClr val="accent2">
                    <a:alpha val="35000"/>
                  </a:schemeClr>
                </a:solidFill>
                <a:prstDash val="lgDash"/>
                <a:round/>
              </a:ln>
            </p:spPr>
            <p:txBody>
              <a:bodyPr rtlCol="0" anchor="ctr"/>
              <a:lstStyle/>
              <a:p>
                <a:endParaRPr lang="en-US"/>
              </a:p>
            </p:txBody>
          </p:sp>
          <p:sp>
            <p:nvSpPr>
              <p:cNvPr id="90" name="Freeform: Shape 89">
                <a:extLst>
                  <a:ext uri="{FF2B5EF4-FFF2-40B4-BE49-F238E27FC236}">
                    <a16:creationId xmlns:a16="http://schemas.microsoft.com/office/drawing/2014/main" id="{51D5067E-85F6-4202-AFB5-41F9C9EA74B1}"/>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154072" y="3867816"/>
                <a:ext cx="2907315" cy="1544764"/>
              </a:xfrm>
              <a:custGeom>
                <a:avLst/>
                <a:gdLst>
                  <a:gd name="connsiteX0" fmla="*/ 0 w 2907315"/>
                  <a:gd name="connsiteY0" fmla="*/ 1544764 h 1544764"/>
                  <a:gd name="connsiteX1" fmla="*/ 201644 w 2907315"/>
                  <a:gd name="connsiteY1" fmla="*/ 1352550 h 1544764"/>
                  <a:gd name="connsiteX2" fmla="*/ 423196 w 2907315"/>
                  <a:gd name="connsiteY2" fmla="*/ 1196054 h 1544764"/>
                  <a:gd name="connsiteX3" fmla="*/ 782193 w 2907315"/>
                  <a:gd name="connsiteY3" fmla="*/ 1099947 h 1544764"/>
                  <a:gd name="connsiteX4" fmla="*/ 1052513 w 2907315"/>
                  <a:gd name="connsiteY4" fmla="*/ 1042321 h 1544764"/>
                  <a:gd name="connsiteX5" fmla="*/ 1311783 w 2907315"/>
                  <a:gd name="connsiteY5" fmla="*/ 1056037 h 1544764"/>
                  <a:gd name="connsiteX6" fmla="*/ 1484662 w 2907315"/>
                  <a:gd name="connsiteY6" fmla="*/ 1083469 h 1544764"/>
                  <a:gd name="connsiteX7" fmla="*/ 1788224 w 2907315"/>
                  <a:gd name="connsiteY7" fmla="*/ 1023080 h 1544764"/>
                  <a:gd name="connsiteX8" fmla="*/ 2269045 w 2907315"/>
                  <a:gd name="connsiteY8" fmla="*/ 734758 h 1544764"/>
                  <a:gd name="connsiteX9" fmla="*/ 2534984 w 2907315"/>
                  <a:gd name="connsiteY9" fmla="*/ 572738 h 1544764"/>
                  <a:gd name="connsiteX10" fmla="*/ 2907316 w 2907315"/>
                  <a:gd name="connsiteY10" fmla="*/ 0 h 154476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2907315" h="1544764">
                    <a:moveTo>
                      <a:pt x="0" y="1544764"/>
                    </a:moveTo>
                    <a:cubicBezTo>
                      <a:pt x="0" y="1544764"/>
                      <a:pt x="98012" y="1443990"/>
                      <a:pt x="201644" y="1352550"/>
                    </a:cubicBezTo>
                    <a:cubicBezTo>
                      <a:pt x="271272" y="1291209"/>
                      <a:pt x="343662" y="1234249"/>
                      <a:pt x="423196" y="1196054"/>
                    </a:cubicBezTo>
                    <a:cubicBezTo>
                      <a:pt x="537591" y="1141095"/>
                      <a:pt x="661226" y="1127189"/>
                      <a:pt x="782193" y="1099947"/>
                    </a:cubicBezTo>
                    <a:cubicBezTo>
                      <a:pt x="872300" y="1079659"/>
                      <a:pt x="961358" y="1051370"/>
                      <a:pt x="1052513" y="1042321"/>
                    </a:cubicBezTo>
                    <a:cubicBezTo>
                      <a:pt x="1139000" y="1033653"/>
                      <a:pt x="1225868" y="1040321"/>
                      <a:pt x="1311783" y="1056037"/>
                    </a:cubicBezTo>
                    <a:cubicBezTo>
                      <a:pt x="1369314" y="1066609"/>
                      <a:pt x="1426559" y="1079373"/>
                      <a:pt x="1484662" y="1083469"/>
                    </a:cubicBezTo>
                    <a:cubicBezTo>
                      <a:pt x="1587913" y="1090803"/>
                      <a:pt x="1690402" y="1064800"/>
                      <a:pt x="1788224" y="1023080"/>
                    </a:cubicBezTo>
                    <a:cubicBezTo>
                      <a:pt x="1956721" y="951262"/>
                      <a:pt x="2106549" y="825722"/>
                      <a:pt x="2269045" y="734758"/>
                    </a:cubicBezTo>
                    <a:cubicBezTo>
                      <a:pt x="2359438" y="684181"/>
                      <a:pt x="2452497" y="640556"/>
                      <a:pt x="2534984" y="572738"/>
                    </a:cubicBezTo>
                    <a:cubicBezTo>
                      <a:pt x="2673001" y="459391"/>
                      <a:pt x="2847023" y="191453"/>
                      <a:pt x="2907316" y="0"/>
                    </a:cubicBezTo>
                  </a:path>
                </a:pathLst>
              </a:custGeom>
              <a:noFill/>
              <a:ln w="9525" cap="rnd">
                <a:solidFill>
                  <a:schemeClr val="accent2">
                    <a:alpha val="35000"/>
                  </a:schemeClr>
                </a:solidFill>
                <a:prstDash val="lgDash"/>
                <a:round/>
              </a:ln>
            </p:spPr>
            <p:txBody>
              <a:bodyPr rtlCol="0" anchor="ctr"/>
              <a:lstStyle/>
              <a:p>
                <a:endParaRPr lang="en-US"/>
              </a:p>
            </p:txBody>
          </p:sp>
          <p:sp>
            <p:nvSpPr>
              <p:cNvPr id="91" name="Freeform: Shape 90">
                <a:extLst>
                  <a:ext uri="{FF2B5EF4-FFF2-40B4-BE49-F238E27FC236}">
                    <a16:creationId xmlns:a16="http://schemas.microsoft.com/office/drawing/2014/main" id="{A9598395-257E-4B18-949B-50F109866B75}"/>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4907946" y="3479100"/>
                <a:ext cx="3168300" cy="1952434"/>
              </a:xfrm>
              <a:custGeom>
                <a:avLst/>
                <a:gdLst>
                  <a:gd name="connsiteX0" fmla="*/ 0 w 3168300"/>
                  <a:gd name="connsiteY0" fmla="*/ 1952435 h 1952434"/>
                  <a:gd name="connsiteX1" fmla="*/ 202121 w 3168300"/>
                  <a:gd name="connsiteY1" fmla="*/ 1687068 h 1952434"/>
                  <a:gd name="connsiteX2" fmla="*/ 545116 w 3168300"/>
                  <a:gd name="connsiteY2" fmla="*/ 1450277 h 1952434"/>
                  <a:gd name="connsiteX3" fmla="*/ 906780 w 3168300"/>
                  <a:gd name="connsiteY3" fmla="*/ 1354455 h 1952434"/>
                  <a:gd name="connsiteX4" fmla="*/ 1332262 w 3168300"/>
                  <a:gd name="connsiteY4" fmla="*/ 1285304 h 1952434"/>
                  <a:gd name="connsiteX5" fmla="*/ 1691259 w 3168300"/>
                  <a:gd name="connsiteY5" fmla="*/ 1240060 h 1952434"/>
                  <a:gd name="connsiteX6" fmla="*/ 2010346 w 3168300"/>
                  <a:gd name="connsiteY6" fmla="*/ 1141667 h 1952434"/>
                  <a:gd name="connsiteX7" fmla="*/ 2393252 w 3168300"/>
                  <a:gd name="connsiteY7" fmla="*/ 1027271 h 1952434"/>
                  <a:gd name="connsiteX8" fmla="*/ 2582037 w 3168300"/>
                  <a:gd name="connsiteY8" fmla="*/ 958120 h 1952434"/>
                  <a:gd name="connsiteX9" fmla="*/ 2760155 w 3168300"/>
                  <a:gd name="connsiteY9" fmla="*/ 827723 h 1952434"/>
                  <a:gd name="connsiteX10" fmla="*/ 2914364 w 3168300"/>
                  <a:gd name="connsiteY10" fmla="*/ 567023 h 1952434"/>
                  <a:gd name="connsiteX11" fmla="*/ 3168301 w 3168300"/>
                  <a:gd name="connsiteY11" fmla="*/ 0 h 195243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3168300" h="1952434">
                    <a:moveTo>
                      <a:pt x="0" y="1952435"/>
                    </a:moveTo>
                    <a:cubicBezTo>
                      <a:pt x="0" y="1952435"/>
                      <a:pt x="91059" y="1796415"/>
                      <a:pt x="202121" y="1687068"/>
                    </a:cubicBezTo>
                    <a:cubicBezTo>
                      <a:pt x="301943" y="1588675"/>
                      <a:pt x="416528" y="1505617"/>
                      <a:pt x="545116" y="1450277"/>
                    </a:cubicBezTo>
                    <a:cubicBezTo>
                      <a:pt x="659987" y="1400747"/>
                      <a:pt x="783622" y="1377601"/>
                      <a:pt x="906780" y="1354455"/>
                    </a:cubicBezTo>
                    <a:cubicBezTo>
                      <a:pt x="1048036" y="1327976"/>
                      <a:pt x="1189482" y="1301972"/>
                      <a:pt x="1332262" y="1285304"/>
                    </a:cubicBezTo>
                    <a:cubicBezTo>
                      <a:pt x="1452182" y="1271302"/>
                      <a:pt x="1573340" y="1265873"/>
                      <a:pt x="1691259" y="1240060"/>
                    </a:cubicBezTo>
                    <a:cubicBezTo>
                      <a:pt x="1800035" y="1216247"/>
                      <a:pt x="1904619" y="1176718"/>
                      <a:pt x="2010346" y="1141667"/>
                    </a:cubicBezTo>
                    <a:cubicBezTo>
                      <a:pt x="2136743" y="1099661"/>
                      <a:pt x="2265902" y="1066229"/>
                      <a:pt x="2393252" y="1027271"/>
                    </a:cubicBezTo>
                    <a:cubicBezTo>
                      <a:pt x="2457450" y="1007650"/>
                      <a:pt x="2521744" y="987552"/>
                      <a:pt x="2582037" y="958120"/>
                    </a:cubicBezTo>
                    <a:cubicBezTo>
                      <a:pt x="2648807" y="925449"/>
                      <a:pt x="2710815" y="883349"/>
                      <a:pt x="2760155" y="827723"/>
                    </a:cubicBezTo>
                    <a:cubicBezTo>
                      <a:pt x="2827496" y="751904"/>
                      <a:pt x="2867978" y="657511"/>
                      <a:pt x="2914364" y="567023"/>
                    </a:cubicBezTo>
                    <a:cubicBezTo>
                      <a:pt x="2972753" y="453200"/>
                      <a:pt x="3119152" y="118015"/>
                      <a:pt x="3168301" y="0"/>
                    </a:cubicBezTo>
                  </a:path>
                </a:pathLst>
              </a:custGeom>
              <a:noFill/>
              <a:ln w="9525" cap="rnd">
                <a:solidFill>
                  <a:schemeClr val="accent2">
                    <a:alpha val="35000"/>
                  </a:schemeClr>
                </a:solidFill>
                <a:prstDash val="lgDash"/>
                <a:round/>
              </a:ln>
            </p:spPr>
            <p:txBody>
              <a:bodyPr rtlCol="0" anchor="ctr"/>
              <a:lstStyle/>
              <a:p>
                <a:endParaRPr lang="en-US"/>
              </a:p>
            </p:txBody>
          </p:sp>
          <p:sp>
            <p:nvSpPr>
              <p:cNvPr id="92" name="Freeform: Shape 91">
                <a:extLst>
                  <a:ext uri="{FF2B5EF4-FFF2-40B4-BE49-F238E27FC236}">
                    <a16:creationId xmlns:a16="http://schemas.microsoft.com/office/drawing/2014/main" id="{39DDA522-37EB-48B3-9B62-748F75D36835}"/>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4704778" y="2976752"/>
                <a:ext cx="3356800" cy="2452020"/>
              </a:xfrm>
              <a:custGeom>
                <a:avLst/>
                <a:gdLst>
                  <a:gd name="connsiteX0" fmla="*/ 0 w 3356800"/>
                  <a:gd name="connsiteY0" fmla="*/ 2452021 h 2452020"/>
                  <a:gd name="connsiteX1" fmla="*/ 130874 w 3356800"/>
                  <a:gd name="connsiteY1" fmla="*/ 2247710 h 2452020"/>
                  <a:gd name="connsiteX2" fmla="*/ 437197 w 3356800"/>
                  <a:gd name="connsiteY2" fmla="*/ 1941195 h 2452020"/>
                  <a:gd name="connsiteX3" fmla="*/ 737140 w 3356800"/>
                  <a:gd name="connsiteY3" fmla="*/ 1736884 h 2452020"/>
                  <a:gd name="connsiteX4" fmla="*/ 1031843 w 3356800"/>
                  <a:gd name="connsiteY4" fmla="*/ 1685068 h 2452020"/>
                  <a:gd name="connsiteX5" fmla="*/ 1287304 w 3356800"/>
                  <a:gd name="connsiteY5" fmla="*/ 1655826 h 2452020"/>
                  <a:gd name="connsiteX6" fmla="*/ 1471994 w 3356800"/>
                  <a:gd name="connsiteY6" fmla="*/ 1634300 h 2452020"/>
                  <a:gd name="connsiteX7" fmla="*/ 1898237 w 3356800"/>
                  <a:gd name="connsiteY7" fmla="*/ 1512665 h 2452020"/>
                  <a:gd name="connsiteX8" fmla="*/ 2229136 w 3356800"/>
                  <a:gd name="connsiteY8" fmla="*/ 1355598 h 2452020"/>
                  <a:gd name="connsiteX9" fmla="*/ 2512314 w 3356800"/>
                  <a:gd name="connsiteY9" fmla="*/ 1238631 h 2452020"/>
                  <a:gd name="connsiteX10" fmla="*/ 2758535 w 3356800"/>
                  <a:gd name="connsiteY10" fmla="*/ 1096994 h 2452020"/>
                  <a:gd name="connsiteX11" fmla="*/ 2935510 w 3356800"/>
                  <a:gd name="connsiteY11" fmla="*/ 919925 h 2452020"/>
                  <a:gd name="connsiteX12" fmla="*/ 3081719 w 3356800"/>
                  <a:gd name="connsiteY12" fmla="*/ 687419 h 2452020"/>
                  <a:gd name="connsiteX13" fmla="*/ 3356800 w 3356800"/>
                  <a:gd name="connsiteY13" fmla="*/ 0 h 245202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Lst>
                <a:rect l="l" t="t" r="r" b="b"/>
                <a:pathLst>
                  <a:path w="3356800" h="2452020">
                    <a:moveTo>
                      <a:pt x="0" y="2452021"/>
                    </a:moveTo>
                    <a:cubicBezTo>
                      <a:pt x="0" y="2452021"/>
                      <a:pt x="57150" y="2344198"/>
                      <a:pt x="130874" y="2247710"/>
                    </a:cubicBezTo>
                    <a:cubicBezTo>
                      <a:pt x="218694" y="2132648"/>
                      <a:pt x="328136" y="2036635"/>
                      <a:pt x="437197" y="1941195"/>
                    </a:cubicBezTo>
                    <a:cubicBezTo>
                      <a:pt x="529304" y="1860709"/>
                      <a:pt x="623030" y="1779556"/>
                      <a:pt x="737140" y="1736884"/>
                    </a:cubicBezTo>
                    <a:cubicBezTo>
                      <a:pt x="830866" y="1701736"/>
                      <a:pt x="932021" y="1695450"/>
                      <a:pt x="1031843" y="1685068"/>
                    </a:cubicBezTo>
                    <a:cubicBezTo>
                      <a:pt x="1117092" y="1676210"/>
                      <a:pt x="1202055" y="1665160"/>
                      <a:pt x="1287304" y="1655826"/>
                    </a:cubicBezTo>
                    <a:cubicBezTo>
                      <a:pt x="1348931" y="1649063"/>
                      <a:pt x="1410653" y="1643539"/>
                      <a:pt x="1471994" y="1634300"/>
                    </a:cubicBezTo>
                    <a:cubicBezTo>
                      <a:pt x="1618679" y="1612011"/>
                      <a:pt x="1761935" y="1571149"/>
                      <a:pt x="1898237" y="1512665"/>
                    </a:cubicBezTo>
                    <a:cubicBezTo>
                      <a:pt x="2010442" y="1464564"/>
                      <a:pt x="2117503" y="1405128"/>
                      <a:pt x="2229136" y="1355598"/>
                    </a:cubicBezTo>
                    <a:cubicBezTo>
                      <a:pt x="2322481" y="1314164"/>
                      <a:pt x="2418969" y="1280160"/>
                      <a:pt x="2512314" y="1238631"/>
                    </a:cubicBezTo>
                    <a:cubicBezTo>
                      <a:pt x="2599087" y="1199960"/>
                      <a:pt x="2683193" y="1154811"/>
                      <a:pt x="2758535" y="1096994"/>
                    </a:cubicBezTo>
                    <a:cubicBezTo>
                      <a:pt x="2825020" y="1046035"/>
                      <a:pt x="2883789" y="985837"/>
                      <a:pt x="2935510" y="919925"/>
                    </a:cubicBezTo>
                    <a:cubicBezTo>
                      <a:pt x="2992184" y="847725"/>
                      <a:pt x="3039904" y="769144"/>
                      <a:pt x="3081719" y="687419"/>
                    </a:cubicBezTo>
                    <a:cubicBezTo>
                      <a:pt x="3138297" y="576739"/>
                      <a:pt x="3314129" y="116776"/>
                      <a:pt x="3356800" y="0"/>
                    </a:cubicBezTo>
                  </a:path>
                </a:pathLst>
              </a:custGeom>
              <a:noFill/>
              <a:ln w="9525" cap="rnd">
                <a:solidFill>
                  <a:schemeClr val="accent2">
                    <a:alpha val="35000"/>
                  </a:schemeClr>
                </a:solidFill>
                <a:prstDash val="lgDash"/>
                <a:round/>
              </a:ln>
            </p:spPr>
            <p:txBody>
              <a:bodyPr rtlCol="0" anchor="ctr"/>
              <a:lstStyle/>
              <a:p>
                <a:endParaRPr lang="en-US"/>
              </a:p>
            </p:txBody>
          </p:sp>
        </p:grpSp>
        <p:sp>
          <p:nvSpPr>
            <p:cNvPr id="85" name="Freeform: Shape 84">
              <a:extLst>
                <a:ext uri="{FF2B5EF4-FFF2-40B4-BE49-F238E27FC236}">
                  <a16:creationId xmlns:a16="http://schemas.microsoft.com/office/drawing/2014/main" id="{B9D8F012-98AD-4320-BA44-DE1CE4E4DF99}"/>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7980400" y="5197178"/>
              <a:ext cx="4211600" cy="1660822"/>
            </a:xfrm>
            <a:custGeom>
              <a:avLst/>
              <a:gdLst>
                <a:gd name="connsiteX0" fmla="*/ 4211600 w 4211600"/>
                <a:gd name="connsiteY0" fmla="*/ 0 h 1660822"/>
                <a:gd name="connsiteX1" fmla="*/ 4211600 w 4211600"/>
                <a:gd name="connsiteY1" fmla="*/ 58430 h 1660822"/>
                <a:gd name="connsiteX2" fmla="*/ 4136524 w 4211600"/>
                <a:gd name="connsiteY2" fmla="*/ 208808 h 1660822"/>
                <a:gd name="connsiteX3" fmla="*/ 3973354 w 4211600"/>
                <a:gd name="connsiteY3" fmla="*/ 437313 h 1660822"/>
                <a:gd name="connsiteX4" fmla="*/ 3884746 w 4211600"/>
                <a:gd name="connsiteY4" fmla="*/ 553613 h 1660822"/>
                <a:gd name="connsiteX5" fmla="*/ 3849435 w 4211600"/>
                <a:gd name="connsiteY5" fmla="*/ 603143 h 1660822"/>
                <a:gd name="connsiteX6" fmla="*/ 3661849 w 4211600"/>
                <a:gd name="connsiteY6" fmla="*/ 819075 h 1660822"/>
                <a:gd name="connsiteX7" fmla="*/ 3402589 w 4211600"/>
                <a:gd name="connsiteY7" fmla="*/ 952996 h 1660822"/>
                <a:gd name="connsiteX8" fmla="*/ 3130202 w 4211600"/>
                <a:gd name="connsiteY8" fmla="*/ 1023386 h 1660822"/>
                <a:gd name="connsiteX9" fmla="*/ 2914657 w 4211600"/>
                <a:gd name="connsiteY9" fmla="*/ 1068058 h 1660822"/>
                <a:gd name="connsiteX10" fmla="*/ 2582149 w 4211600"/>
                <a:gd name="connsiteY10" fmla="*/ 1138924 h 1660822"/>
                <a:gd name="connsiteX11" fmla="*/ 2483958 w 4211600"/>
                <a:gd name="connsiteY11" fmla="*/ 1162356 h 1660822"/>
                <a:gd name="connsiteX12" fmla="*/ 2123750 w 4211600"/>
                <a:gd name="connsiteY12" fmla="*/ 1238651 h 1660822"/>
                <a:gd name="connsiteX13" fmla="*/ 1761444 w 4211600"/>
                <a:gd name="connsiteY13" fmla="*/ 1273417 h 1660822"/>
                <a:gd name="connsiteX14" fmla="*/ 1608382 w 4211600"/>
                <a:gd name="connsiteY14" fmla="*/ 1284466 h 1660822"/>
                <a:gd name="connsiteX15" fmla="*/ 999942 w 4211600"/>
                <a:gd name="connsiteY15" fmla="*/ 1354284 h 1660822"/>
                <a:gd name="connsiteX16" fmla="*/ 484705 w 4211600"/>
                <a:gd name="connsiteY16" fmla="*/ 1450487 h 1660822"/>
                <a:gd name="connsiteX17" fmla="*/ 113310 w 4211600"/>
                <a:gd name="connsiteY17" fmla="*/ 1613700 h 1660822"/>
                <a:gd name="connsiteX18" fmla="*/ 39668 w 4211600"/>
                <a:gd name="connsiteY18" fmla="*/ 1660822 h 1660822"/>
                <a:gd name="connsiteX19" fmla="*/ 0 w 4211600"/>
                <a:gd name="connsiteY19" fmla="*/ 1660822 h 1660822"/>
                <a:gd name="connsiteX20" fmla="*/ 96701 w 4211600"/>
                <a:gd name="connsiteY20" fmla="*/ 1598934 h 1660822"/>
                <a:gd name="connsiteX21" fmla="*/ 474335 w 4211600"/>
                <a:gd name="connsiteY21" fmla="*/ 1433056 h 1660822"/>
                <a:gd name="connsiteX22" fmla="*/ 994299 w 4211600"/>
                <a:gd name="connsiteY22" fmla="*/ 1335806 h 1660822"/>
                <a:gd name="connsiteX23" fmla="*/ 1605231 w 4211600"/>
                <a:gd name="connsiteY23" fmla="*/ 1265702 h 1660822"/>
                <a:gd name="connsiteX24" fmla="*/ 1758819 w 4211600"/>
                <a:gd name="connsiteY24" fmla="*/ 1254558 h 1660822"/>
                <a:gd name="connsiteX25" fmla="*/ 2118106 w 4211600"/>
                <a:gd name="connsiteY25" fmla="*/ 1220077 h 1660822"/>
                <a:gd name="connsiteX26" fmla="*/ 2475557 w 4211600"/>
                <a:gd name="connsiteY26" fmla="*/ 1144353 h 1660822"/>
                <a:gd name="connsiteX27" fmla="*/ 2573878 w 4211600"/>
                <a:gd name="connsiteY27" fmla="*/ 1120827 h 1660822"/>
                <a:gd name="connsiteX28" fmla="*/ 2907437 w 4211600"/>
                <a:gd name="connsiteY28" fmla="*/ 1049675 h 1660822"/>
                <a:gd name="connsiteX29" fmla="*/ 3122589 w 4211600"/>
                <a:gd name="connsiteY29" fmla="*/ 1005098 h 1660822"/>
                <a:gd name="connsiteX30" fmla="*/ 3391169 w 4211600"/>
                <a:gd name="connsiteY30" fmla="*/ 935756 h 1660822"/>
                <a:gd name="connsiteX31" fmla="*/ 3642290 w 4211600"/>
                <a:gd name="connsiteY31" fmla="*/ 806216 h 1660822"/>
                <a:gd name="connsiteX32" fmla="*/ 3825937 w 4211600"/>
                <a:gd name="connsiteY32" fmla="*/ 594475 h 1660822"/>
                <a:gd name="connsiteX33" fmla="*/ 3861381 w 4211600"/>
                <a:gd name="connsiteY33" fmla="*/ 544755 h 1660822"/>
                <a:gd name="connsiteX34" fmla="*/ 3950381 w 4211600"/>
                <a:gd name="connsiteY34" fmla="*/ 427978 h 1660822"/>
                <a:gd name="connsiteX35" fmla="*/ 4112370 w 4211600"/>
                <a:gd name="connsiteY35" fmla="*/ 201378 h 1660822"/>
                <a:gd name="connsiteX36" fmla="*/ 4195989 w 4211600"/>
                <a:gd name="connsiteY36" fmla="*/ 33834 h 166082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Lst>
              <a:rect l="l" t="t" r="r" b="b"/>
              <a:pathLst>
                <a:path w="4211600" h="1660822">
                  <a:moveTo>
                    <a:pt x="4211600" y="0"/>
                  </a:moveTo>
                  <a:lnTo>
                    <a:pt x="4211600" y="58430"/>
                  </a:lnTo>
                  <a:lnTo>
                    <a:pt x="4136524" y="208808"/>
                  </a:lnTo>
                  <a:cubicBezTo>
                    <a:pt x="4089791" y="287770"/>
                    <a:pt x="4030588" y="363780"/>
                    <a:pt x="3973354" y="437313"/>
                  </a:cubicBezTo>
                  <a:cubicBezTo>
                    <a:pt x="3943819" y="475222"/>
                    <a:pt x="3913231" y="514465"/>
                    <a:pt x="3884746" y="553613"/>
                  </a:cubicBezTo>
                  <a:cubicBezTo>
                    <a:pt x="3872801" y="569996"/>
                    <a:pt x="3861119" y="586569"/>
                    <a:pt x="3849435" y="603143"/>
                  </a:cubicBezTo>
                  <a:cubicBezTo>
                    <a:pt x="3796665" y="678009"/>
                    <a:pt x="3742187" y="755352"/>
                    <a:pt x="3661849" y="819075"/>
                  </a:cubicBezTo>
                  <a:cubicBezTo>
                    <a:pt x="3596214" y="871176"/>
                    <a:pt x="3509050" y="916230"/>
                    <a:pt x="3402589" y="952996"/>
                  </a:cubicBezTo>
                  <a:cubicBezTo>
                    <a:pt x="3312406" y="984048"/>
                    <a:pt x="3215660" y="1005003"/>
                    <a:pt x="3130202" y="1023386"/>
                  </a:cubicBezTo>
                  <a:cubicBezTo>
                    <a:pt x="3058529" y="1038816"/>
                    <a:pt x="2985412" y="1053675"/>
                    <a:pt x="2914657" y="1068058"/>
                  </a:cubicBezTo>
                  <a:cubicBezTo>
                    <a:pt x="2805176" y="1090251"/>
                    <a:pt x="2692021" y="1113207"/>
                    <a:pt x="2582149" y="1138924"/>
                  </a:cubicBezTo>
                  <a:cubicBezTo>
                    <a:pt x="2549330" y="1146639"/>
                    <a:pt x="2516644" y="1154450"/>
                    <a:pt x="2483958" y="1162356"/>
                  </a:cubicBezTo>
                  <a:cubicBezTo>
                    <a:pt x="2367257" y="1190550"/>
                    <a:pt x="2246621" y="1219601"/>
                    <a:pt x="2123750" y="1238651"/>
                  </a:cubicBezTo>
                  <a:cubicBezTo>
                    <a:pt x="2004294" y="1257129"/>
                    <a:pt x="1880769" y="1265416"/>
                    <a:pt x="1761444" y="1273417"/>
                  </a:cubicBezTo>
                  <a:cubicBezTo>
                    <a:pt x="1711167" y="1276751"/>
                    <a:pt x="1659184" y="1280275"/>
                    <a:pt x="1608382" y="1284466"/>
                  </a:cubicBezTo>
                  <a:cubicBezTo>
                    <a:pt x="1408589" y="1300944"/>
                    <a:pt x="1214570" y="1325805"/>
                    <a:pt x="999942" y="1354284"/>
                  </a:cubicBezTo>
                  <a:cubicBezTo>
                    <a:pt x="826403" y="1377240"/>
                    <a:pt x="647744" y="1400957"/>
                    <a:pt x="484705" y="1450487"/>
                  </a:cubicBezTo>
                  <a:cubicBezTo>
                    <a:pt x="355831" y="1489635"/>
                    <a:pt x="231387" y="1544374"/>
                    <a:pt x="113310" y="1613700"/>
                  </a:cubicBezTo>
                  <a:lnTo>
                    <a:pt x="39668" y="1660822"/>
                  </a:lnTo>
                  <a:lnTo>
                    <a:pt x="0" y="1660822"/>
                  </a:lnTo>
                  <a:lnTo>
                    <a:pt x="96701" y="1598934"/>
                  </a:lnTo>
                  <a:cubicBezTo>
                    <a:pt x="216635" y="1528533"/>
                    <a:pt x="343196" y="1472919"/>
                    <a:pt x="474335" y="1433056"/>
                  </a:cubicBezTo>
                  <a:cubicBezTo>
                    <a:pt x="639999" y="1382669"/>
                    <a:pt x="820102" y="1358856"/>
                    <a:pt x="994299" y="1335806"/>
                  </a:cubicBezTo>
                  <a:cubicBezTo>
                    <a:pt x="1210239" y="1307231"/>
                    <a:pt x="1404650" y="1282275"/>
                    <a:pt x="1605231" y="1265702"/>
                  </a:cubicBezTo>
                  <a:cubicBezTo>
                    <a:pt x="1656428" y="1261511"/>
                    <a:pt x="1708411" y="1257987"/>
                    <a:pt x="1758819" y="1254558"/>
                  </a:cubicBezTo>
                  <a:cubicBezTo>
                    <a:pt x="1877487" y="1246557"/>
                    <a:pt x="2000094" y="1238365"/>
                    <a:pt x="2118106" y="1220077"/>
                  </a:cubicBezTo>
                  <a:cubicBezTo>
                    <a:pt x="2239531" y="1201313"/>
                    <a:pt x="2359513" y="1172357"/>
                    <a:pt x="2475557" y="1144353"/>
                  </a:cubicBezTo>
                  <a:cubicBezTo>
                    <a:pt x="2508243" y="1136448"/>
                    <a:pt x="2541060" y="1128542"/>
                    <a:pt x="2573878" y="1120827"/>
                  </a:cubicBezTo>
                  <a:cubicBezTo>
                    <a:pt x="2684276" y="1094919"/>
                    <a:pt x="2797694" y="1071963"/>
                    <a:pt x="2907437" y="1049675"/>
                  </a:cubicBezTo>
                  <a:cubicBezTo>
                    <a:pt x="2978061" y="1035387"/>
                    <a:pt x="3051178" y="1020528"/>
                    <a:pt x="3122589" y="1005098"/>
                  </a:cubicBezTo>
                  <a:cubicBezTo>
                    <a:pt x="3206997" y="986810"/>
                    <a:pt x="3302823" y="966141"/>
                    <a:pt x="3391169" y="935756"/>
                  </a:cubicBezTo>
                  <a:cubicBezTo>
                    <a:pt x="3494479" y="900132"/>
                    <a:pt x="3578886" y="856508"/>
                    <a:pt x="3642290" y="806216"/>
                  </a:cubicBezTo>
                  <a:cubicBezTo>
                    <a:pt x="3720133" y="744303"/>
                    <a:pt x="3773953" y="668103"/>
                    <a:pt x="3825937" y="594475"/>
                  </a:cubicBezTo>
                  <a:cubicBezTo>
                    <a:pt x="3837621" y="577902"/>
                    <a:pt x="3849435" y="561233"/>
                    <a:pt x="3861381" y="544755"/>
                  </a:cubicBezTo>
                  <a:cubicBezTo>
                    <a:pt x="3889997" y="505416"/>
                    <a:pt x="3920715" y="465983"/>
                    <a:pt x="3950381" y="427978"/>
                  </a:cubicBezTo>
                  <a:cubicBezTo>
                    <a:pt x="4007353" y="354921"/>
                    <a:pt x="4066163" y="279388"/>
                    <a:pt x="4112370" y="201378"/>
                  </a:cubicBezTo>
                  <a:cubicBezTo>
                    <a:pt x="4144662" y="146800"/>
                    <a:pt x="4170785" y="89364"/>
                    <a:pt x="4195989" y="33834"/>
                  </a:cubicBezTo>
                  <a:close/>
                </a:path>
              </a:pathLst>
            </a:cu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a:p>
          </p:txBody>
        </p:sp>
      </p:grpSp>
    </p:spTree>
    <p:extLst>
      <p:ext uri="{BB962C8B-B14F-4D97-AF65-F5344CB8AC3E}">
        <p14:creationId xmlns:p14="http://schemas.microsoft.com/office/powerpoint/2010/main" val="3548728113"/>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39" name="Rectangle 38">
            <a:extLst>
              <a:ext uri="{FF2B5EF4-FFF2-40B4-BE49-F238E27FC236}">
                <a16:creationId xmlns:a16="http://schemas.microsoft.com/office/drawing/2014/main" id="{8651CFA9-6065-4243-AC48-858E359780B1}"/>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88952" cy="6858000"/>
          </a:xfrm>
          <a:prstGeom prst="rect">
            <a:avLst/>
          </a:prstGeom>
          <a:ln>
            <a:solidFill>
              <a:schemeClr val="bg1">
                <a:lumMod val="9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solidFill>
                <a:schemeClr val="tx1">
                  <a:lumMod val="65000"/>
                  <a:lumOff val="35000"/>
                </a:schemeClr>
              </a:solidFill>
              <a:latin typeface="AvenirNext LT Pro Medium" panose="020B0504020202020204" pitchFamily="34" charset="0"/>
            </a:endParaRPr>
          </a:p>
        </p:txBody>
      </p:sp>
      <p:sp>
        <p:nvSpPr>
          <p:cNvPr id="41" name="Rectangle 40">
            <a:extLst>
              <a:ext uri="{FF2B5EF4-FFF2-40B4-BE49-F238E27FC236}">
                <a16:creationId xmlns:a16="http://schemas.microsoft.com/office/drawing/2014/main" id="{37962AE0-6A1C-4B76-9D52-10E5E6D7D3BB}"/>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88952" cy="6858000"/>
          </a:xfrm>
          <a:prstGeom prst="rect">
            <a:avLst/>
          </a:prstGeom>
          <a:solidFill>
            <a:schemeClr val="bg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solidFill>
                <a:schemeClr val="tx1">
                  <a:lumMod val="65000"/>
                  <a:lumOff val="35000"/>
                </a:schemeClr>
              </a:solidFill>
              <a:latin typeface="AvenirNext LT Pro Medium" panose="020B0504020202020204" pitchFamily="34" charset="0"/>
            </a:endParaRPr>
          </a:p>
        </p:txBody>
      </p:sp>
      <p:grpSp>
        <p:nvGrpSpPr>
          <p:cNvPr id="43" name="Top left">
            <a:extLst>
              <a:ext uri="{FF2B5EF4-FFF2-40B4-BE49-F238E27FC236}">
                <a16:creationId xmlns:a16="http://schemas.microsoft.com/office/drawing/2014/main" id="{34B438D8-EF7C-445C-8B7F-953BEB1BC133}"/>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10849" y="-3086"/>
            <a:ext cx="2198951" cy="3349518"/>
            <a:chOff x="10849" y="-3086"/>
            <a:chExt cx="2198951" cy="3349518"/>
          </a:xfrm>
        </p:grpSpPr>
        <p:sp>
          <p:nvSpPr>
            <p:cNvPr id="44" name="Freeform: Shape 43">
              <a:extLst>
                <a:ext uri="{FF2B5EF4-FFF2-40B4-BE49-F238E27FC236}">
                  <a16:creationId xmlns:a16="http://schemas.microsoft.com/office/drawing/2014/main" id="{9FE087E2-E4B7-42FA-A441-7EDEE41B00F3}"/>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rot="10800000">
              <a:off x="692844" y="-3086"/>
              <a:ext cx="1326111" cy="597603"/>
            </a:xfrm>
            <a:custGeom>
              <a:avLst/>
              <a:gdLst>
                <a:gd name="connsiteX0" fmla="*/ 741051 w 1482102"/>
                <a:gd name="connsiteY0" fmla="*/ 0 h 679363"/>
                <a:gd name="connsiteX1" fmla="*/ 1473822 w 1482102"/>
                <a:gd name="connsiteY1" fmla="*/ 597226 h 679363"/>
                <a:gd name="connsiteX2" fmla="*/ 1482102 w 1482102"/>
                <a:gd name="connsiteY2" fmla="*/ 679363 h 679363"/>
                <a:gd name="connsiteX3" fmla="*/ 0 w 1482102"/>
                <a:gd name="connsiteY3" fmla="*/ 679363 h 679363"/>
                <a:gd name="connsiteX4" fmla="*/ 8280 w 1482102"/>
                <a:gd name="connsiteY4" fmla="*/ 597226 h 679363"/>
                <a:gd name="connsiteX5" fmla="*/ 741051 w 1482102"/>
                <a:gd name="connsiteY5" fmla="*/ 0 h 67936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1482102" h="679363">
                  <a:moveTo>
                    <a:pt x="741051" y="0"/>
                  </a:moveTo>
                  <a:cubicBezTo>
                    <a:pt x="1102506" y="0"/>
                    <a:pt x="1404077" y="256390"/>
                    <a:pt x="1473822" y="597226"/>
                  </a:cubicBezTo>
                  <a:lnTo>
                    <a:pt x="1482102" y="679363"/>
                  </a:lnTo>
                  <a:lnTo>
                    <a:pt x="0" y="679363"/>
                  </a:lnTo>
                  <a:lnTo>
                    <a:pt x="8280" y="597226"/>
                  </a:lnTo>
                  <a:cubicBezTo>
                    <a:pt x="78025" y="256390"/>
                    <a:pt x="379596" y="0"/>
                    <a:pt x="741051" y="0"/>
                  </a:cubicBezTo>
                  <a:close/>
                </a:path>
              </a:pathLst>
            </a:cu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dirty="0">
                <a:solidFill>
                  <a:schemeClr val="tx1">
                    <a:lumMod val="65000"/>
                    <a:lumOff val="35000"/>
                  </a:schemeClr>
                </a:solidFill>
                <a:latin typeface="AvenirNext LT Pro Medium" panose="020B0504020202020204" pitchFamily="34" charset="0"/>
              </a:endParaRPr>
            </a:p>
          </p:txBody>
        </p:sp>
        <p:sp>
          <p:nvSpPr>
            <p:cNvPr id="45" name="Freeform: Shape 44">
              <a:extLst>
                <a:ext uri="{FF2B5EF4-FFF2-40B4-BE49-F238E27FC236}">
                  <a16:creationId xmlns:a16="http://schemas.microsoft.com/office/drawing/2014/main" id="{A61B2EF2-665F-429A-9CFB-08C14FAC9993}"/>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19394" y="15241"/>
              <a:ext cx="2190406" cy="3331191"/>
            </a:xfrm>
            <a:custGeom>
              <a:avLst/>
              <a:gdLst>
                <a:gd name="connsiteX0" fmla="*/ 0 w 3296088"/>
                <a:gd name="connsiteY0" fmla="*/ 5012722 h 5012722"/>
                <a:gd name="connsiteX1" fmla="*/ 244031 w 3296088"/>
                <a:gd name="connsiteY1" fmla="*/ 4820222 h 5012722"/>
                <a:gd name="connsiteX2" fmla="*/ 729234 w 3296088"/>
                <a:gd name="connsiteY2" fmla="*/ 4360641 h 5012722"/>
                <a:gd name="connsiteX3" fmla="*/ 881444 w 3296088"/>
                <a:gd name="connsiteY3" fmla="*/ 4173950 h 5012722"/>
                <a:gd name="connsiteX4" fmla="*/ 1151287 w 3296088"/>
                <a:gd name="connsiteY4" fmla="*/ 3972877 h 5012722"/>
                <a:gd name="connsiteX5" fmla="*/ 1498664 w 3296088"/>
                <a:gd name="connsiteY5" fmla="*/ 3786188 h 5012722"/>
                <a:gd name="connsiteX6" fmla="*/ 1716881 w 3296088"/>
                <a:gd name="connsiteY6" fmla="*/ 3674174 h 5012722"/>
                <a:gd name="connsiteX7" fmla="*/ 1913573 w 3296088"/>
                <a:gd name="connsiteY7" fmla="*/ 3477387 h 5012722"/>
                <a:gd name="connsiteX8" fmla="*/ 2167700 w 3296088"/>
                <a:gd name="connsiteY8" fmla="*/ 3042190 h 5012722"/>
                <a:gd name="connsiteX9" fmla="*/ 2273903 w 3296088"/>
                <a:gd name="connsiteY9" fmla="*/ 2775014 h 5012722"/>
                <a:gd name="connsiteX10" fmla="*/ 2463356 w 3296088"/>
                <a:gd name="connsiteY10" fmla="*/ 2335530 h 5012722"/>
                <a:gd name="connsiteX11" fmla="*/ 2741866 w 3296088"/>
                <a:gd name="connsiteY11" fmla="*/ 1982248 h 5012722"/>
                <a:gd name="connsiteX12" fmla="*/ 2985897 w 3296088"/>
                <a:gd name="connsiteY12" fmla="*/ 1634681 h 5012722"/>
                <a:gd name="connsiteX13" fmla="*/ 3212687 w 3296088"/>
                <a:gd name="connsiteY13" fmla="*/ 1226820 h 5012722"/>
                <a:gd name="connsiteX14" fmla="*/ 3281553 w 3296088"/>
                <a:gd name="connsiteY14" fmla="*/ 959644 h 5012722"/>
                <a:gd name="connsiteX15" fmla="*/ 3295936 w 3296088"/>
                <a:gd name="connsiteY15" fmla="*/ 701135 h 5012722"/>
                <a:gd name="connsiteX16" fmla="*/ 3267266 w 3296088"/>
                <a:gd name="connsiteY16" fmla="*/ 436817 h 5012722"/>
                <a:gd name="connsiteX17" fmla="*/ 3105341 w 3296088"/>
                <a:gd name="connsiteY17" fmla="*/ 0 h 501272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Lst>
              <a:rect l="l" t="t" r="r" b="b"/>
              <a:pathLst>
                <a:path w="3296088" h="5012722">
                  <a:moveTo>
                    <a:pt x="0" y="5012722"/>
                  </a:moveTo>
                  <a:cubicBezTo>
                    <a:pt x="81820" y="4949095"/>
                    <a:pt x="163544" y="4885468"/>
                    <a:pt x="244031" y="4820222"/>
                  </a:cubicBezTo>
                  <a:cubicBezTo>
                    <a:pt x="417671" y="4679633"/>
                    <a:pt x="589883" y="4535139"/>
                    <a:pt x="729234" y="4360641"/>
                  </a:cubicBezTo>
                  <a:cubicBezTo>
                    <a:pt x="779431" y="4297776"/>
                    <a:pt x="825818" y="4231958"/>
                    <a:pt x="881444" y="4173950"/>
                  </a:cubicBezTo>
                  <a:cubicBezTo>
                    <a:pt x="959358" y="4092607"/>
                    <a:pt x="1054799" y="4031075"/>
                    <a:pt x="1151287" y="3972877"/>
                  </a:cubicBezTo>
                  <a:cubicBezTo>
                    <a:pt x="1263968" y="3904964"/>
                    <a:pt x="1379315" y="3841337"/>
                    <a:pt x="1498664" y="3786188"/>
                  </a:cubicBezTo>
                  <a:cubicBezTo>
                    <a:pt x="1573149" y="3751802"/>
                    <a:pt x="1649159" y="3720179"/>
                    <a:pt x="1716881" y="3674174"/>
                  </a:cubicBezTo>
                  <a:cubicBezTo>
                    <a:pt x="1794034" y="3621691"/>
                    <a:pt x="1856708" y="3551492"/>
                    <a:pt x="1913573" y="3477387"/>
                  </a:cubicBezTo>
                  <a:cubicBezTo>
                    <a:pt x="2016157" y="3343751"/>
                    <a:pt x="2099024" y="3196114"/>
                    <a:pt x="2167700" y="3042190"/>
                  </a:cubicBezTo>
                  <a:cubicBezTo>
                    <a:pt x="2206752" y="2954655"/>
                    <a:pt x="2241233" y="2865215"/>
                    <a:pt x="2273903" y="2775014"/>
                  </a:cubicBezTo>
                  <a:cubicBezTo>
                    <a:pt x="2328482" y="2624423"/>
                    <a:pt x="2379440" y="2471642"/>
                    <a:pt x="2463356" y="2335530"/>
                  </a:cubicBezTo>
                  <a:cubicBezTo>
                    <a:pt x="2542127" y="2207705"/>
                    <a:pt x="2647855" y="2099501"/>
                    <a:pt x="2741866" y="1982248"/>
                  </a:cubicBezTo>
                  <a:cubicBezTo>
                    <a:pt x="2830449" y="1871758"/>
                    <a:pt x="2908554" y="1753362"/>
                    <a:pt x="2985897" y="1634681"/>
                  </a:cubicBezTo>
                  <a:cubicBezTo>
                    <a:pt x="3071146" y="1503902"/>
                    <a:pt x="3156395" y="1372172"/>
                    <a:pt x="3212687" y="1226820"/>
                  </a:cubicBezTo>
                  <a:cubicBezTo>
                    <a:pt x="3246025" y="1140809"/>
                    <a:pt x="3268790" y="1051084"/>
                    <a:pt x="3281553" y="959644"/>
                  </a:cubicBezTo>
                  <a:cubicBezTo>
                    <a:pt x="3293555" y="874014"/>
                    <a:pt x="3296888" y="787527"/>
                    <a:pt x="3295936" y="701135"/>
                  </a:cubicBezTo>
                  <a:cubicBezTo>
                    <a:pt x="3294888" y="612172"/>
                    <a:pt x="3289268" y="523018"/>
                    <a:pt x="3267266" y="436817"/>
                  </a:cubicBezTo>
                  <a:cubicBezTo>
                    <a:pt x="3227832" y="282416"/>
                    <a:pt x="3105341" y="0"/>
                    <a:pt x="3105341" y="0"/>
                  </a:cubicBezTo>
                </a:path>
              </a:pathLst>
            </a:custGeom>
            <a:noFill/>
            <a:ln w="9525" cap="rnd">
              <a:solidFill>
                <a:schemeClr val="accent2">
                  <a:alpha val="50000"/>
                </a:schemeClr>
              </a:solidFill>
              <a:prstDash val="lgDash"/>
              <a:round/>
            </a:ln>
          </p:spPr>
          <p:txBody>
            <a:bodyPr rtlCol="0" anchor="ctr"/>
            <a:lstStyle/>
            <a:p>
              <a:endParaRPr lang="en-US"/>
            </a:p>
          </p:txBody>
        </p:sp>
        <p:sp>
          <p:nvSpPr>
            <p:cNvPr id="46" name="Freeform: Shape 45">
              <a:extLst>
                <a:ext uri="{FF2B5EF4-FFF2-40B4-BE49-F238E27FC236}">
                  <a16:creationId xmlns:a16="http://schemas.microsoft.com/office/drawing/2014/main" id="{0B0B1C71-6C49-4F64-8859-9CC59D7D98EE}"/>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10849" y="15178"/>
              <a:ext cx="1978674" cy="3074959"/>
            </a:xfrm>
            <a:custGeom>
              <a:avLst/>
              <a:gdLst>
                <a:gd name="connsiteX0" fmla="*/ 0 w 2977477"/>
                <a:gd name="connsiteY0" fmla="*/ 4627150 h 4627149"/>
                <a:gd name="connsiteX1" fmla="*/ 275082 w 2977477"/>
                <a:gd name="connsiteY1" fmla="*/ 4341590 h 4627149"/>
                <a:gd name="connsiteX2" fmla="*/ 502825 w 2977477"/>
                <a:gd name="connsiteY2" fmla="*/ 4054126 h 4627149"/>
                <a:gd name="connsiteX3" fmla="*/ 666179 w 2977477"/>
                <a:gd name="connsiteY3" fmla="*/ 3890677 h 4627149"/>
                <a:gd name="connsiteX4" fmla="*/ 864203 w 2977477"/>
                <a:gd name="connsiteY4" fmla="*/ 3675983 h 4627149"/>
                <a:gd name="connsiteX5" fmla="*/ 982599 w 2977477"/>
                <a:gd name="connsiteY5" fmla="*/ 3557492 h 4627149"/>
                <a:gd name="connsiteX6" fmla="*/ 1188244 w 2977477"/>
                <a:gd name="connsiteY6" fmla="*/ 3329654 h 4627149"/>
                <a:gd name="connsiteX7" fmla="*/ 1344740 w 2977477"/>
                <a:gd name="connsiteY7" fmla="*/ 3146774 h 4627149"/>
                <a:gd name="connsiteX8" fmla="*/ 1470755 w 2977477"/>
                <a:gd name="connsiteY8" fmla="*/ 2984659 h 4627149"/>
                <a:gd name="connsiteX9" fmla="*/ 1657636 w 2977477"/>
                <a:gd name="connsiteY9" fmla="*/ 2670239 h 4627149"/>
                <a:gd name="connsiteX10" fmla="*/ 1762887 w 2977477"/>
                <a:gd name="connsiteY10" fmla="*/ 2473547 h 4627149"/>
                <a:gd name="connsiteX11" fmla="*/ 1866710 w 2977477"/>
                <a:gd name="connsiteY11" fmla="*/ 2290667 h 4627149"/>
                <a:gd name="connsiteX12" fmla="*/ 2106263 w 2977477"/>
                <a:gd name="connsiteY12" fmla="*/ 2030254 h 4627149"/>
                <a:gd name="connsiteX13" fmla="*/ 2277237 w 2977477"/>
                <a:gd name="connsiteY13" fmla="*/ 1859185 h 4627149"/>
                <a:gd name="connsiteX14" fmla="*/ 2499455 w 2977477"/>
                <a:gd name="connsiteY14" fmla="*/ 1656207 h 4627149"/>
                <a:gd name="connsiteX15" fmla="*/ 2707100 w 2977477"/>
                <a:gd name="connsiteY15" fmla="*/ 1390269 h 4627149"/>
                <a:gd name="connsiteX16" fmla="*/ 2812352 w 2977477"/>
                <a:gd name="connsiteY16" fmla="*/ 1230916 h 4627149"/>
                <a:gd name="connsiteX17" fmla="*/ 2898172 w 2977477"/>
                <a:gd name="connsiteY17" fmla="*/ 1036987 h 4627149"/>
                <a:gd name="connsiteX18" fmla="*/ 2963228 w 2977477"/>
                <a:gd name="connsiteY18" fmla="*/ 850011 h 4627149"/>
                <a:gd name="connsiteX19" fmla="*/ 2977325 w 2977477"/>
                <a:gd name="connsiteY19" fmla="*/ 745427 h 4627149"/>
                <a:gd name="connsiteX20" fmla="*/ 2929509 w 2977477"/>
                <a:gd name="connsiteY20" fmla="*/ 480155 h 4627149"/>
                <a:gd name="connsiteX21" fmla="*/ 2563082 w 2977477"/>
                <a:gd name="connsiteY21" fmla="*/ 0 h 462714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Lst>
              <a:rect l="l" t="t" r="r" b="b"/>
              <a:pathLst>
                <a:path w="2977477" h="4627149">
                  <a:moveTo>
                    <a:pt x="0" y="4627150"/>
                  </a:moveTo>
                  <a:cubicBezTo>
                    <a:pt x="79820" y="4552283"/>
                    <a:pt x="203835" y="4424648"/>
                    <a:pt x="275082" y="4341590"/>
                  </a:cubicBezTo>
                  <a:cubicBezTo>
                    <a:pt x="354711" y="4248722"/>
                    <a:pt x="421005" y="4145090"/>
                    <a:pt x="502825" y="4054126"/>
                  </a:cubicBezTo>
                  <a:cubicBezTo>
                    <a:pt x="554355" y="3996881"/>
                    <a:pt x="612362" y="3945827"/>
                    <a:pt x="666179" y="3890677"/>
                  </a:cubicBezTo>
                  <a:cubicBezTo>
                    <a:pt x="734187" y="3821049"/>
                    <a:pt x="796671" y="3746183"/>
                    <a:pt x="864203" y="3675983"/>
                  </a:cubicBezTo>
                  <a:cubicBezTo>
                    <a:pt x="902875" y="3635788"/>
                    <a:pt x="943642" y="3597593"/>
                    <a:pt x="982599" y="3557492"/>
                  </a:cubicBezTo>
                  <a:cubicBezTo>
                    <a:pt x="1053941" y="3484150"/>
                    <a:pt x="1121378" y="3407093"/>
                    <a:pt x="1188244" y="3329654"/>
                  </a:cubicBezTo>
                  <a:cubicBezTo>
                    <a:pt x="1240631" y="3268885"/>
                    <a:pt x="1293495" y="3208496"/>
                    <a:pt x="1344740" y="3146774"/>
                  </a:cubicBezTo>
                  <a:cubicBezTo>
                    <a:pt x="1388459" y="3094101"/>
                    <a:pt x="1431512" y="3040761"/>
                    <a:pt x="1470755" y="2984659"/>
                  </a:cubicBezTo>
                  <a:cubicBezTo>
                    <a:pt x="1540764" y="2884646"/>
                    <a:pt x="1598771" y="2777109"/>
                    <a:pt x="1657636" y="2670239"/>
                  </a:cubicBezTo>
                  <a:cubicBezTo>
                    <a:pt x="1693545" y="2605088"/>
                    <a:pt x="1728502" y="2539460"/>
                    <a:pt x="1762887" y="2473547"/>
                  </a:cubicBezTo>
                  <a:cubicBezTo>
                    <a:pt x="1795367" y="2411349"/>
                    <a:pt x="1826419" y="2348103"/>
                    <a:pt x="1866710" y="2290667"/>
                  </a:cubicBezTo>
                  <a:cubicBezTo>
                    <a:pt x="1934623" y="2193893"/>
                    <a:pt x="2022729" y="2114169"/>
                    <a:pt x="2106263" y="2030254"/>
                  </a:cubicBezTo>
                  <a:cubicBezTo>
                    <a:pt x="2163128" y="1973104"/>
                    <a:pt x="2218182" y="1914049"/>
                    <a:pt x="2277237" y="1859185"/>
                  </a:cubicBezTo>
                  <a:cubicBezTo>
                    <a:pt x="2350770" y="1790891"/>
                    <a:pt x="2430304" y="1728978"/>
                    <a:pt x="2499455" y="1656207"/>
                  </a:cubicBezTo>
                  <a:cubicBezTo>
                    <a:pt x="2576989" y="1574578"/>
                    <a:pt x="2641568" y="1481900"/>
                    <a:pt x="2707100" y="1390269"/>
                  </a:cubicBezTo>
                  <a:cubicBezTo>
                    <a:pt x="2744153" y="1338453"/>
                    <a:pt x="2781586" y="1286732"/>
                    <a:pt x="2812352" y="1230916"/>
                  </a:cubicBezTo>
                  <a:cubicBezTo>
                    <a:pt x="2846546" y="1168908"/>
                    <a:pt x="2872550" y="1102900"/>
                    <a:pt x="2898172" y="1036987"/>
                  </a:cubicBezTo>
                  <a:cubicBezTo>
                    <a:pt x="2922175" y="975455"/>
                    <a:pt x="2948273" y="914305"/>
                    <a:pt x="2963228" y="850011"/>
                  </a:cubicBezTo>
                  <a:cubicBezTo>
                    <a:pt x="2971229" y="815626"/>
                    <a:pt x="2976563" y="780764"/>
                    <a:pt x="2977325" y="745427"/>
                  </a:cubicBezTo>
                  <a:cubicBezTo>
                    <a:pt x="2979230" y="654844"/>
                    <a:pt x="2963323" y="564261"/>
                    <a:pt x="2929509" y="480155"/>
                  </a:cubicBezTo>
                  <a:cubicBezTo>
                    <a:pt x="2851309" y="285655"/>
                    <a:pt x="2563082" y="0"/>
                    <a:pt x="2563082" y="0"/>
                  </a:cubicBezTo>
                </a:path>
              </a:pathLst>
            </a:custGeom>
            <a:noFill/>
            <a:ln w="9525" cap="rnd">
              <a:solidFill>
                <a:schemeClr val="accent2">
                  <a:alpha val="50000"/>
                </a:schemeClr>
              </a:solidFill>
              <a:prstDash val="lgDash"/>
              <a:round/>
            </a:ln>
          </p:spPr>
          <p:txBody>
            <a:bodyPr rtlCol="0" anchor="ctr"/>
            <a:lstStyle/>
            <a:p>
              <a:endParaRPr lang="en-US"/>
            </a:p>
          </p:txBody>
        </p:sp>
        <p:sp>
          <p:nvSpPr>
            <p:cNvPr id="47" name="Freeform: Shape 46">
              <a:extLst>
                <a:ext uri="{FF2B5EF4-FFF2-40B4-BE49-F238E27FC236}">
                  <a16:creationId xmlns:a16="http://schemas.microsoft.com/office/drawing/2014/main" id="{66BBF9FA-27D4-45DF-8D9C-623EA4106A84}"/>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25092" y="15178"/>
              <a:ext cx="1566146" cy="2737264"/>
            </a:xfrm>
            <a:custGeom>
              <a:avLst/>
              <a:gdLst>
                <a:gd name="connsiteX0" fmla="*/ 1707071 w 2356712"/>
                <a:gd name="connsiteY0" fmla="*/ 0 h 4118991"/>
                <a:gd name="connsiteX1" fmla="*/ 1824514 w 2356712"/>
                <a:gd name="connsiteY1" fmla="*/ 244697 h 4118991"/>
                <a:gd name="connsiteX2" fmla="*/ 1908715 w 2356712"/>
                <a:gd name="connsiteY2" fmla="*/ 328994 h 4118991"/>
                <a:gd name="connsiteX3" fmla="*/ 2226469 w 2356712"/>
                <a:gd name="connsiteY3" fmla="*/ 603695 h 4118991"/>
                <a:gd name="connsiteX4" fmla="*/ 2355628 w 2356712"/>
                <a:gd name="connsiteY4" fmla="*/ 900494 h 4118991"/>
                <a:gd name="connsiteX5" fmla="*/ 2281428 w 2356712"/>
                <a:gd name="connsiteY5" fmla="*/ 1206913 h 4118991"/>
                <a:gd name="connsiteX6" fmla="*/ 2092452 w 2356712"/>
                <a:gd name="connsiteY6" fmla="*/ 1460659 h 4118991"/>
                <a:gd name="connsiteX7" fmla="*/ 1834039 w 2356712"/>
                <a:gd name="connsiteY7" fmla="*/ 1625822 h 4118991"/>
                <a:gd name="connsiteX8" fmla="*/ 1558862 w 2356712"/>
                <a:gd name="connsiteY8" fmla="*/ 1743075 h 4118991"/>
                <a:gd name="connsiteX9" fmla="*/ 1386554 w 2356712"/>
                <a:gd name="connsiteY9" fmla="*/ 1869948 h 4118991"/>
                <a:gd name="connsiteX10" fmla="*/ 1271683 w 2356712"/>
                <a:gd name="connsiteY10" fmla="*/ 2073402 h 4118991"/>
                <a:gd name="connsiteX11" fmla="*/ 1178338 w 2356712"/>
                <a:gd name="connsiteY11" fmla="*/ 2355914 h 4118991"/>
                <a:gd name="connsiteX12" fmla="*/ 1113758 w 2356712"/>
                <a:gd name="connsiteY12" fmla="*/ 2578513 h 4118991"/>
                <a:gd name="connsiteX13" fmla="*/ 1034796 w 2356712"/>
                <a:gd name="connsiteY13" fmla="*/ 2834640 h 4118991"/>
                <a:gd name="connsiteX14" fmla="*/ 905637 w 2356712"/>
                <a:gd name="connsiteY14" fmla="*/ 3081242 h 4118991"/>
                <a:gd name="connsiteX15" fmla="*/ 793147 w 2356712"/>
                <a:gd name="connsiteY15" fmla="*/ 3258407 h 4118991"/>
                <a:gd name="connsiteX16" fmla="*/ 546735 w 2356712"/>
                <a:gd name="connsiteY16" fmla="*/ 3571970 h 4118991"/>
                <a:gd name="connsiteX17" fmla="*/ 346996 w 2356712"/>
                <a:gd name="connsiteY17" fmla="*/ 3771900 h 4118991"/>
                <a:gd name="connsiteX18" fmla="*/ 174689 w 2356712"/>
                <a:gd name="connsiteY18" fmla="*/ 3944207 h 4118991"/>
                <a:gd name="connsiteX19" fmla="*/ 0 w 2356712"/>
                <a:gd name="connsiteY19" fmla="*/ 4118991 h 411899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Lst>
              <a:rect l="l" t="t" r="r" b="b"/>
              <a:pathLst>
                <a:path w="2356712" h="4118991">
                  <a:moveTo>
                    <a:pt x="1707071" y="0"/>
                  </a:moveTo>
                  <a:cubicBezTo>
                    <a:pt x="1715357" y="22098"/>
                    <a:pt x="1812608" y="224409"/>
                    <a:pt x="1824514" y="244697"/>
                  </a:cubicBezTo>
                  <a:cubicBezTo>
                    <a:pt x="1844802" y="279273"/>
                    <a:pt x="1876996" y="304324"/>
                    <a:pt x="1908715" y="328994"/>
                  </a:cubicBezTo>
                  <a:cubicBezTo>
                    <a:pt x="2019967" y="415195"/>
                    <a:pt x="2137886" y="494633"/>
                    <a:pt x="2226469" y="603695"/>
                  </a:cubicBezTo>
                  <a:cubicBezTo>
                    <a:pt x="2296287" y="689610"/>
                    <a:pt x="2347817" y="790480"/>
                    <a:pt x="2355628" y="900494"/>
                  </a:cubicBezTo>
                  <a:cubicBezTo>
                    <a:pt x="2363248" y="1007078"/>
                    <a:pt x="2329910" y="1111187"/>
                    <a:pt x="2281428" y="1206913"/>
                  </a:cubicBezTo>
                  <a:cubicBezTo>
                    <a:pt x="2233422" y="1301877"/>
                    <a:pt x="2170938" y="1388936"/>
                    <a:pt x="2092452" y="1460659"/>
                  </a:cubicBezTo>
                  <a:cubicBezTo>
                    <a:pt x="2016538" y="1530001"/>
                    <a:pt x="1927765" y="1583436"/>
                    <a:pt x="1834039" y="1625822"/>
                  </a:cubicBezTo>
                  <a:cubicBezTo>
                    <a:pt x="1743075" y="1666970"/>
                    <a:pt x="1647730" y="1697736"/>
                    <a:pt x="1558862" y="1743075"/>
                  </a:cubicBezTo>
                  <a:cubicBezTo>
                    <a:pt x="1494758" y="1775841"/>
                    <a:pt x="1434275" y="1816132"/>
                    <a:pt x="1386554" y="1869948"/>
                  </a:cubicBezTo>
                  <a:cubicBezTo>
                    <a:pt x="1334548" y="1928622"/>
                    <a:pt x="1300544" y="2000345"/>
                    <a:pt x="1271683" y="2073402"/>
                  </a:cubicBezTo>
                  <a:cubicBezTo>
                    <a:pt x="1235202" y="2165699"/>
                    <a:pt x="1206722" y="2260759"/>
                    <a:pt x="1178338" y="2355914"/>
                  </a:cubicBezTo>
                  <a:cubicBezTo>
                    <a:pt x="1156240" y="2429923"/>
                    <a:pt x="1134237" y="2504028"/>
                    <a:pt x="1113758" y="2578513"/>
                  </a:cubicBezTo>
                  <a:cubicBezTo>
                    <a:pt x="1090041" y="2664714"/>
                    <a:pt x="1068134" y="2751678"/>
                    <a:pt x="1034796" y="2834640"/>
                  </a:cubicBezTo>
                  <a:cubicBezTo>
                    <a:pt x="1000125" y="2920841"/>
                    <a:pt x="953643" y="3001613"/>
                    <a:pt x="905637" y="3081242"/>
                  </a:cubicBezTo>
                  <a:cubicBezTo>
                    <a:pt x="869442" y="3141155"/>
                    <a:pt x="832295" y="3200400"/>
                    <a:pt x="793147" y="3258407"/>
                  </a:cubicBezTo>
                  <a:cubicBezTo>
                    <a:pt x="718661" y="3368802"/>
                    <a:pt x="637223" y="3474434"/>
                    <a:pt x="546735" y="3571970"/>
                  </a:cubicBezTo>
                  <a:cubicBezTo>
                    <a:pt x="482632" y="3641027"/>
                    <a:pt x="414147" y="3705797"/>
                    <a:pt x="346996" y="3771900"/>
                  </a:cubicBezTo>
                  <a:cubicBezTo>
                    <a:pt x="288989" y="3828764"/>
                    <a:pt x="232029" y="3886676"/>
                    <a:pt x="174689" y="3944207"/>
                  </a:cubicBezTo>
                  <a:cubicBezTo>
                    <a:pt x="116586" y="4002596"/>
                    <a:pt x="58293" y="4060698"/>
                    <a:pt x="0" y="4118991"/>
                  </a:cubicBezTo>
                </a:path>
              </a:pathLst>
            </a:custGeom>
            <a:noFill/>
            <a:ln w="9525" cap="rnd">
              <a:solidFill>
                <a:schemeClr val="accent2">
                  <a:alpha val="50000"/>
                </a:schemeClr>
              </a:solidFill>
              <a:prstDash val="lgDash"/>
              <a:round/>
            </a:ln>
          </p:spPr>
          <p:txBody>
            <a:bodyPr rtlCol="0" anchor="ctr"/>
            <a:lstStyle/>
            <a:p>
              <a:endParaRPr lang="en-US"/>
            </a:p>
          </p:txBody>
        </p:sp>
        <p:sp>
          <p:nvSpPr>
            <p:cNvPr id="48" name="Freeform: Shape 47">
              <a:extLst>
                <a:ext uri="{FF2B5EF4-FFF2-40B4-BE49-F238E27FC236}">
                  <a16:creationId xmlns:a16="http://schemas.microsoft.com/office/drawing/2014/main" id="{0F2F0D01-71CB-4693-A192-5BA045A5CF8F}"/>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10849" y="15178"/>
              <a:ext cx="1368431" cy="2644975"/>
            </a:xfrm>
            <a:custGeom>
              <a:avLst/>
              <a:gdLst>
                <a:gd name="connsiteX0" fmla="*/ 0 w 2059193"/>
                <a:gd name="connsiteY0" fmla="*/ 3980116 h 3980116"/>
                <a:gd name="connsiteX1" fmla="*/ 471583 w 2059193"/>
                <a:gd name="connsiteY1" fmla="*/ 3515678 h 3980116"/>
                <a:gd name="connsiteX2" fmla="*/ 758666 w 2059193"/>
                <a:gd name="connsiteY2" fmla="*/ 3163824 h 3980116"/>
                <a:gd name="connsiteX3" fmla="*/ 940499 w 2059193"/>
                <a:gd name="connsiteY3" fmla="*/ 2780824 h 3980116"/>
                <a:gd name="connsiteX4" fmla="*/ 1055370 w 2059193"/>
                <a:gd name="connsiteY4" fmla="*/ 2242185 h 3980116"/>
                <a:gd name="connsiteX5" fmla="*/ 1136714 w 2059193"/>
                <a:gd name="connsiteY5" fmla="*/ 1878330 h 3980116"/>
                <a:gd name="connsiteX6" fmla="*/ 1246727 w 2059193"/>
                <a:gd name="connsiteY6" fmla="*/ 1562386 h 3980116"/>
                <a:gd name="connsiteX7" fmla="*/ 1378363 w 2059193"/>
                <a:gd name="connsiteY7" fmla="*/ 1430750 h 3980116"/>
                <a:gd name="connsiteX8" fmla="*/ 1691831 w 2059193"/>
                <a:gd name="connsiteY8" fmla="*/ 1394841 h 3980116"/>
                <a:gd name="connsiteX9" fmla="*/ 1914335 w 2059193"/>
                <a:gd name="connsiteY9" fmla="*/ 1323023 h 3980116"/>
                <a:gd name="connsiteX10" fmla="*/ 2055495 w 2059193"/>
                <a:gd name="connsiteY10" fmla="*/ 1098042 h 3980116"/>
                <a:gd name="connsiteX11" fmla="*/ 2033969 w 2059193"/>
                <a:gd name="connsiteY11" fmla="*/ 930497 h 3980116"/>
                <a:gd name="connsiteX12" fmla="*/ 1885664 w 2059193"/>
                <a:gd name="connsiteY12" fmla="*/ 760571 h 3980116"/>
                <a:gd name="connsiteX13" fmla="*/ 1636871 w 2059193"/>
                <a:gd name="connsiteY13" fmla="*/ 612172 h 3980116"/>
                <a:gd name="connsiteX14" fmla="*/ 1335405 w 2059193"/>
                <a:gd name="connsiteY14" fmla="*/ 459010 h 3980116"/>
                <a:gd name="connsiteX15" fmla="*/ 1234916 w 2059193"/>
                <a:gd name="connsiteY15" fmla="*/ 269939 h 3980116"/>
                <a:gd name="connsiteX16" fmla="*/ 1386935 w 2059193"/>
                <a:gd name="connsiteY16" fmla="*/ 0 h 398011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Lst>
              <a:rect l="l" t="t" r="r" b="b"/>
              <a:pathLst>
                <a:path w="2059193" h="3980116">
                  <a:moveTo>
                    <a:pt x="0" y="3980116"/>
                  </a:moveTo>
                  <a:cubicBezTo>
                    <a:pt x="91345" y="3889534"/>
                    <a:pt x="382715" y="3608737"/>
                    <a:pt x="471583" y="3515678"/>
                  </a:cubicBezTo>
                  <a:cubicBezTo>
                    <a:pt x="576358" y="3405949"/>
                    <a:pt x="675989" y="3290983"/>
                    <a:pt x="758666" y="3163824"/>
                  </a:cubicBezTo>
                  <a:cubicBezTo>
                    <a:pt x="836105" y="3044857"/>
                    <a:pt x="897445" y="2916079"/>
                    <a:pt x="940499" y="2780824"/>
                  </a:cubicBezTo>
                  <a:cubicBezTo>
                    <a:pt x="996315" y="2605754"/>
                    <a:pt x="1020985" y="2422874"/>
                    <a:pt x="1055370" y="2242185"/>
                  </a:cubicBezTo>
                  <a:cubicBezTo>
                    <a:pt x="1078611" y="2120075"/>
                    <a:pt x="1107472" y="1999107"/>
                    <a:pt x="1136714" y="1878330"/>
                  </a:cubicBezTo>
                  <a:cubicBezTo>
                    <a:pt x="1163098" y="1769174"/>
                    <a:pt x="1189482" y="1658588"/>
                    <a:pt x="1246727" y="1562386"/>
                  </a:cubicBezTo>
                  <a:cubicBezTo>
                    <a:pt x="1279208" y="1507808"/>
                    <a:pt x="1321689" y="1459039"/>
                    <a:pt x="1378363" y="1430750"/>
                  </a:cubicBezTo>
                  <a:cubicBezTo>
                    <a:pt x="1473327" y="1383221"/>
                    <a:pt x="1584865" y="1402652"/>
                    <a:pt x="1691831" y="1394841"/>
                  </a:cubicBezTo>
                  <a:cubicBezTo>
                    <a:pt x="1771079" y="1389031"/>
                    <a:pt x="1849279" y="1368266"/>
                    <a:pt x="1914335" y="1323023"/>
                  </a:cubicBezTo>
                  <a:cubicBezTo>
                    <a:pt x="1989963" y="1270445"/>
                    <a:pt x="2041493" y="1189101"/>
                    <a:pt x="2055495" y="1098042"/>
                  </a:cubicBezTo>
                  <a:cubicBezTo>
                    <a:pt x="2064258" y="1041178"/>
                    <a:pt x="2057591" y="982980"/>
                    <a:pt x="2033969" y="930497"/>
                  </a:cubicBezTo>
                  <a:cubicBezTo>
                    <a:pt x="2002727" y="861060"/>
                    <a:pt x="1945958" y="807625"/>
                    <a:pt x="1885664" y="760571"/>
                  </a:cubicBezTo>
                  <a:cubicBezTo>
                    <a:pt x="1809179" y="700945"/>
                    <a:pt x="1725549" y="651415"/>
                    <a:pt x="1636871" y="612172"/>
                  </a:cubicBezTo>
                  <a:cubicBezTo>
                    <a:pt x="1532763" y="566071"/>
                    <a:pt x="1421606" y="532543"/>
                    <a:pt x="1335405" y="459010"/>
                  </a:cubicBezTo>
                  <a:cubicBezTo>
                    <a:pt x="1277969" y="409956"/>
                    <a:pt x="1232059" y="344615"/>
                    <a:pt x="1234916" y="269939"/>
                  </a:cubicBezTo>
                  <a:cubicBezTo>
                    <a:pt x="1237012" y="211741"/>
                    <a:pt x="1386935" y="0"/>
                    <a:pt x="1386935" y="0"/>
                  </a:cubicBezTo>
                </a:path>
              </a:pathLst>
            </a:custGeom>
            <a:noFill/>
            <a:ln w="9525" cap="rnd">
              <a:solidFill>
                <a:schemeClr val="accent2">
                  <a:alpha val="50000"/>
                </a:schemeClr>
              </a:solidFill>
              <a:prstDash val="lgDash"/>
              <a:round/>
            </a:ln>
          </p:spPr>
          <p:txBody>
            <a:bodyPr rtlCol="0" anchor="ctr"/>
            <a:lstStyle/>
            <a:p>
              <a:endParaRPr lang="en-US"/>
            </a:p>
          </p:txBody>
        </p:sp>
        <p:sp>
          <p:nvSpPr>
            <p:cNvPr id="49" name="Freeform: Shape 48">
              <a:extLst>
                <a:ext uri="{FF2B5EF4-FFF2-40B4-BE49-F238E27FC236}">
                  <a16:creationId xmlns:a16="http://schemas.microsoft.com/office/drawing/2014/main" id="{E740E1FB-ACD1-41FC-9828-9B5D2CAA770E}"/>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18825" y="543780"/>
              <a:ext cx="494287" cy="1905590"/>
            </a:xfrm>
            <a:custGeom>
              <a:avLst/>
              <a:gdLst>
                <a:gd name="connsiteX0" fmla="*/ 11144 w 743796"/>
                <a:gd name="connsiteY0" fmla="*/ 0 h 2867501"/>
                <a:gd name="connsiteX1" fmla="*/ 353663 w 743796"/>
                <a:gd name="connsiteY1" fmla="*/ 55245 h 2867501"/>
                <a:gd name="connsiteX2" fmla="*/ 571405 w 743796"/>
                <a:gd name="connsiteY2" fmla="*/ 179737 h 2867501"/>
                <a:gd name="connsiteX3" fmla="*/ 688658 w 743796"/>
                <a:gd name="connsiteY3" fmla="*/ 368808 h 2867501"/>
                <a:gd name="connsiteX4" fmla="*/ 731711 w 743796"/>
                <a:gd name="connsiteY4" fmla="*/ 612934 h 2867501"/>
                <a:gd name="connsiteX5" fmla="*/ 725233 w 743796"/>
                <a:gd name="connsiteY5" fmla="*/ 995648 h 2867501"/>
                <a:gd name="connsiteX6" fmla="*/ 742855 w 743796"/>
                <a:gd name="connsiteY6" fmla="*/ 1499330 h 2867501"/>
                <a:gd name="connsiteX7" fmla="*/ 707898 w 743796"/>
                <a:gd name="connsiteY7" fmla="*/ 1793081 h 2867501"/>
                <a:gd name="connsiteX8" fmla="*/ 633222 w 743796"/>
                <a:gd name="connsiteY8" fmla="*/ 2073592 h 2867501"/>
                <a:gd name="connsiteX9" fmla="*/ 404527 w 743796"/>
                <a:gd name="connsiteY9" fmla="*/ 2472404 h 2867501"/>
                <a:gd name="connsiteX10" fmla="*/ 0 w 743796"/>
                <a:gd name="connsiteY10" fmla="*/ 2867501 h 286750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743796" h="2867501">
                  <a:moveTo>
                    <a:pt x="11144" y="0"/>
                  </a:moveTo>
                  <a:cubicBezTo>
                    <a:pt x="101060" y="2953"/>
                    <a:pt x="268796" y="25146"/>
                    <a:pt x="353663" y="55245"/>
                  </a:cubicBezTo>
                  <a:cubicBezTo>
                    <a:pt x="433483" y="83534"/>
                    <a:pt x="510635" y="120967"/>
                    <a:pt x="571405" y="179737"/>
                  </a:cubicBezTo>
                  <a:cubicBezTo>
                    <a:pt x="625412" y="231934"/>
                    <a:pt x="663607" y="297942"/>
                    <a:pt x="688658" y="368808"/>
                  </a:cubicBezTo>
                  <a:cubicBezTo>
                    <a:pt x="716375" y="447103"/>
                    <a:pt x="727996" y="529876"/>
                    <a:pt x="731711" y="612934"/>
                  </a:cubicBezTo>
                  <a:cubicBezTo>
                    <a:pt x="737426" y="740474"/>
                    <a:pt x="724948" y="867918"/>
                    <a:pt x="725233" y="995648"/>
                  </a:cubicBezTo>
                  <a:cubicBezTo>
                    <a:pt x="725710" y="1163765"/>
                    <a:pt x="748665" y="1331309"/>
                    <a:pt x="742855" y="1499330"/>
                  </a:cubicBezTo>
                  <a:cubicBezTo>
                    <a:pt x="739426" y="1598009"/>
                    <a:pt x="725996" y="1696022"/>
                    <a:pt x="707898" y="1793081"/>
                  </a:cubicBezTo>
                  <a:cubicBezTo>
                    <a:pt x="690086" y="1888426"/>
                    <a:pt x="666845" y="1982724"/>
                    <a:pt x="633222" y="2073592"/>
                  </a:cubicBezTo>
                  <a:cubicBezTo>
                    <a:pt x="579692" y="2218182"/>
                    <a:pt x="499682" y="2351056"/>
                    <a:pt x="404527" y="2472404"/>
                  </a:cubicBezTo>
                  <a:cubicBezTo>
                    <a:pt x="266033" y="2648902"/>
                    <a:pt x="179642" y="2732818"/>
                    <a:pt x="0" y="2867501"/>
                  </a:cubicBezTo>
                </a:path>
              </a:pathLst>
            </a:custGeom>
            <a:noFill/>
            <a:ln w="9525" cap="rnd">
              <a:solidFill>
                <a:schemeClr val="accent2">
                  <a:alpha val="50000"/>
                </a:schemeClr>
              </a:solidFill>
              <a:prstDash val="lgDash"/>
              <a:round/>
            </a:ln>
          </p:spPr>
          <p:txBody>
            <a:bodyPr rtlCol="0" anchor="ctr"/>
            <a:lstStyle/>
            <a:p>
              <a:endParaRPr lang="en-US"/>
            </a:p>
          </p:txBody>
        </p:sp>
        <p:sp>
          <p:nvSpPr>
            <p:cNvPr id="50" name="Freeform: Shape 49">
              <a:extLst>
                <a:ext uri="{FF2B5EF4-FFF2-40B4-BE49-F238E27FC236}">
                  <a16:creationId xmlns:a16="http://schemas.microsoft.com/office/drawing/2014/main" id="{12BABC85-DC43-42B8-8AAA-9198D7A62D67}"/>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10849" y="672286"/>
              <a:ext cx="396930" cy="1690303"/>
            </a:xfrm>
            <a:custGeom>
              <a:avLst/>
              <a:gdLst>
                <a:gd name="connsiteX0" fmla="*/ 16478 w 597294"/>
                <a:gd name="connsiteY0" fmla="*/ 2079 h 2543540"/>
                <a:gd name="connsiteX1" fmla="*/ 299847 w 597294"/>
                <a:gd name="connsiteY1" fmla="*/ 53991 h 2543540"/>
                <a:gd name="connsiteX2" fmla="*/ 503206 w 597294"/>
                <a:gd name="connsiteY2" fmla="*/ 291354 h 2543540"/>
                <a:gd name="connsiteX3" fmla="*/ 525113 w 597294"/>
                <a:gd name="connsiteY3" fmla="*/ 724265 h 2543540"/>
                <a:gd name="connsiteX4" fmla="*/ 578930 w 597294"/>
                <a:gd name="connsiteY4" fmla="*/ 1117267 h 2543540"/>
                <a:gd name="connsiteX5" fmla="*/ 592931 w 597294"/>
                <a:gd name="connsiteY5" fmla="*/ 1476359 h 2543540"/>
                <a:gd name="connsiteX6" fmla="*/ 503206 w 597294"/>
                <a:gd name="connsiteY6" fmla="*/ 1859359 h 2543540"/>
                <a:gd name="connsiteX7" fmla="*/ 291846 w 597294"/>
                <a:gd name="connsiteY7" fmla="*/ 2250361 h 2543540"/>
                <a:gd name="connsiteX8" fmla="*/ 0 w 597294"/>
                <a:gd name="connsiteY8" fmla="*/ 2543540 h 254354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597294" h="2543540">
                  <a:moveTo>
                    <a:pt x="16478" y="2079"/>
                  </a:moveTo>
                  <a:cubicBezTo>
                    <a:pt x="101441" y="-6684"/>
                    <a:pt x="224885" y="12557"/>
                    <a:pt x="299847" y="53991"/>
                  </a:cubicBezTo>
                  <a:cubicBezTo>
                    <a:pt x="394240" y="106092"/>
                    <a:pt x="468440" y="189341"/>
                    <a:pt x="503206" y="291354"/>
                  </a:cubicBezTo>
                  <a:cubicBezTo>
                    <a:pt x="550069" y="429085"/>
                    <a:pt x="520827" y="577770"/>
                    <a:pt x="525113" y="724265"/>
                  </a:cubicBezTo>
                  <a:cubicBezTo>
                    <a:pt x="529019" y="856472"/>
                    <a:pt x="561118" y="986012"/>
                    <a:pt x="578930" y="1117267"/>
                  </a:cubicBezTo>
                  <a:cubicBezTo>
                    <a:pt x="595122" y="1236234"/>
                    <a:pt x="602742" y="1356630"/>
                    <a:pt x="592931" y="1476359"/>
                  </a:cubicBezTo>
                  <a:cubicBezTo>
                    <a:pt x="582073" y="1607709"/>
                    <a:pt x="549783" y="1736011"/>
                    <a:pt x="503206" y="1859359"/>
                  </a:cubicBezTo>
                  <a:cubicBezTo>
                    <a:pt x="450628" y="1998710"/>
                    <a:pt x="383857" y="2133298"/>
                    <a:pt x="291846" y="2250361"/>
                  </a:cubicBezTo>
                  <a:cubicBezTo>
                    <a:pt x="231553" y="2327132"/>
                    <a:pt x="73819" y="2479532"/>
                    <a:pt x="0" y="2543540"/>
                  </a:cubicBezTo>
                </a:path>
              </a:pathLst>
            </a:custGeom>
            <a:noFill/>
            <a:ln w="9525" cap="rnd">
              <a:solidFill>
                <a:schemeClr val="accent2">
                  <a:alpha val="50000"/>
                </a:schemeClr>
              </a:solidFill>
              <a:prstDash val="lgDash"/>
              <a:round/>
            </a:ln>
          </p:spPr>
          <p:txBody>
            <a:bodyPr rtlCol="0" anchor="ctr"/>
            <a:lstStyle/>
            <a:p>
              <a:endParaRPr lang="en-US"/>
            </a:p>
          </p:txBody>
        </p:sp>
        <p:sp>
          <p:nvSpPr>
            <p:cNvPr id="51" name="Freeform: Shape 50">
              <a:extLst>
                <a:ext uri="{FF2B5EF4-FFF2-40B4-BE49-F238E27FC236}">
                  <a16:creationId xmlns:a16="http://schemas.microsoft.com/office/drawing/2014/main" id="{F48F9955-240E-4180-81B8-5909B1A91366}"/>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23002" y="881264"/>
              <a:ext cx="258791" cy="1336561"/>
            </a:xfrm>
            <a:custGeom>
              <a:avLst/>
              <a:gdLst>
                <a:gd name="connsiteX0" fmla="*/ 0 w 389425"/>
                <a:gd name="connsiteY0" fmla="*/ 33 h 2011236"/>
                <a:gd name="connsiteX1" fmla="*/ 171260 w 389425"/>
                <a:gd name="connsiteY1" fmla="*/ 60326 h 2011236"/>
                <a:gd name="connsiteX2" fmla="*/ 211455 w 389425"/>
                <a:gd name="connsiteY2" fmla="*/ 221204 h 2011236"/>
                <a:gd name="connsiteX3" fmla="*/ 243078 w 389425"/>
                <a:gd name="connsiteY3" fmla="*/ 448089 h 2011236"/>
                <a:gd name="connsiteX4" fmla="*/ 346424 w 389425"/>
                <a:gd name="connsiteY4" fmla="*/ 789941 h 2011236"/>
                <a:gd name="connsiteX5" fmla="*/ 372237 w 389425"/>
                <a:gd name="connsiteY5" fmla="*/ 942151 h 2011236"/>
                <a:gd name="connsiteX6" fmla="*/ 386620 w 389425"/>
                <a:gd name="connsiteY6" fmla="*/ 1272478 h 2011236"/>
                <a:gd name="connsiteX7" fmla="*/ 280416 w 389425"/>
                <a:gd name="connsiteY7" fmla="*/ 1660241 h 2011236"/>
                <a:gd name="connsiteX8" fmla="*/ 151257 w 389425"/>
                <a:gd name="connsiteY8" fmla="*/ 1844073 h 2011236"/>
                <a:gd name="connsiteX9" fmla="*/ 1905 w 389425"/>
                <a:gd name="connsiteY9" fmla="*/ 2011237 h 201123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389425" h="2011236">
                  <a:moveTo>
                    <a:pt x="0" y="33"/>
                  </a:moveTo>
                  <a:cubicBezTo>
                    <a:pt x="57912" y="-824"/>
                    <a:pt x="136112" y="14892"/>
                    <a:pt x="171260" y="60326"/>
                  </a:cubicBezTo>
                  <a:cubicBezTo>
                    <a:pt x="205645" y="104903"/>
                    <a:pt x="207740" y="164244"/>
                    <a:pt x="211455" y="221204"/>
                  </a:cubicBezTo>
                  <a:cubicBezTo>
                    <a:pt x="216408" y="297594"/>
                    <a:pt x="225838" y="373604"/>
                    <a:pt x="243078" y="448089"/>
                  </a:cubicBezTo>
                  <a:cubicBezTo>
                    <a:pt x="269939" y="564199"/>
                    <a:pt x="319183" y="673927"/>
                    <a:pt x="346424" y="789941"/>
                  </a:cubicBezTo>
                  <a:cubicBezTo>
                    <a:pt x="358235" y="840043"/>
                    <a:pt x="365951" y="891097"/>
                    <a:pt x="372237" y="942151"/>
                  </a:cubicBezTo>
                  <a:cubicBezTo>
                    <a:pt x="385858" y="1051784"/>
                    <a:pt x="394049" y="1162274"/>
                    <a:pt x="386620" y="1272478"/>
                  </a:cubicBezTo>
                  <a:cubicBezTo>
                    <a:pt x="377476" y="1407828"/>
                    <a:pt x="344996" y="1541178"/>
                    <a:pt x="280416" y="1660241"/>
                  </a:cubicBezTo>
                  <a:cubicBezTo>
                    <a:pt x="244602" y="1726249"/>
                    <a:pt x="199358" y="1786352"/>
                    <a:pt x="151257" y="1844073"/>
                  </a:cubicBezTo>
                  <a:cubicBezTo>
                    <a:pt x="79534" y="1930084"/>
                    <a:pt x="89345" y="1941419"/>
                    <a:pt x="1905" y="2011237"/>
                  </a:cubicBezTo>
                </a:path>
              </a:pathLst>
            </a:custGeom>
            <a:noFill/>
            <a:ln w="9525" cap="rnd">
              <a:solidFill>
                <a:schemeClr val="accent2">
                  <a:alpha val="50000"/>
                </a:schemeClr>
              </a:solidFill>
              <a:prstDash val="lgDash"/>
              <a:round/>
            </a:ln>
          </p:spPr>
          <p:txBody>
            <a:bodyPr rtlCol="0" anchor="ctr"/>
            <a:lstStyle/>
            <a:p>
              <a:endParaRPr lang="en-US" dirty="0"/>
            </a:p>
          </p:txBody>
        </p:sp>
      </p:grpSp>
      <p:sp>
        <p:nvSpPr>
          <p:cNvPr id="2" name="Title 1">
            <a:extLst>
              <a:ext uri="{FF2B5EF4-FFF2-40B4-BE49-F238E27FC236}">
                <a16:creationId xmlns:a16="http://schemas.microsoft.com/office/drawing/2014/main" id="{3719C024-8DD3-23EC-3F75-74DD0A4294E3}"/>
              </a:ext>
            </a:extLst>
          </p:cNvPr>
          <p:cNvSpPr>
            <a:spLocks noGrp="1"/>
          </p:cNvSpPr>
          <p:nvPr>
            <p:ph type="title"/>
          </p:nvPr>
        </p:nvSpPr>
        <p:spPr>
          <a:xfrm>
            <a:off x="1198182" y="559813"/>
            <a:ext cx="3988369" cy="2236864"/>
          </a:xfrm>
        </p:spPr>
        <p:txBody>
          <a:bodyPr>
            <a:normAutofit/>
          </a:bodyPr>
          <a:lstStyle/>
          <a:p>
            <a:r>
              <a:rPr lang="en-US" dirty="0"/>
              <a:t>Our Approach – Tool Validation</a:t>
            </a:r>
          </a:p>
        </p:txBody>
      </p:sp>
      <p:sp>
        <p:nvSpPr>
          <p:cNvPr id="3" name="Content Placeholder 2">
            <a:extLst>
              <a:ext uri="{FF2B5EF4-FFF2-40B4-BE49-F238E27FC236}">
                <a16:creationId xmlns:a16="http://schemas.microsoft.com/office/drawing/2014/main" id="{F02081C5-F55B-107E-64E5-B1EC8EF2C13A}"/>
              </a:ext>
            </a:extLst>
          </p:cNvPr>
          <p:cNvSpPr>
            <a:spLocks noGrp="1"/>
          </p:cNvSpPr>
          <p:nvPr>
            <p:ph idx="1"/>
          </p:nvPr>
        </p:nvSpPr>
        <p:spPr>
          <a:xfrm>
            <a:off x="1185756" y="2955401"/>
            <a:ext cx="3988112" cy="3157686"/>
          </a:xfrm>
        </p:spPr>
        <p:txBody>
          <a:bodyPr>
            <a:normAutofit/>
          </a:bodyPr>
          <a:lstStyle/>
          <a:p>
            <a:r>
              <a:rPr lang="en-US" sz="1800"/>
              <a:t>Block-time vs Chains</a:t>
            </a:r>
          </a:p>
          <a:p>
            <a:pPr lvl="1"/>
            <a:r>
              <a:rPr lang="en-US" sz="1800"/>
              <a:t>Simulated average block times closely match each chain’s real target block interval, validating that our difficulty and timing model is realistic.</a:t>
            </a:r>
          </a:p>
        </p:txBody>
      </p:sp>
      <p:pic>
        <p:nvPicPr>
          <p:cNvPr id="6" name="Picture 5" descr="A graph of different colored bars&#10;&#10;AI-generated content may be incorrect.">
            <a:extLst>
              <a:ext uri="{FF2B5EF4-FFF2-40B4-BE49-F238E27FC236}">
                <a16:creationId xmlns:a16="http://schemas.microsoft.com/office/drawing/2014/main" id="{348C4F8A-775A-4471-47F8-849A22BBB4B2}"/>
              </a:ext>
            </a:extLst>
          </p:cNvPr>
          <p:cNvPicPr>
            <a:picLocks noChangeAspect="1"/>
          </p:cNvPicPr>
          <p:nvPr/>
        </p:nvPicPr>
        <p:blipFill>
          <a:blip r:embed="rId2"/>
          <a:stretch>
            <a:fillRect/>
          </a:stretch>
        </p:blipFill>
        <p:spPr>
          <a:xfrm>
            <a:off x="5602903" y="1598040"/>
            <a:ext cx="6387190" cy="3656665"/>
          </a:xfrm>
          <a:prstGeom prst="rect">
            <a:avLst/>
          </a:prstGeom>
        </p:spPr>
      </p:pic>
      <p:grpSp>
        <p:nvGrpSpPr>
          <p:cNvPr id="53" name="Bottom Right">
            <a:extLst>
              <a:ext uri="{FF2B5EF4-FFF2-40B4-BE49-F238E27FC236}">
                <a16:creationId xmlns:a16="http://schemas.microsoft.com/office/drawing/2014/main" id="{284021E3-6F46-410C-BF43-B2DED736558E}"/>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7980400" y="3276601"/>
            <a:ext cx="4211600" cy="3581399"/>
            <a:chOff x="7980400" y="3276601"/>
            <a:chExt cx="4211600" cy="3581399"/>
          </a:xfrm>
        </p:grpSpPr>
        <p:sp>
          <p:nvSpPr>
            <p:cNvPr id="54" name="Freeform: Shape 53">
              <a:extLst>
                <a:ext uri="{FF2B5EF4-FFF2-40B4-BE49-F238E27FC236}">
                  <a16:creationId xmlns:a16="http://schemas.microsoft.com/office/drawing/2014/main" id="{A48AF179-3265-4A10-A62C-92B7E186C387}"/>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10439256" y="6178637"/>
              <a:ext cx="1482102" cy="679363"/>
            </a:xfrm>
            <a:custGeom>
              <a:avLst/>
              <a:gdLst>
                <a:gd name="connsiteX0" fmla="*/ 741051 w 1482102"/>
                <a:gd name="connsiteY0" fmla="*/ 0 h 679363"/>
                <a:gd name="connsiteX1" fmla="*/ 1473822 w 1482102"/>
                <a:gd name="connsiteY1" fmla="*/ 597226 h 679363"/>
                <a:gd name="connsiteX2" fmla="*/ 1482102 w 1482102"/>
                <a:gd name="connsiteY2" fmla="*/ 679363 h 679363"/>
                <a:gd name="connsiteX3" fmla="*/ 0 w 1482102"/>
                <a:gd name="connsiteY3" fmla="*/ 679363 h 679363"/>
                <a:gd name="connsiteX4" fmla="*/ 8280 w 1482102"/>
                <a:gd name="connsiteY4" fmla="*/ 597226 h 679363"/>
                <a:gd name="connsiteX5" fmla="*/ 741051 w 1482102"/>
                <a:gd name="connsiteY5" fmla="*/ 0 h 67936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1482102" h="679363">
                  <a:moveTo>
                    <a:pt x="741051" y="0"/>
                  </a:moveTo>
                  <a:cubicBezTo>
                    <a:pt x="1102506" y="0"/>
                    <a:pt x="1404077" y="256390"/>
                    <a:pt x="1473822" y="597226"/>
                  </a:cubicBezTo>
                  <a:lnTo>
                    <a:pt x="1482102" y="679363"/>
                  </a:lnTo>
                  <a:lnTo>
                    <a:pt x="0" y="679363"/>
                  </a:lnTo>
                  <a:lnTo>
                    <a:pt x="8280" y="597226"/>
                  </a:lnTo>
                  <a:cubicBezTo>
                    <a:pt x="78025" y="256390"/>
                    <a:pt x="379596" y="0"/>
                    <a:pt x="741051" y="0"/>
                  </a:cubicBezTo>
                  <a:close/>
                </a:path>
              </a:pathLst>
            </a:cu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dirty="0">
                <a:solidFill>
                  <a:schemeClr val="tx1">
                    <a:lumMod val="65000"/>
                    <a:lumOff val="35000"/>
                  </a:schemeClr>
                </a:solidFill>
                <a:latin typeface="AvenirNext LT Pro Medium" panose="020B0504020202020204" pitchFamily="34" charset="0"/>
              </a:endParaRPr>
            </a:p>
          </p:txBody>
        </p:sp>
        <p:grpSp>
          <p:nvGrpSpPr>
            <p:cNvPr id="55" name="Graphic 157">
              <a:extLst>
                <a:ext uri="{FF2B5EF4-FFF2-40B4-BE49-F238E27FC236}">
                  <a16:creationId xmlns:a16="http://schemas.microsoft.com/office/drawing/2014/main" id="{30DF5C12-B34D-4E70-8FD0-D98069994E42}"/>
                </a:ext>
                <a:ext uri="{C183D7F6-B498-43B3-948B-1728B52AA6E4}">
                  <adec:decorative xmlns:adec="http://schemas.microsoft.com/office/drawing/2017/decorative" val="1"/>
                </a:ext>
              </a:extLst>
            </p:cNvPr>
            <p:cNvGrpSpPr/>
            <p:nvPr>
              <p:extLst>
                <p:ext uri="{386F3935-93C4-4BCD-93E2-E3B085C9AB24}">
                  <p16:designElem xmlns:p16="http://schemas.microsoft.com/office/powerpoint/2015/main" val="1"/>
                </p:ext>
              </p:extLst>
            </p:nvPr>
          </p:nvGrpSpPr>
          <p:grpSpPr>
            <a:xfrm>
              <a:off x="8662740" y="3276601"/>
              <a:ext cx="3529260" cy="3581398"/>
              <a:chOff x="4114800" y="1423987"/>
              <a:chExt cx="3961542" cy="4007547"/>
            </a:xfrm>
            <a:noFill/>
          </p:grpSpPr>
          <p:sp>
            <p:nvSpPr>
              <p:cNvPr id="57" name="Freeform: Shape 56">
                <a:extLst>
                  <a:ext uri="{FF2B5EF4-FFF2-40B4-BE49-F238E27FC236}">
                    <a16:creationId xmlns:a16="http://schemas.microsoft.com/office/drawing/2014/main" id="{9589785B-0300-4D1C-BEFB-DCA5AA04506F}"/>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4114800" y="1423987"/>
                <a:ext cx="3946874" cy="3989641"/>
              </a:xfrm>
              <a:custGeom>
                <a:avLst/>
                <a:gdLst>
                  <a:gd name="connsiteX0" fmla="*/ 0 w 3946874"/>
                  <a:gd name="connsiteY0" fmla="*/ 3989641 h 3989641"/>
                  <a:gd name="connsiteX1" fmla="*/ 79439 w 3946874"/>
                  <a:gd name="connsiteY1" fmla="*/ 3891153 h 3989641"/>
                  <a:gd name="connsiteX2" fmla="*/ 297371 w 3946874"/>
                  <a:gd name="connsiteY2" fmla="*/ 3626930 h 3989641"/>
                  <a:gd name="connsiteX3" fmla="*/ 454343 w 3946874"/>
                  <a:gd name="connsiteY3" fmla="*/ 3440335 h 3989641"/>
                  <a:gd name="connsiteX4" fmla="*/ 622363 w 3946874"/>
                  <a:gd name="connsiteY4" fmla="*/ 3290697 h 3989641"/>
                  <a:gd name="connsiteX5" fmla="*/ 927068 w 3946874"/>
                  <a:gd name="connsiteY5" fmla="*/ 3087434 h 3989641"/>
                  <a:gd name="connsiteX6" fmla="*/ 1176338 w 3946874"/>
                  <a:gd name="connsiteY6" fmla="*/ 2915603 h 3989641"/>
                  <a:gd name="connsiteX7" fmla="*/ 1394270 w 3946874"/>
                  <a:gd name="connsiteY7" fmla="*/ 2780729 h 3989641"/>
                  <a:gd name="connsiteX8" fmla="*/ 1601057 w 3946874"/>
                  <a:gd name="connsiteY8" fmla="*/ 2723483 h 3989641"/>
                  <a:gd name="connsiteX9" fmla="*/ 1756220 w 3946874"/>
                  <a:gd name="connsiteY9" fmla="*/ 2743772 h 3989641"/>
                  <a:gd name="connsiteX10" fmla="*/ 1889189 w 3946874"/>
                  <a:gd name="connsiteY10" fmla="*/ 2765965 h 3989641"/>
                  <a:gd name="connsiteX11" fmla="*/ 2007394 w 3946874"/>
                  <a:gd name="connsiteY11" fmla="*/ 2765965 h 3989641"/>
                  <a:gd name="connsiteX12" fmla="*/ 2184654 w 3946874"/>
                  <a:gd name="connsiteY12" fmla="*/ 2671763 h 3989641"/>
                  <a:gd name="connsiteX13" fmla="*/ 2372773 w 3946874"/>
                  <a:gd name="connsiteY13" fmla="*/ 2538984 h 3989641"/>
                  <a:gd name="connsiteX14" fmla="*/ 2439543 w 3946874"/>
                  <a:gd name="connsiteY14" fmla="*/ 2510504 h 3989641"/>
                  <a:gd name="connsiteX15" fmla="*/ 2650617 w 3946874"/>
                  <a:gd name="connsiteY15" fmla="*/ 2434781 h 3989641"/>
                  <a:gd name="connsiteX16" fmla="*/ 2785110 w 3946874"/>
                  <a:gd name="connsiteY16" fmla="*/ 2383060 h 3989641"/>
                  <a:gd name="connsiteX17" fmla="*/ 2897315 w 3946874"/>
                  <a:gd name="connsiteY17" fmla="*/ 2318861 h 3989641"/>
                  <a:gd name="connsiteX18" fmla="*/ 2997994 w 3946874"/>
                  <a:gd name="connsiteY18" fmla="*/ 2226183 h 3989641"/>
                  <a:gd name="connsiteX19" fmla="*/ 3061240 w 3946874"/>
                  <a:gd name="connsiteY19" fmla="*/ 2141506 h 3989641"/>
                  <a:gd name="connsiteX20" fmla="*/ 3152108 w 3946874"/>
                  <a:gd name="connsiteY20" fmla="*/ 2005203 h 3989641"/>
                  <a:gd name="connsiteX21" fmla="*/ 3274124 w 3946874"/>
                  <a:gd name="connsiteY21" fmla="*/ 1871567 h 3989641"/>
                  <a:gd name="connsiteX22" fmla="*/ 3388138 w 3946874"/>
                  <a:gd name="connsiteY22" fmla="*/ 1770888 h 3989641"/>
                  <a:gd name="connsiteX23" fmla="*/ 3466529 w 3946874"/>
                  <a:gd name="connsiteY23" fmla="*/ 1679162 h 3989641"/>
                  <a:gd name="connsiteX24" fmla="*/ 3538633 w 3946874"/>
                  <a:gd name="connsiteY24" fmla="*/ 1551718 h 3989641"/>
                  <a:gd name="connsiteX25" fmla="*/ 3588544 w 3946874"/>
                  <a:gd name="connsiteY25" fmla="*/ 1376172 h 3989641"/>
                  <a:gd name="connsiteX26" fmla="*/ 3597402 w 3946874"/>
                  <a:gd name="connsiteY26" fmla="*/ 1293305 h 3989641"/>
                  <a:gd name="connsiteX27" fmla="*/ 3721227 w 3946874"/>
                  <a:gd name="connsiteY27" fmla="*/ 880491 h 3989641"/>
                  <a:gd name="connsiteX28" fmla="*/ 3761137 w 3946874"/>
                  <a:gd name="connsiteY28" fmla="*/ 463677 h 3989641"/>
                  <a:gd name="connsiteX29" fmla="*/ 3946874 w 3946874"/>
                  <a:gd name="connsiteY29" fmla="*/ 0 h 398964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Lst>
                <a:rect l="l" t="t" r="r" b="b"/>
                <a:pathLst>
                  <a:path w="3946874" h="3989641">
                    <a:moveTo>
                      <a:pt x="0" y="3989641"/>
                    </a:moveTo>
                    <a:cubicBezTo>
                      <a:pt x="19050" y="3957257"/>
                      <a:pt x="50959" y="3916013"/>
                      <a:pt x="79439" y="3891153"/>
                    </a:cubicBezTo>
                    <a:cubicBezTo>
                      <a:pt x="165544" y="3815906"/>
                      <a:pt x="227933" y="3717989"/>
                      <a:pt x="297371" y="3626930"/>
                    </a:cubicBezTo>
                    <a:cubicBezTo>
                      <a:pt x="346615" y="3562255"/>
                      <a:pt x="398050" y="3499009"/>
                      <a:pt x="454343" y="3440335"/>
                    </a:cubicBezTo>
                    <a:cubicBezTo>
                      <a:pt x="506349" y="3386042"/>
                      <a:pt x="562642" y="3336227"/>
                      <a:pt x="622363" y="3290697"/>
                    </a:cubicBezTo>
                    <a:cubicBezTo>
                      <a:pt x="719519" y="3216688"/>
                      <a:pt x="824960" y="3154585"/>
                      <a:pt x="927068" y="3087434"/>
                    </a:cubicBezTo>
                    <a:cubicBezTo>
                      <a:pt x="1011365" y="3031998"/>
                      <a:pt x="1093565" y="2973324"/>
                      <a:pt x="1176338" y="2915603"/>
                    </a:cubicBezTo>
                    <a:cubicBezTo>
                      <a:pt x="1246537" y="2866644"/>
                      <a:pt x="1317308" y="2818066"/>
                      <a:pt x="1394270" y="2780729"/>
                    </a:cubicBezTo>
                    <a:cubicBezTo>
                      <a:pt x="1459421" y="2749106"/>
                      <a:pt x="1528763" y="2724436"/>
                      <a:pt x="1601057" y="2723483"/>
                    </a:cubicBezTo>
                    <a:cubicBezTo>
                      <a:pt x="1653350" y="2722721"/>
                      <a:pt x="1704785" y="2733485"/>
                      <a:pt x="1756220" y="2743772"/>
                    </a:cubicBezTo>
                    <a:cubicBezTo>
                      <a:pt x="1800320" y="2752630"/>
                      <a:pt x="1844612" y="2760250"/>
                      <a:pt x="1889189" y="2765965"/>
                    </a:cubicBezTo>
                    <a:cubicBezTo>
                      <a:pt x="1928622" y="2771013"/>
                      <a:pt x="1968437" y="2773299"/>
                      <a:pt x="2007394" y="2765965"/>
                    </a:cubicBezTo>
                    <a:cubicBezTo>
                      <a:pt x="2073878" y="2753487"/>
                      <a:pt x="2130647" y="2712911"/>
                      <a:pt x="2184654" y="2671763"/>
                    </a:cubicBezTo>
                    <a:cubicBezTo>
                      <a:pt x="2245900" y="2625090"/>
                      <a:pt x="2304002" y="2573465"/>
                      <a:pt x="2372773" y="2538984"/>
                    </a:cubicBezTo>
                    <a:cubicBezTo>
                      <a:pt x="2394395" y="2528126"/>
                      <a:pt x="2416874" y="2518982"/>
                      <a:pt x="2439543" y="2510504"/>
                    </a:cubicBezTo>
                    <a:cubicBezTo>
                      <a:pt x="2509552" y="2484215"/>
                      <a:pt x="2580037" y="2459450"/>
                      <a:pt x="2650617" y="2434781"/>
                    </a:cubicBezTo>
                    <a:cubicBezTo>
                      <a:pt x="2695956" y="2418874"/>
                      <a:pt x="2741295" y="2402872"/>
                      <a:pt x="2785110" y="2383060"/>
                    </a:cubicBezTo>
                    <a:cubicBezTo>
                      <a:pt x="2824448" y="2365248"/>
                      <a:pt x="2862358" y="2344198"/>
                      <a:pt x="2897315" y="2318861"/>
                    </a:cubicBezTo>
                    <a:cubicBezTo>
                      <a:pt x="2934367" y="2292096"/>
                      <a:pt x="2968085" y="2260854"/>
                      <a:pt x="2997994" y="2226183"/>
                    </a:cubicBezTo>
                    <a:cubicBezTo>
                      <a:pt x="3020949" y="2199513"/>
                      <a:pt x="3041714" y="2170938"/>
                      <a:pt x="3061240" y="2141506"/>
                    </a:cubicBezTo>
                    <a:cubicBezTo>
                      <a:pt x="3091529" y="2095976"/>
                      <a:pt x="3119533" y="2049018"/>
                      <a:pt x="3152108" y="2005203"/>
                    </a:cubicBezTo>
                    <a:cubicBezTo>
                      <a:pt x="3188113" y="1956626"/>
                      <a:pt x="3229261" y="1912144"/>
                      <a:pt x="3274124" y="1871567"/>
                    </a:cubicBezTo>
                    <a:cubicBezTo>
                      <a:pt x="3311747" y="1837563"/>
                      <a:pt x="3351848" y="1806321"/>
                      <a:pt x="3388138" y="1770888"/>
                    </a:cubicBezTo>
                    <a:cubicBezTo>
                      <a:pt x="3416999" y="1742694"/>
                      <a:pt x="3443002" y="1711833"/>
                      <a:pt x="3466529" y="1679162"/>
                    </a:cubicBezTo>
                    <a:cubicBezTo>
                      <a:pt x="3495008" y="1639348"/>
                      <a:pt x="3519392" y="1596771"/>
                      <a:pt x="3538633" y="1551718"/>
                    </a:cubicBezTo>
                    <a:cubicBezTo>
                      <a:pt x="3562731" y="1495616"/>
                      <a:pt x="3578924" y="1436465"/>
                      <a:pt x="3588544" y="1376172"/>
                    </a:cubicBezTo>
                    <a:cubicBezTo>
                      <a:pt x="3592925" y="1348740"/>
                      <a:pt x="3595688" y="1321022"/>
                      <a:pt x="3597402" y="1293305"/>
                    </a:cubicBezTo>
                    <a:cubicBezTo>
                      <a:pt x="3605974" y="1155859"/>
                      <a:pt x="3717703" y="1018127"/>
                      <a:pt x="3721227" y="880491"/>
                    </a:cubicBezTo>
                    <a:cubicBezTo>
                      <a:pt x="3724751" y="740855"/>
                      <a:pt x="3743135" y="602171"/>
                      <a:pt x="3761137" y="463677"/>
                    </a:cubicBezTo>
                    <a:cubicBezTo>
                      <a:pt x="3776186" y="347758"/>
                      <a:pt x="3934968" y="116205"/>
                      <a:pt x="3946874" y="0"/>
                    </a:cubicBezTo>
                  </a:path>
                </a:pathLst>
              </a:custGeom>
              <a:noFill/>
              <a:ln w="9525" cap="rnd">
                <a:solidFill>
                  <a:schemeClr val="accent2">
                    <a:alpha val="35000"/>
                  </a:schemeClr>
                </a:solidFill>
                <a:prstDash val="lgDash"/>
                <a:round/>
              </a:ln>
            </p:spPr>
            <p:txBody>
              <a:bodyPr rtlCol="0" anchor="ctr"/>
              <a:lstStyle/>
              <a:p>
                <a:endParaRPr lang="en-US"/>
              </a:p>
            </p:txBody>
          </p:sp>
          <p:sp>
            <p:nvSpPr>
              <p:cNvPr id="58" name="Freeform: Shape 57">
                <a:extLst>
                  <a:ext uri="{FF2B5EF4-FFF2-40B4-BE49-F238E27FC236}">
                    <a16:creationId xmlns:a16="http://schemas.microsoft.com/office/drawing/2014/main" id="{7F41DF3E-3189-428F-B4FE-AACA351306B0}"/>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4395978" y="2441733"/>
                <a:ext cx="3665410" cy="2985611"/>
              </a:xfrm>
              <a:custGeom>
                <a:avLst/>
                <a:gdLst>
                  <a:gd name="connsiteX0" fmla="*/ 0 w 3665410"/>
                  <a:gd name="connsiteY0" fmla="*/ 2985611 h 2985611"/>
                  <a:gd name="connsiteX1" fmla="*/ 166211 w 3665410"/>
                  <a:gd name="connsiteY1" fmla="*/ 2699766 h 2985611"/>
                  <a:gd name="connsiteX2" fmla="*/ 397002 w 3665410"/>
                  <a:gd name="connsiteY2" fmla="*/ 2414969 h 2985611"/>
                  <a:gd name="connsiteX3" fmla="*/ 620173 w 3665410"/>
                  <a:gd name="connsiteY3" fmla="*/ 2237899 h 2985611"/>
                  <a:gd name="connsiteX4" fmla="*/ 823341 w 3665410"/>
                  <a:gd name="connsiteY4" fmla="*/ 2085499 h 2985611"/>
                  <a:gd name="connsiteX5" fmla="*/ 1089565 w 3665410"/>
                  <a:gd name="connsiteY5" fmla="*/ 1911477 h 2985611"/>
                  <a:gd name="connsiteX6" fmla="*/ 1145000 w 3665410"/>
                  <a:gd name="connsiteY6" fmla="*/ 1886807 h 2985611"/>
                  <a:gd name="connsiteX7" fmla="*/ 1375791 w 3665410"/>
                  <a:gd name="connsiteY7" fmla="*/ 1842135 h 2985611"/>
                  <a:gd name="connsiteX8" fmla="*/ 1486567 w 3665410"/>
                  <a:gd name="connsiteY8" fmla="*/ 1857566 h 2985611"/>
                  <a:gd name="connsiteX9" fmla="*/ 1568101 w 3665410"/>
                  <a:gd name="connsiteY9" fmla="*/ 1871377 h 2985611"/>
                  <a:gd name="connsiteX10" fmla="*/ 1810607 w 3665410"/>
                  <a:gd name="connsiteY10" fmla="*/ 1871377 h 2985611"/>
                  <a:gd name="connsiteX11" fmla="*/ 1997964 w 3665410"/>
                  <a:gd name="connsiteY11" fmla="*/ 1790605 h 2985611"/>
                  <a:gd name="connsiteX12" fmla="*/ 2109883 w 3665410"/>
                  <a:gd name="connsiteY12" fmla="*/ 1702784 h 2985611"/>
                  <a:gd name="connsiteX13" fmla="*/ 2321433 w 3665410"/>
                  <a:gd name="connsiteY13" fmla="*/ 1552384 h 2985611"/>
                  <a:gd name="connsiteX14" fmla="*/ 2558891 w 3665410"/>
                  <a:gd name="connsiteY14" fmla="*/ 1453420 h 2985611"/>
                  <a:gd name="connsiteX15" fmla="*/ 2709767 w 3665410"/>
                  <a:gd name="connsiteY15" fmla="*/ 1377887 h 2985611"/>
                  <a:gd name="connsiteX16" fmla="*/ 2885408 w 3665410"/>
                  <a:gd name="connsiteY16" fmla="*/ 1237393 h 2985611"/>
                  <a:gd name="connsiteX17" fmla="*/ 3017711 w 3665410"/>
                  <a:gd name="connsiteY17" fmla="*/ 1072229 h 2985611"/>
                  <a:gd name="connsiteX18" fmla="*/ 3150680 w 3665410"/>
                  <a:gd name="connsiteY18" fmla="*/ 921830 h 2985611"/>
                  <a:gd name="connsiteX19" fmla="*/ 3255169 w 3665410"/>
                  <a:gd name="connsiteY19" fmla="*/ 801815 h 2985611"/>
                  <a:gd name="connsiteX20" fmla="*/ 3339275 w 3665410"/>
                  <a:gd name="connsiteY20" fmla="*/ 694182 h 2985611"/>
                  <a:gd name="connsiteX21" fmla="*/ 3409188 w 3665410"/>
                  <a:gd name="connsiteY21" fmla="*/ 546926 h 2985611"/>
                  <a:gd name="connsiteX22" fmla="*/ 3464243 w 3665410"/>
                  <a:gd name="connsiteY22" fmla="*/ 347663 h 2985611"/>
                  <a:gd name="connsiteX23" fmla="*/ 3665411 w 3665410"/>
                  <a:gd name="connsiteY23" fmla="*/ 0 h 298561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Lst>
                <a:rect l="l" t="t" r="r" b="b"/>
                <a:pathLst>
                  <a:path w="3665410" h="2985611">
                    <a:moveTo>
                      <a:pt x="0" y="2985611"/>
                    </a:moveTo>
                    <a:cubicBezTo>
                      <a:pt x="0" y="2985611"/>
                      <a:pt x="86773" y="2802827"/>
                      <a:pt x="166211" y="2699766"/>
                    </a:cubicBezTo>
                    <a:cubicBezTo>
                      <a:pt x="240983" y="2602706"/>
                      <a:pt x="309182" y="2500122"/>
                      <a:pt x="397002" y="2414969"/>
                    </a:cubicBezTo>
                    <a:cubicBezTo>
                      <a:pt x="465296" y="2348865"/>
                      <a:pt x="543592" y="2294477"/>
                      <a:pt x="620173" y="2237899"/>
                    </a:cubicBezTo>
                    <a:cubicBezTo>
                      <a:pt x="688277" y="2187607"/>
                      <a:pt x="755333" y="2135886"/>
                      <a:pt x="823341" y="2085499"/>
                    </a:cubicBezTo>
                    <a:cubicBezTo>
                      <a:pt x="908685" y="2022253"/>
                      <a:pt x="994791" y="1959197"/>
                      <a:pt x="1089565" y="1911477"/>
                    </a:cubicBezTo>
                    <a:cubicBezTo>
                      <a:pt x="1107662" y="1902428"/>
                      <a:pt x="1126141" y="1894141"/>
                      <a:pt x="1145000" y="1886807"/>
                    </a:cubicBezTo>
                    <a:cubicBezTo>
                      <a:pt x="1218819" y="1858232"/>
                      <a:pt x="1296924" y="1838611"/>
                      <a:pt x="1375791" y="1842135"/>
                    </a:cubicBezTo>
                    <a:cubicBezTo>
                      <a:pt x="1413129" y="1843754"/>
                      <a:pt x="1449896" y="1850422"/>
                      <a:pt x="1486567" y="1857566"/>
                    </a:cubicBezTo>
                    <a:cubicBezTo>
                      <a:pt x="1513618" y="1862804"/>
                      <a:pt x="1540859" y="1867376"/>
                      <a:pt x="1568101" y="1871377"/>
                    </a:cubicBezTo>
                    <a:cubicBezTo>
                      <a:pt x="1648778" y="1883188"/>
                      <a:pt x="1730978" y="1887665"/>
                      <a:pt x="1810607" y="1871377"/>
                    </a:cubicBezTo>
                    <a:cubicBezTo>
                      <a:pt x="1877854" y="1857661"/>
                      <a:pt x="1941100" y="1829086"/>
                      <a:pt x="1997964" y="1790605"/>
                    </a:cubicBezTo>
                    <a:cubicBezTo>
                      <a:pt x="2037302" y="1764030"/>
                      <a:pt x="2073497" y="1733264"/>
                      <a:pt x="2109883" y="1702784"/>
                    </a:cubicBezTo>
                    <a:cubicBezTo>
                      <a:pt x="2176367" y="1647063"/>
                      <a:pt x="2244852" y="1593151"/>
                      <a:pt x="2321433" y="1552384"/>
                    </a:cubicBezTo>
                    <a:cubicBezTo>
                      <a:pt x="2397157" y="1512094"/>
                      <a:pt x="2479548" y="1486281"/>
                      <a:pt x="2558891" y="1453420"/>
                    </a:cubicBezTo>
                    <a:cubicBezTo>
                      <a:pt x="2610898" y="1431798"/>
                      <a:pt x="2661571" y="1407033"/>
                      <a:pt x="2709767" y="1377887"/>
                    </a:cubicBezTo>
                    <a:cubicBezTo>
                      <a:pt x="2774252" y="1338929"/>
                      <a:pt x="2834069" y="1292447"/>
                      <a:pt x="2885408" y="1237393"/>
                    </a:cubicBezTo>
                    <a:cubicBezTo>
                      <a:pt x="2933605" y="1185767"/>
                      <a:pt x="2973324" y="1127093"/>
                      <a:pt x="3017711" y="1072229"/>
                    </a:cubicBezTo>
                    <a:cubicBezTo>
                      <a:pt x="3059811" y="1020223"/>
                      <a:pt x="3105912" y="971645"/>
                      <a:pt x="3150680" y="921830"/>
                    </a:cubicBezTo>
                    <a:cubicBezTo>
                      <a:pt x="3186113" y="882396"/>
                      <a:pt x="3220593" y="842010"/>
                      <a:pt x="3255169" y="801815"/>
                    </a:cubicBezTo>
                    <a:cubicBezTo>
                      <a:pt x="3284887" y="767239"/>
                      <a:pt x="3314605" y="732473"/>
                      <a:pt x="3339275" y="694182"/>
                    </a:cubicBezTo>
                    <a:cubicBezTo>
                      <a:pt x="3368707" y="648367"/>
                      <a:pt x="3390138" y="597980"/>
                      <a:pt x="3409188" y="546926"/>
                    </a:cubicBezTo>
                    <a:cubicBezTo>
                      <a:pt x="3433382" y="482156"/>
                      <a:pt x="3453384" y="415861"/>
                      <a:pt x="3464243" y="347663"/>
                    </a:cubicBezTo>
                    <a:cubicBezTo>
                      <a:pt x="3476244" y="272224"/>
                      <a:pt x="3661696" y="76295"/>
                      <a:pt x="3665411" y="0"/>
                    </a:cubicBezTo>
                  </a:path>
                </a:pathLst>
              </a:custGeom>
              <a:noFill/>
              <a:ln w="9525" cap="rnd">
                <a:solidFill>
                  <a:schemeClr val="accent2">
                    <a:alpha val="35000"/>
                  </a:schemeClr>
                </a:solidFill>
                <a:prstDash val="lgDash"/>
                <a:round/>
              </a:ln>
            </p:spPr>
            <p:txBody>
              <a:bodyPr rtlCol="0" anchor="ctr"/>
              <a:lstStyle/>
              <a:p>
                <a:endParaRPr lang="en-US"/>
              </a:p>
            </p:txBody>
          </p:sp>
          <p:sp>
            <p:nvSpPr>
              <p:cNvPr id="59" name="Freeform: Shape 58">
                <a:extLst>
                  <a:ext uri="{FF2B5EF4-FFF2-40B4-BE49-F238E27FC236}">
                    <a16:creationId xmlns:a16="http://schemas.microsoft.com/office/drawing/2014/main" id="{7C51D846-61EF-4EB5-BE03-65A572A2EABD}"/>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7790402" y="5229700"/>
                <a:ext cx="285940" cy="199072"/>
              </a:xfrm>
              <a:custGeom>
                <a:avLst/>
                <a:gdLst>
                  <a:gd name="connsiteX0" fmla="*/ 0 w 285940"/>
                  <a:gd name="connsiteY0" fmla="*/ 199073 h 199072"/>
                  <a:gd name="connsiteX1" fmla="*/ 285940 w 285940"/>
                  <a:gd name="connsiteY1" fmla="*/ 0 h 199072"/>
                </a:gdLst>
                <a:ahLst/>
                <a:cxnLst>
                  <a:cxn ang="0">
                    <a:pos x="connsiteX0" y="connsiteY0"/>
                  </a:cxn>
                  <a:cxn ang="0">
                    <a:pos x="connsiteX1" y="connsiteY1"/>
                  </a:cxn>
                </a:cxnLst>
                <a:rect l="l" t="t" r="r" b="b"/>
                <a:pathLst>
                  <a:path w="285940" h="199072">
                    <a:moveTo>
                      <a:pt x="0" y="199073"/>
                    </a:moveTo>
                    <a:cubicBezTo>
                      <a:pt x="0" y="199073"/>
                      <a:pt x="242125" y="39243"/>
                      <a:pt x="285940" y="0"/>
                    </a:cubicBezTo>
                  </a:path>
                </a:pathLst>
              </a:custGeom>
              <a:noFill/>
              <a:ln w="9525" cap="rnd">
                <a:solidFill>
                  <a:schemeClr val="accent2">
                    <a:alpha val="35000"/>
                  </a:schemeClr>
                </a:solidFill>
                <a:prstDash val="lgDash"/>
                <a:round/>
              </a:ln>
            </p:spPr>
            <p:txBody>
              <a:bodyPr rtlCol="0" anchor="ctr"/>
              <a:lstStyle/>
              <a:p>
                <a:endParaRPr lang="en-US"/>
              </a:p>
            </p:txBody>
          </p:sp>
          <p:sp>
            <p:nvSpPr>
              <p:cNvPr id="60" name="Freeform: Shape 59">
                <a:extLst>
                  <a:ext uri="{FF2B5EF4-FFF2-40B4-BE49-F238E27FC236}">
                    <a16:creationId xmlns:a16="http://schemas.microsoft.com/office/drawing/2014/main" id="{C5417C86-AA6B-4AD4-BD75-694E8E073E36}"/>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7393114" y="5049773"/>
                <a:ext cx="655796" cy="381190"/>
              </a:xfrm>
              <a:custGeom>
                <a:avLst/>
                <a:gdLst>
                  <a:gd name="connsiteX0" fmla="*/ 0 w 655796"/>
                  <a:gd name="connsiteY0" fmla="*/ 381190 h 381190"/>
                  <a:gd name="connsiteX1" fmla="*/ 655796 w 655796"/>
                  <a:gd name="connsiteY1" fmla="*/ 0 h 381190"/>
                </a:gdLst>
                <a:ahLst/>
                <a:cxnLst>
                  <a:cxn ang="0">
                    <a:pos x="connsiteX0" y="connsiteY0"/>
                  </a:cxn>
                  <a:cxn ang="0">
                    <a:pos x="connsiteX1" y="connsiteY1"/>
                  </a:cxn>
                </a:cxnLst>
                <a:rect l="l" t="t" r="r" b="b"/>
                <a:pathLst>
                  <a:path w="655796" h="381190">
                    <a:moveTo>
                      <a:pt x="0" y="381190"/>
                    </a:moveTo>
                    <a:cubicBezTo>
                      <a:pt x="0" y="381190"/>
                      <a:pt x="461105" y="172117"/>
                      <a:pt x="655796" y="0"/>
                    </a:cubicBezTo>
                  </a:path>
                </a:pathLst>
              </a:custGeom>
              <a:noFill/>
              <a:ln w="9525" cap="rnd">
                <a:solidFill>
                  <a:schemeClr val="accent2">
                    <a:alpha val="35000"/>
                  </a:schemeClr>
                </a:solidFill>
                <a:prstDash val="lgDash"/>
                <a:round/>
              </a:ln>
            </p:spPr>
            <p:txBody>
              <a:bodyPr rtlCol="0" anchor="ctr"/>
              <a:lstStyle/>
              <a:p>
                <a:endParaRPr lang="en-US"/>
              </a:p>
            </p:txBody>
          </p:sp>
          <p:sp>
            <p:nvSpPr>
              <p:cNvPr id="61" name="Freeform: Shape 60">
                <a:extLst>
                  <a:ext uri="{FF2B5EF4-FFF2-40B4-BE49-F238E27FC236}">
                    <a16:creationId xmlns:a16="http://schemas.microsoft.com/office/drawing/2014/main" id="{51D5067E-85F6-4202-AFB5-41F9C9EA74B1}"/>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154072" y="3867816"/>
                <a:ext cx="2907315" cy="1544764"/>
              </a:xfrm>
              <a:custGeom>
                <a:avLst/>
                <a:gdLst>
                  <a:gd name="connsiteX0" fmla="*/ 0 w 2907315"/>
                  <a:gd name="connsiteY0" fmla="*/ 1544764 h 1544764"/>
                  <a:gd name="connsiteX1" fmla="*/ 201644 w 2907315"/>
                  <a:gd name="connsiteY1" fmla="*/ 1352550 h 1544764"/>
                  <a:gd name="connsiteX2" fmla="*/ 423196 w 2907315"/>
                  <a:gd name="connsiteY2" fmla="*/ 1196054 h 1544764"/>
                  <a:gd name="connsiteX3" fmla="*/ 782193 w 2907315"/>
                  <a:gd name="connsiteY3" fmla="*/ 1099947 h 1544764"/>
                  <a:gd name="connsiteX4" fmla="*/ 1052513 w 2907315"/>
                  <a:gd name="connsiteY4" fmla="*/ 1042321 h 1544764"/>
                  <a:gd name="connsiteX5" fmla="*/ 1311783 w 2907315"/>
                  <a:gd name="connsiteY5" fmla="*/ 1056037 h 1544764"/>
                  <a:gd name="connsiteX6" fmla="*/ 1484662 w 2907315"/>
                  <a:gd name="connsiteY6" fmla="*/ 1083469 h 1544764"/>
                  <a:gd name="connsiteX7" fmla="*/ 1788224 w 2907315"/>
                  <a:gd name="connsiteY7" fmla="*/ 1023080 h 1544764"/>
                  <a:gd name="connsiteX8" fmla="*/ 2269045 w 2907315"/>
                  <a:gd name="connsiteY8" fmla="*/ 734758 h 1544764"/>
                  <a:gd name="connsiteX9" fmla="*/ 2534984 w 2907315"/>
                  <a:gd name="connsiteY9" fmla="*/ 572738 h 1544764"/>
                  <a:gd name="connsiteX10" fmla="*/ 2907316 w 2907315"/>
                  <a:gd name="connsiteY10" fmla="*/ 0 h 154476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2907315" h="1544764">
                    <a:moveTo>
                      <a:pt x="0" y="1544764"/>
                    </a:moveTo>
                    <a:cubicBezTo>
                      <a:pt x="0" y="1544764"/>
                      <a:pt x="98012" y="1443990"/>
                      <a:pt x="201644" y="1352550"/>
                    </a:cubicBezTo>
                    <a:cubicBezTo>
                      <a:pt x="271272" y="1291209"/>
                      <a:pt x="343662" y="1234249"/>
                      <a:pt x="423196" y="1196054"/>
                    </a:cubicBezTo>
                    <a:cubicBezTo>
                      <a:pt x="537591" y="1141095"/>
                      <a:pt x="661226" y="1127189"/>
                      <a:pt x="782193" y="1099947"/>
                    </a:cubicBezTo>
                    <a:cubicBezTo>
                      <a:pt x="872300" y="1079659"/>
                      <a:pt x="961358" y="1051370"/>
                      <a:pt x="1052513" y="1042321"/>
                    </a:cubicBezTo>
                    <a:cubicBezTo>
                      <a:pt x="1139000" y="1033653"/>
                      <a:pt x="1225868" y="1040321"/>
                      <a:pt x="1311783" y="1056037"/>
                    </a:cubicBezTo>
                    <a:cubicBezTo>
                      <a:pt x="1369314" y="1066609"/>
                      <a:pt x="1426559" y="1079373"/>
                      <a:pt x="1484662" y="1083469"/>
                    </a:cubicBezTo>
                    <a:cubicBezTo>
                      <a:pt x="1587913" y="1090803"/>
                      <a:pt x="1690402" y="1064800"/>
                      <a:pt x="1788224" y="1023080"/>
                    </a:cubicBezTo>
                    <a:cubicBezTo>
                      <a:pt x="1956721" y="951262"/>
                      <a:pt x="2106549" y="825722"/>
                      <a:pt x="2269045" y="734758"/>
                    </a:cubicBezTo>
                    <a:cubicBezTo>
                      <a:pt x="2359438" y="684181"/>
                      <a:pt x="2452497" y="640556"/>
                      <a:pt x="2534984" y="572738"/>
                    </a:cubicBezTo>
                    <a:cubicBezTo>
                      <a:pt x="2673001" y="459391"/>
                      <a:pt x="2847023" y="191453"/>
                      <a:pt x="2907316" y="0"/>
                    </a:cubicBezTo>
                  </a:path>
                </a:pathLst>
              </a:custGeom>
              <a:noFill/>
              <a:ln w="9525" cap="rnd">
                <a:solidFill>
                  <a:schemeClr val="accent2">
                    <a:alpha val="35000"/>
                  </a:schemeClr>
                </a:solidFill>
                <a:prstDash val="lgDash"/>
                <a:round/>
              </a:ln>
            </p:spPr>
            <p:txBody>
              <a:bodyPr rtlCol="0" anchor="ctr"/>
              <a:lstStyle/>
              <a:p>
                <a:endParaRPr lang="en-US"/>
              </a:p>
            </p:txBody>
          </p:sp>
          <p:sp>
            <p:nvSpPr>
              <p:cNvPr id="62" name="Freeform: Shape 61">
                <a:extLst>
                  <a:ext uri="{FF2B5EF4-FFF2-40B4-BE49-F238E27FC236}">
                    <a16:creationId xmlns:a16="http://schemas.microsoft.com/office/drawing/2014/main" id="{A9598395-257E-4B18-949B-50F109866B75}"/>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4907946" y="3479100"/>
                <a:ext cx="3168300" cy="1952434"/>
              </a:xfrm>
              <a:custGeom>
                <a:avLst/>
                <a:gdLst>
                  <a:gd name="connsiteX0" fmla="*/ 0 w 3168300"/>
                  <a:gd name="connsiteY0" fmla="*/ 1952435 h 1952434"/>
                  <a:gd name="connsiteX1" fmla="*/ 202121 w 3168300"/>
                  <a:gd name="connsiteY1" fmla="*/ 1687068 h 1952434"/>
                  <a:gd name="connsiteX2" fmla="*/ 545116 w 3168300"/>
                  <a:gd name="connsiteY2" fmla="*/ 1450277 h 1952434"/>
                  <a:gd name="connsiteX3" fmla="*/ 906780 w 3168300"/>
                  <a:gd name="connsiteY3" fmla="*/ 1354455 h 1952434"/>
                  <a:gd name="connsiteX4" fmla="*/ 1332262 w 3168300"/>
                  <a:gd name="connsiteY4" fmla="*/ 1285304 h 1952434"/>
                  <a:gd name="connsiteX5" fmla="*/ 1691259 w 3168300"/>
                  <a:gd name="connsiteY5" fmla="*/ 1240060 h 1952434"/>
                  <a:gd name="connsiteX6" fmla="*/ 2010346 w 3168300"/>
                  <a:gd name="connsiteY6" fmla="*/ 1141667 h 1952434"/>
                  <a:gd name="connsiteX7" fmla="*/ 2393252 w 3168300"/>
                  <a:gd name="connsiteY7" fmla="*/ 1027271 h 1952434"/>
                  <a:gd name="connsiteX8" fmla="*/ 2582037 w 3168300"/>
                  <a:gd name="connsiteY8" fmla="*/ 958120 h 1952434"/>
                  <a:gd name="connsiteX9" fmla="*/ 2760155 w 3168300"/>
                  <a:gd name="connsiteY9" fmla="*/ 827723 h 1952434"/>
                  <a:gd name="connsiteX10" fmla="*/ 2914364 w 3168300"/>
                  <a:gd name="connsiteY10" fmla="*/ 567023 h 1952434"/>
                  <a:gd name="connsiteX11" fmla="*/ 3168301 w 3168300"/>
                  <a:gd name="connsiteY11" fmla="*/ 0 h 195243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3168300" h="1952434">
                    <a:moveTo>
                      <a:pt x="0" y="1952435"/>
                    </a:moveTo>
                    <a:cubicBezTo>
                      <a:pt x="0" y="1952435"/>
                      <a:pt x="91059" y="1796415"/>
                      <a:pt x="202121" y="1687068"/>
                    </a:cubicBezTo>
                    <a:cubicBezTo>
                      <a:pt x="301943" y="1588675"/>
                      <a:pt x="416528" y="1505617"/>
                      <a:pt x="545116" y="1450277"/>
                    </a:cubicBezTo>
                    <a:cubicBezTo>
                      <a:pt x="659987" y="1400747"/>
                      <a:pt x="783622" y="1377601"/>
                      <a:pt x="906780" y="1354455"/>
                    </a:cubicBezTo>
                    <a:cubicBezTo>
                      <a:pt x="1048036" y="1327976"/>
                      <a:pt x="1189482" y="1301972"/>
                      <a:pt x="1332262" y="1285304"/>
                    </a:cubicBezTo>
                    <a:cubicBezTo>
                      <a:pt x="1452182" y="1271302"/>
                      <a:pt x="1573340" y="1265873"/>
                      <a:pt x="1691259" y="1240060"/>
                    </a:cubicBezTo>
                    <a:cubicBezTo>
                      <a:pt x="1800035" y="1216247"/>
                      <a:pt x="1904619" y="1176718"/>
                      <a:pt x="2010346" y="1141667"/>
                    </a:cubicBezTo>
                    <a:cubicBezTo>
                      <a:pt x="2136743" y="1099661"/>
                      <a:pt x="2265902" y="1066229"/>
                      <a:pt x="2393252" y="1027271"/>
                    </a:cubicBezTo>
                    <a:cubicBezTo>
                      <a:pt x="2457450" y="1007650"/>
                      <a:pt x="2521744" y="987552"/>
                      <a:pt x="2582037" y="958120"/>
                    </a:cubicBezTo>
                    <a:cubicBezTo>
                      <a:pt x="2648807" y="925449"/>
                      <a:pt x="2710815" y="883349"/>
                      <a:pt x="2760155" y="827723"/>
                    </a:cubicBezTo>
                    <a:cubicBezTo>
                      <a:pt x="2827496" y="751904"/>
                      <a:pt x="2867978" y="657511"/>
                      <a:pt x="2914364" y="567023"/>
                    </a:cubicBezTo>
                    <a:cubicBezTo>
                      <a:pt x="2972753" y="453200"/>
                      <a:pt x="3119152" y="118015"/>
                      <a:pt x="3168301" y="0"/>
                    </a:cubicBezTo>
                  </a:path>
                </a:pathLst>
              </a:custGeom>
              <a:noFill/>
              <a:ln w="9525" cap="rnd">
                <a:solidFill>
                  <a:schemeClr val="accent2">
                    <a:alpha val="35000"/>
                  </a:schemeClr>
                </a:solidFill>
                <a:prstDash val="lgDash"/>
                <a:round/>
              </a:ln>
            </p:spPr>
            <p:txBody>
              <a:bodyPr rtlCol="0" anchor="ctr"/>
              <a:lstStyle/>
              <a:p>
                <a:endParaRPr lang="en-US"/>
              </a:p>
            </p:txBody>
          </p:sp>
          <p:sp>
            <p:nvSpPr>
              <p:cNvPr id="63" name="Freeform: Shape 62">
                <a:extLst>
                  <a:ext uri="{FF2B5EF4-FFF2-40B4-BE49-F238E27FC236}">
                    <a16:creationId xmlns:a16="http://schemas.microsoft.com/office/drawing/2014/main" id="{39DDA522-37EB-48B3-9B62-748F75D36835}"/>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4704778" y="2976752"/>
                <a:ext cx="3356800" cy="2452020"/>
              </a:xfrm>
              <a:custGeom>
                <a:avLst/>
                <a:gdLst>
                  <a:gd name="connsiteX0" fmla="*/ 0 w 3356800"/>
                  <a:gd name="connsiteY0" fmla="*/ 2452021 h 2452020"/>
                  <a:gd name="connsiteX1" fmla="*/ 130874 w 3356800"/>
                  <a:gd name="connsiteY1" fmla="*/ 2247710 h 2452020"/>
                  <a:gd name="connsiteX2" fmla="*/ 437197 w 3356800"/>
                  <a:gd name="connsiteY2" fmla="*/ 1941195 h 2452020"/>
                  <a:gd name="connsiteX3" fmla="*/ 737140 w 3356800"/>
                  <a:gd name="connsiteY3" fmla="*/ 1736884 h 2452020"/>
                  <a:gd name="connsiteX4" fmla="*/ 1031843 w 3356800"/>
                  <a:gd name="connsiteY4" fmla="*/ 1685068 h 2452020"/>
                  <a:gd name="connsiteX5" fmla="*/ 1287304 w 3356800"/>
                  <a:gd name="connsiteY5" fmla="*/ 1655826 h 2452020"/>
                  <a:gd name="connsiteX6" fmla="*/ 1471994 w 3356800"/>
                  <a:gd name="connsiteY6" fmla="*/ 1634300 h 2452020"/>
                  <a:gd name="connsiteX7" fmla="*/ 1898237 w 3356800"/>
                  <a:gd name="connsiteY7" fmla="*/ 1512665 h 2452020"/>
                  <a:gd name="connsiteX8" fmla="*/ 2229136 w 3356800"/>
                  <a:gd name="connsiteY8" fmla="*/ 1355598 h 2452020"/>
                  <a:gd name="connsiteX9" fmla="*/ 2512314 w 3356800"/>
                  <a:gd name="connsiteY9" fmla="*/ 1238631 h 2452020"/>
                  <a:gd name="connsiteX10" fmla="*/ 2758535 w 3356800"/>
                  <a:gd name="connsiteY10" fmla="*/ 1096994 h 2452020"/>
                  <a:gd name="connsiteX11" fmla="*/ 2935510 w 3356800"/>
                  <a:gd name="connsiteY11" fmla="*/ 919925 h 2452020"/>
                  <a:gd name="connsiteX12" fmla="*/ 3081719 w 3356800"/>
                  <a:gd name="connsiteY12" fmla="*/ 687419 h 2452020"/>
                  <a:gd name="connsiteX13" fmla="*/ 3356800 w 3356800"/>
                  <a:gd name="connsiteY13" fmla="*/ 0 h 245202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Lst>
                <a:rect l="l" t="t" r="r" b="b"/>
                <a:pathLst>
                  <a:path w="3356800" h="2452020">
                    <a:moveTo>
                      <a:pt x="0" y="2452021"/>
                    </a:moveTo>
                    <a:cubicBezTo>
                      <a:pt x="0" y="2452021"/>
                      <a:pt x="57150" y="2344198"/>
                      <a:pt x="130874" y="2247710"/>
                    </a:cubicBezTo>
                    <a:cubicBezTo>
                      <a:pt x="218694" y="2132648"/>
                      <a:pt x="328136" y="2036635"/>
                      <a:pt x="437197" y="1941195"/>
                    </a:cubicBezTo>
                    <a:cubicBezTo>
                      <a:pt x="529304" y="1860709"/>
                      <a:pt x="623030" y="1779556"/>
                      <a:pt x="737140" y="1736884"/>
                    </a:cubicBezTo>
                    <a:cubicBezTo>
                      <a:pt x="830866" y="1701736"/>
                      <a:pt x="932021" y="1695450"/>
                      <a:pt x="1031843" y="1685068"/>
                    </a:cubicBezTo>
                    <a:cubicBezTo>
                      <a:pt x="1117092" y="1676210"/>
                      <a:pt x="1202055" y="1665160"/>
                      <a:pt x="1287304" y="1655826"/>
                    </a:cubicBezTo>
                    <a:cubicBezTo>
                      <a:pt x="1348931" y="1649063"/>
                      <a:pt x="1410653" y="1643539"/>
                      <a:pt x="1471994" y="1634300"/>
                    </a:cubicBezTo>
                    <a:cubicBezTo>
                      <a:pt x="1618679" y="1612011"/>
                      <a:pt x="1761935" y="1571149"/>
                      <a:pt x="1898237" y="1512665"/>
                    </a:cubicBezTo>
                    <a:cubicBezTo>
                      <a:pt x="2010442" y="1464564"/>
                      <a:pt x="2117503" y="1405128"/>
                      <a:pt x="2229136" y="1355598"/>
                    </a:cubicBezTo>
                    <a:cubicBezTo>
                      <a:pt x="2322481" y="1314164"/>
                      <a:pt x="2418969" y="1280160"/>
                      <a:pt x="2512314" y="1238631"/>
                    </a:cubicBezTo>
                    <a:cubicBezTo>
                      <a:pt x="2599087" y="1199960"/>
                      <a:pt x="2683193" y="1154811"/>
                      <a:pt x="2758535" y="1096994"/>
                    </a:cubicBezTo>
                    <a:cubicBezTo>
                      <a:pt x="2825020" y="1046035"/>
                      <a:pt x="2883789" y="985837"/>
                      <a:pt x="2935510" y="919925"/>
                    </a:cubicBezTo>
                    <a:cubicBezTo>
                      <a:pt x="2992184" y="847725"/>
                      <a:pt x="3039904" y="769144"/>
                      <a:pt x="3081719" y="687419"/>
                    </a:cubicBezTo>
                    <a:cubicBezTo>
                      <a:pt x="3138297" y="576739"/>
                      <a:pt x="3314129" y="116776"/>
                      <a:pt x="3356800" y="0"/>
                    </a:cubicBezTo>
                  </a:path>
                </a:pathLst>
              </a:custGeom>
              <a:noFill/>
              <a:ln w="9525" cap="rnd">
                <a:solidFill>
                  <a:schemeClr val="accent2">
                    <a:alpha val="35000"/>
                  </a:schemeClr>
                </a:solidFill>
                <a:prstDash val="lgDash"/>
                <a:round/>
              </a:ln>
            </p:spPr>
            <p:txBody>
              <a:bodyPr rtlCol="0" anchor="ctr"/>
              <a:lstStyle/>
              <a:p>
                <a:endParaRPr lang="en-US"/>
              </a:p>
            </p:txBody>
          </p:sp>
        </p:grpSp>
        <p:sp>
          <p:nvSpPr>
            <p:cNvPr id="56" name="Freeform: Shape 55">
              <a:extLst>
                <a:ext uri="{FF2B5EF4-FFF2-40B4-BE49-F238E27FC236}">
                  <a16:creationId xmlns:a16="http://schemas.microsoft.com/office/drawing/2014/main" id="{B9D8F012-98AD-4320-BA44-DE1CE4E4DF99}"/>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7980400" y="5197178"/>
              <a:ext cx="4211600" cy="1660822"/>
            </a:xfrm>
            <a:custGeom>
              <a:avLst/>
              <a:gdLst>
                <a:gd name="connsiteX0" fmla="*/ 4211600 w 4211600"/>
                <a:gd name="connsiteY0" fmla="*/ 0 h 1660822"/>
                <a:gd name="connsiteX1" fmla="*/ 4211600 w 4211600"/>
                <a:gd name="connsiteY1" fmla="*/ 58430 h 1660822"/>
                <a:gd name="connsiteX2" fmla="*/ 4136524 w 4211600"/>
                <a:gd name="connsiteY2" fmla="*/ 208808 h 1660822"/>
                <a:gd name="connsiteX3" fmla="*/ 3973354 w 4211600"/>
                <a:gd name="connsiteY3" fmla="*/ 437313 h 1660822"/>
                <a:gd name="connsiteX4" fmla="*/ 3884746 w 4211600"/>
                <a:gd name="connsiteY4" fmla="*/ 553613 h 1660822"/>
                <a:gd name="connsiteX5" fmla="*/ 3849435 w 4211600"/>
                <a:gd name="connsiteY5" fmla="*/ 603143 h 1660822"/>
                <a:gd name="connsiteX6" fmla="*/ 3661849 w 4211600"/>
                <a:gd name="connsiteY6" fmla="*/ 819075 h 1660822"/>
                <a:gd name="connsiteX7" fmla="*/ 3402589 w 4211600"/>
                <a:gd name="connsiteY7" fmla="*/ 952996 h 1660822"/>
                <a:gd name="connsiteX8" fmla="*/ 3130202 w 4211600"/>
                <a:gd name="connsiteY8" fmla="*/ 1023386 h 1660822"/>
                <a:gd name="connsiteX9" fmla="*/ 2914657 w 4211600"/>
                <a:gd name="connsiteY9" fmla="*/ 1068058 h 1660822"/>
                <a:gd name="connsiteX10" fmla="*/ 2582149 w 4211600"/>
                <a:gd name="connsiteY10" fmla="*/ 1138924 h 1660822"/>
                <a:gd name="connsiteX11" fmla="*/ 2483958 w 4211600"/>
                <a:gd name="connsiteY11" fmla="*/ 1162356 h 1660822"/>
                <a:gd name="connsiteX12" fmla="*/ 2123750 w 4211600"/>
                <a:gd name="connsiteY12" fmla="*/ 1238651 h 1660822"/>
                <a:gd name="connsiteX13" fmla="*/ 1761444 w 4211600"/>
                <a:gd name="connsiteY13" fmla="*/ 1273417 h 1660822"/>
                <a:gd name="connsiteX14" fmla="*/ 1608382 w 4211600"/>
                <a:gd name="connsiteY14" fmla="*/ 1284466 h 1660822"/>
                <a:gd name="connsiteX15" fmla="*/ 999942 w 4211600"/>
                <a:gd name="connsiteY15" fmla="*/ 1354284 h 1660822"/>
                <a:gd name="connsiteX16" fmla="*/ 484705 w 4211600"/>
                <a:gd name="connsiteY16" fmla="*/ 1450487 h 1660822"/>
                <a:gd name="connsiteX17" fmla="*/ 113310 w 4211600"/>
                <a:gd name="connsiteY17" fmla="*/ 1613700 h 1660822"/>
                <a:gd name="connsiteX18" fmla="*/ 39668 w 4211600"/>
                <a:gd name="connsiteY18" fmla="*/ 1660822 h 1660822"/>
                <a:gd name="connsiteX19" fmla="*/ 0 w 4211600"/>
                <a:gd name="connsiteY19" fmla="*/ 1660822 h 1660822"/>
                <a:gd name="connsiteX20" fmla="*/ 96701 w 4211600"/>
                <a:gd name="connsiteY20" fmla="*/ 1598934 h 1660822"/>
                <a:gd name="connsiteX21" fmla="*/ 474335 w 4211600"/>
                <a:gd name="connsiteY21" fmla="*/ 1433056 h 1660822"/>
                <a:gd name="connsiteX22" fmla="*/ 994299 w 4211600"/>
                <a:gd name="connsiteY22" fmla="*/ 1335806 h 1660822"/>
                <a:gd name="connsiteX23" fmla="*/ 1605231 w 4211600"/>
                <a:gd name="connsiteY23" fmla="*/ 1265702 h 1660822"/>
                <a:gd name="connsiteX24" fmla="*/ 1758819 w 4211600"/>
                <a:gd name="connsiteY24" fmla="*/ 1254558 h 1660822"/>
                <a:gd name="connsiteX25" fmla="*/ 2118106 w 4211600"/>
                <a:gd name="connsiteY25" fmla="*/ 1220077 h 1660822"/>
                <a:gd name="connsiteX26" fmla="*/ 2475557 w 4211600"/>
                <a:gd name="connsiteY26" fmla="*/ 1144353 h 1660822"/>
                <a:gd name="connsiteX27" fmla="*/ 2573878 w 4211600"/>
                <a:gd name="connsiteY27" fmla="*/ 1120827 h 1660822"/>
                <a:gd name="connsiteX28" fmla="*/ 2907437 w 4211600"/>
                <a:gd name="connsiteY28" fmla="*/ 1049675 h 1660822"/>
                <a:gd name="connsiteX29" fmla="*/ 3122589 w 4211600"/>
                <a:gd name="connsiteY29" fmla="*/ 1005098 h 1660822"/>
                <a:gd name="connsiteX30" fmla="*/ 3391169 w 4211600"/>
                <a:gd name="connsiteY30" fmla="*/ 935756 h 1660822"/>
                <a:gd name="connsiteX31" fmla="*/ 3642290 w 4211600"/>
                <a:gd name="connsiteY31" fmla="*/ 806216 h 1660822"/>
                <a:gd name="connsiteX32" fmla="*/ 3825937 w 4211600"/>
                <a:gd name="connsiteY32" fmla="*/ 594475 h 1660822"/>
                <a:gd name="connsiteX33" fmla="*/ 3861381 w 4211600"/>
                <a:gd name="connsiteY33" fmla="*/ 544755 h 1660822"/>
                <a:gd name="connsiteX34" fmla="*/ 3950381 w 4211600"/>
                <a:gd name="connsiteY34" fmla="*/ 427978 h 1660822"/>
                <a:gd name="connsiteX35" fmla="*/ 4112370 w 4211600"/>
                <a:gd name="connsiteY35" fmla="*/ 201378 h 1660822"/>
                <a:gd name="connsiteX36" fmla="*/ 4195989 w 4211600"/>
                <a:gd name="connsiteY36" fmla="*/ 33834 h 166082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Lst>
              <a:rect l="l" t="t" r="r" b="b"/>
              <a:pathLst>
                <a:path w="4211600" h="1660822">
                  <a:moveTo>
                    <a:pt x="4211600" y="0"/>
                  </a:moveTo>
                  <a:lnTo>
                    <a:pt x="4211600" y="58430"/>
                  </a:lnTo>
                  <a:lnTo>
                    <a:pt x="4136524" y="208808"/>
                  </a:lnTo>
                  <a:cubicBezTo>
                    <a:pt x="4089791" y="287770"/>
                    <a:pt x="4030588" y="363780"/>
                    <a:pt x="3973354" y="437313"/>
                  </a:cubicBezTo>
                  <a:cubicBezTo>
                    <a:pt x="3943819" y="475222"/>
                    <a:pt x="3913231" y="514465"/>
                    <a:pt x="3884746" y="553613"/>
                  </a:cubicBezTo>
                  <a:cubicBezTo>
                    <a:pt x="3872801" y="569996"/>
                    <a:pt x="3861119" y="586569"/>
                    <a:pt x="3849435" y="603143"/>
                  </a:cubicBezTo>
                  <a:cubicBezTo>
                    <a:pt x="3796665" y="678009"/>
                    <a:pt x="3742187" y="755352"/>
                    <a:pt x="3661849" y="819075"/>
                  </a:cubicBezTo>
                  <a:cubicBezTo>
                    <a:pt x="3596214" y="871176"/>
                    <a:pt x="3509050" y="916230"/>
                    <a:pt x="3402589" y="952996"/>
                  </a:cubicBezTo>
                  <a:cubicBezTo>
                    <a:pt x="3312406" y="984048"/>
                    <a:pt x="3215660" y="1005003"/>
                    <a:pt x="3130202" y="1023386"/>
                  </a:cubicBezTo>
                  <a:cubicBezTo>
                    <a:pt x="3058529" y="1038816"/>
                    <a:pt x="2985412" y="1053675"/>
                    <a:pt x="2914657" y="1068058"/>
                  </a:cubicBezTo>
                  <a:cubicBezTo>
                    <a:pt x="2805176" y="1090251"/>
                    <a:pt x="2692021" y="1113207"/>
                    <a:pt x="2582149" y="1138924"/>
                  </a:cubicBezTo>
                  <a:cubicBezTo>
                    <a:pt x="2549330" y="1146639"/>
                    <a:pt x="2516644" y="1154450"/>
                    <a:pt x="2483958" y="1162356"/>
                  </a:cubicBezTo>
                  <a:cubicBezTo>
                    <a:pt x="2367257" y="1190550"/>
                    <a:pt x="2246621" y="1219601"/>
                    <a:pt x="2123750" y="1238651"/>
                  </a:cubicBezTo>
                  <a:cubicBezTo>
                    <a:pt x="2004294" y="1257129"/>
                    <a:pt x="1880769" y="1265416"/>
                    <a:pt x="1761444" y="1273417"/>
                  </a:cubicBezTo>
                  <a:cubicBezTo>
                    <a:pt x="1711167" y="1276751"/>
                    <a:pt x="1659184" y="1280275"/>
                    <a:pt x="1608382" y="1284466"/>
                  </a:cubicBezTo>
                  <a:cubicBezTo>
                    <a:pt x="1408589" y="1300944"/>
                    <a:pt x="1214570" y="1325805"/>
                    <a:pt x="999942" y="1354284"/>
                  </a:cubicBezTo>
                  <a:cubicBezTo>
                    <a:pt x="826403" y="1377240"/>
                    <a:pt x="647744" y="1400957"/>
                    <a:pt x="484705" y="1450487"/>
                  </a:cubicBezTo>
                  <a:cubicBezTo>
                    <a:pt x="355831" y="1489635"/>
                    <a:pt x="231387" y="1544374"/>
                    <a:pt x="113310" y="1613700"/>
                  </a:cubicBezTo>
                  <a:lnTo>
                    <a:pt x="39668" y="1660822"/>
                  </a:lnTo>
                  <a:lnTo>
                    <a:pt x="0" y="1660822"/>
                  </a:lnTo>
                  <a:lnTo>
                    <a:pt x="96701" y="1598934"/>
                  </a:lnTo>
                  <a:cubicBezTo>
                    <a:pt x="216635" y="1528533"/>
                    <a:pt x="343196" y="1472919"/>
                    <a:pt x="474335" y="1433056"/>
                  </a:cubicBezTo>
                  <a:cubicBezTo>
                    <a:pt x="639999" y="1382669"/>
                    <a:pt x="820102" y="1358856"/>
                    <a:pt x="994299" y="1335806"/>
                  </a:cubicBezTo>
                  <a:cubicBezTo>
                    <a:pt x="1210239" y="1307231"/>
                    <a:pt x="1404650" y="1282275"/>
                    <a:pt x="1605231" y="1265702"/>
                  </a:cubicBezTo>
                  <a:cubicBezTo>
                    <a:pt x="1656428" y="1261511"/>
                    <a:pt x="1708411" y="1257987"/>
                    <a:pt x="1758819" y="1254558"/>
                  </a:cubicBezTo>
                  <a:cubicBezTo>
                    <a:pt x="1877487" y="1246557"/>
                    <a:pt x="2000094" y="1238365"/>
                    <a:pt x="2118106" y="1220077"/>
                  </a:cubicBezTo>
                  <a:cubicBezTo>
                    <a:pt x="2239531" y="1201313"/>
                    <a:pt x="2359513" y="1172357"/>
                    <a:pt x="2475557" y="1144353"/>
                  </a:cubicBezTo>
                  <a:cubicBezTo>
                    <a:pt x="2508243" y="1136448"/>
                    <a:pt x="2541060" y="1128542"/>
                    <a:pt x="2573878" y="1120827"/>
                  </a:cubicBezTo>
                  <a:cubicBezTo>
                    <a:pt x="2684276" y="1094919"/>
                    <a:pt x="2797694" y="1071963"/>
                    <a:pt x="2907437" y="1049675"/>
                  </a:cubicBezTo>
                  <a:cubicBezTo>
                    <a:pt x="2978061" y="1035387"/>
                    <a:pt x="3051178" y="1020528"/>
                    <a:pt x="3122589" y="1005098"/>
                  </a:cubicBezTo>
                  <a:cubicBezTo>
                    <a:pt x="3206997" y="986810"/>
                    <a:pt x="3302823" y="966141"/>
                    <a:pt x="3391169" y="935756"/>
                  </a:cubicBezTo>
                  <a:cubicBezTo>
                    <a:pt x="3494479" y="900132"/>
                    <a:pt x="3578886" y="856508"/>
                    <a:pt x="3642290" y="806216"/>
                  </a:cubicBezTo>
                  <a:cubicBezTo>
                    <a:pt x="3720133" y="744303"/>
                    <a:pt x="3773953" y="668103"/>
                    <a:pt x="3825937" y="594475"/>
                  </a:cubicBezTo>
                  <a:cubicBezTo>
                    <a:pt x="3837621" y="577902"/>
                    <a:pt x="3849435" y="561233"/>
                    <a:pt x="3861381" y="544755"/>
                  </a:cubicBezTo>
                  <a:cubicBezTo>
                    <a:pt x="3889997" y="505416"/>
                    <a:pt x="3920715" y="465983"/>
                    <a:pt x="3950381" y="427978"/>
                  </a:cubicBezTo>
                  <a:cubicBezTo>
                    <a:pt x="4007353" y="354921"/>
                    <a:pt x="4066163" y="279388"/>
                    <a:pt x="4112370" y="201378"/>
                  </a:cubicBezTo>
                  <a:cubicBezTo>
                    <a:pt x="4144662" y="146800"/>
                    <a:pt x="4170785" y="89364"/>
                    <a:pt x="4195989" y="33834"/>
                  </a:cubicBezTo>
                  <a:close/>
                </a:path>
              </a:pathLst>
            </a:cu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a:p>
          </p:txBody>
        </p:sp>
      </p:grpSp>
    </p:spTree>
    <p:extLst>
      <p:ext uri="{BB962C8B-B14F-4D97-AF65-F5344CB8AC3E}">
        <p14:creationId xmlns:p14="http://schemas.microsoft.com/office/powerpoint/2010/main" val="2638698177"/>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348B5AEE-90DF-0FBF-7057-AA9626BEC15D}"/>
            </a:ext>
          </a:extLst>
        </p:cNvPr>
        <p:cNvGrpSpPr/>
        <p:nvPr/>
      </p:nvGrpSpPr>
      <p:grpSpPr>
        <a:xfrm>
          <a:off x="0" y="0"/>
          <a:ext cx="0" cy="0"/>
          <a:chOff x="0" y="0"/>
          <a:chExt cx="0" cy="0"/>
        </a:xfrm>
      </p:grpSpPr>
      <p:sp useBgFill="1">
        <p:nvSpPr>
          <p:cNvPr id="68" name="Rectangle 67">
            <a:extLst>
              <a:ext uri="{FF2B5EF4-FFF2-40B4-BE49-F238E27FC236}">
                <a16:creationId xmlns:a16="http://schemas.microsoft.com/office/drawing/2014/main" id="{8651CFA9-6065-4243-AC48-858E359780B1}"/>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88952" cy="6858000"/>
          </a:xfrm>
          <a:prstGeom prst="rect">
            <a:avLst/>
          </a:prstGeom>
          <a:ln>
            <a:solidFill>
              <a:schemeClr val="bg1">
                <a:lumMod val="9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solidFill>
                <a:schemeClr val="tx1">
                  <a:lumMod val="65000"/>
                  <a:lumOff val="35000"/>
                </a:schemeClr>
              </a:solidFill>
              <a:latin typeface="AvenirNext LT Pro Medium" panose="020B0504020202020204" pitchFamily="34" charset="0"/>
            </a:endParaRPr>
          </a:p>
        </p:txBody>
      </p:sp>
      <p:sp>
        <p:nvSpPr>
          <p:cNvPr id="70" name="Rectangle 69">
            <a:extLst>
              <a:ext uri="{FF2B5EF4-FFF2-40B4-BE49-F238E27FC236}">
                <a16:creationId xmlns:a16="http://schemas.microsoft.com/office/drawing/2014/main" id="{37962AE0-6A1C-4B76-9D52-10E5E6D7D3BB}"/>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88952" cy="6858000"/>
          </a:xfrm>
          <a:prstGeom prst="rect">
            <a:avLst/>
          </a:prstGeom>
          <a:solidFill>
            <a:schemeClr val="bg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solidFill>
                <a:schemeClr val="tx1">
                  <a:lumMod val="65000"/>
                  <a:lumOff val="35000"/>
                </a:schemeClr>
              </a:solidFill>
              <a:latin typeface="AvenirNext LT Pro Medium" panose="020B0504020202020204" pitchFamily="34" charset="0"/>
            </a:endParaRPr>
          </a:p>
        </p:txBody>
      </p:sp>
      <p:grpSp>
        <p:nvGrpSpPr>
          <p:cNvPr id="72" name="Top left">
            <a:extLst>
              <a:ext uri="{FF2B5EF4-FFF2-40B4-BE49-F238E27FC236}">
                <a16:creationId xmlns:a16="http://schemas.microsoft.com/office/drawing/2014/main" id="{34B438D8-EF7C-445C-8B7F-953BEB1BC133}"/>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10849" y="-3086"/>
            <a:ext cx="2198951" cy="3349518"/>
            <a:chOff x="10849" y="-3086"/>
            <a:chExt cx="2198951" cy="3349518"/>
          </a:xfrm>
        </p:grpSpPr>
        <p:sp>
          <p:nvSpPr>
            <p:cNvPr id="73" name="Freeform: Shape 72">
              <a:extLst>
                <a:ext uri="{FF2B5EF4-FFF2-40B4-BE49-F238E27FC236}">
                  <a16:creationId xmlns:a16="http://schemas.microsoft.com/office/drawing/2014/main" id="{9FE087E2-E4B7-42FA-A441-7EDEE41B00F3}"/>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rot="10800000">
              <a:off x="692844" y="-3086"/>
              <a:ext cx="1326111" cy="597603"/>
            </a:xfrm>
            <a:custGeom>
              <a:avLst/>
              <a:gdLst>
                <a:gd name="connsiteX0" fmla="*/ 741051 w 1482102"/>
                <a:gd name="connsiteY0" fmla="*/ 0 h 679363"/>
                <a:gd name="connsiteX1" fmla="*/ 1473822 w 1482102"/>
                <a:gd name="connsiteY1" fmla="*/ 597226 h 679363"/>
                <a:gd name="connsiteX2" fmla="*/ 1482102 w 1482102"/>
                <a:gd name="connsiteY2" fmla="*/ 679363 h 679363"/>
                <a:gd name="connsiteX3" fmla="*/ 0 w 1482102"/>
                <a:gd name="connsiteY3" fmla="*/ 679363 h 679363"/>
                <a:gd name="connsiteX4" fmla="*/ 8280 w 1482102"/>
                <a:gd name="connsiteY4" fmla="*/ 597226 h 679363"/>
                <a:gd name="connsiteX5" fmla="*/ 741051 w 1482102"/>
                <a:gd name="connsiteY5" fmla="*/ 0 h 67936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1482102" h="679363">
                  <a:moveTo>
                    <a:pt x="741051" y="0"/>
                  </a:moveTo>
                  <a:cubicBezTo>
                    <a:pt x="1102506" y="0"/>
                    <a:pt x="1404077" y="256390"/>
                    <a:pt x="1473822" y="597226"/>
                  </a:cubicBezTo>
                  <a:lnTo>
                    <a:pt x="1482102" y="679363"/>
                  </a:lnTo>
                  <a:lnTo>
                    <a:pt x="0" y="679363"/>
                  </a:lnTo>
                  <a:lnTo>
                    <a:pt x="8280" y="597226"/>
                  </a:lnTo>
                  <a:cubicBezTo>
                    <a:pt x="78025" y="256390"/>
                    <a:pt x="379596" y="0"/>
                    <a:pt x="741051" y="0"/>
                  </a:cubicBezTo>
                  <a:close/>
                </a:path>
              </a:pathLst>
            </a:cu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dirty="0">
                <a:solidFill>
                  <a:schemeClr val="tx1">
                    <a:lumMod val="65000"/>
                    <a:lumOff val="35000"/>
                  </a:schemeClr>
                </a:solidFill>
                <a:latin typeface="AvenirNext LT Pro Medium" panose="020B0504020202020204" pitchFamily="34" charset="0"/>
              </a:endParaRPr>
            </a:p>
          </p:txBody>
        </p:sp>
        <p:sp>
          <p:nvSpPr>
            <p:cNvPr id="74" name="Freeform: Shape 73">
              <a:extLst>
                <a:ext uri="{FF2B5EF4-FFF2-40B4-BE49-F238E27FC236}">
                  <a16:creationId xmlns:a16="http://schemas.microsoft.com/office/drawing/2014/main" id="{A61B2EF2-665F-429A-9CFB-08C14FAC9993}"/>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19394" y="15241"/>
              <a:ext cx="2190406" cy="3331191"/>
            </a:xfrm>
            <a:custGeom>
              <a:avLst/>
              <a:gdLst>
                <a:gd name="connsiteX0" fmla="*/ 0 w 3296088"/>
                <a:gd name="connsiteY0" fmla="*/ 5012722 h 5012722"/>
                <a:gd name="connsiteX1" fmla="*/ 244031 w 3296088"/>
                <a:gd name="connsiteY1" fmla="*/ 4820222 h 5012722"/>
                <a:gd name="connsiteX2" fmla="*/ 729234 w 3296088"/>
                <a:gd name="connsiteY2" fmla="*/ 4360641 h 5012722"/>
                <a:gd name="connsiteX3" fmla="*/ 881444 w 3296088"/>
                <a:gd name="connsiteY3" fmla="*/ 4173950 h 5012722"/>
                <a:gd name="connsiteX4" fmla="*/ 1151287 w 3296088"/>
                <a:gd name="connsiteY4" fmla="*/ 3972877 h 5012722"/>
                <a:gd name="connsiteX5" fmla="*/ 1498664 w 3296088"/>
                <a:gd name="connsiteY5" fmla="*/ 3786188 h 5012722"/>
                <a:gd name="connsiteX6" fmla="*/ 1716881 w 3296088"/>
                <a:gd name="connsiteY6" fmla="*/ 3674174 h 5012722"/>
                <a:gd name="connsiteX7" fmla="*/ 1913573 w 3296088"/>
                <a:gd name="connsiteY7" fmla="*/ 3477387 h 5012722"/>
                <a:gd name="connsiteX8" fmla="*/ 2167700 w 3296088"/>
                <a:gd name="connsiteY8" fmla="*/ 3042190 h 5012722"/>
                <a:gd name="connsiteX9" fmla="*/ 2273903 w 3296088"/>
                <a:gd name="connsiteY9" fmla="*/ 2775014 h 5012722"/>
                <a:gd name="connsiteX10" fmla="*/ 2463356 w 3296088"/>
                <a:gd name="connsiteY10" fmla="*/ 2335530 h 5012722"/>
                <a:gd name="connsiteX11" fmla="*/ 2741866 w 3296088"/>
                <a:gd name="connsiteY11" fmla="*/ 1982248 h 5012722"/>
                <a:gd name="connsiteX12" fmla="*/ 2985897 w 3296088"/>
                <a:gd name="connsiteY12" fmla="*/ 1634681 h 5012722"/>
                <a:gd name="connsiteX13" fmla="*/ 3212687 w 3296088"/>
                <a:gd name="connsiteY13" fmla="*/ 1226820 h 5012722"/>
                <a:gd name="connsiteX14" fmla="*/ 3281553 w 3296088"/>
                <a:gd name="connsiteY14" fmla="*/ 959644 h 5012722"/>
                <a:gd name="connsiteX15" fmla="*/ 3295936 w 3296088"/>
                <a:gd name="connsiteY15" fmla="*/ 701135 h 5012722"/>
                <a:gd name="connsiteX16" fmla="*/ 3267266 w 3296088"/>
                <a:gd name="connsiteY16" fmla="*/ 436817 h 5012722"/>
                <a:gd name="connsiteX17" fmla="*/ 3105341 w 3296088"/>
                <a:gd name="connsiteY17" fmla="*/ 0 h 501272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Lst>
              <a:rect l="l" t="t" r="r" b="b"/>
              <a:pathLst>
                <a:path w="3296088" h="5012722">
                  <a:moveTo>
                    <a:pt x="0" y="5012722"/>
                  </a:moveTo>
                  <a:cubicBezTo>
                    <a:pt x="81820" y="4949095"/>
                    <a:pt x="163544" y="4885468"/>
                    <a:pt x="244031" y="4820222"/>
                  </a:cubicBezTo>
                  <a:cubicBezTo>
                    <a:pt x="417671" y="4679633"/>
                    <a:pt x="589883" y="4535139"/>
                    <a:pt x="729234" y="4360641"/>
                  </a:cubicBezTo>
                  <a:cubicBezTo>
                    <a:pt x="779431" y="4297776"/>
                    <a:pt x="825818" y="4231958"/>
                    <a:pt x="881444" y="4173950"/>
                  </a:cubicBezTo>
                  <a:cubicBezTo>
                    <a:pt x="959358" y="4092607"/>
                    <a:pt x="1054799" y="4031075"/>
                    <a:pt x="1151287" y="3972877"/>
                  </a:cubicBezTo>
                  <a:cubicBezTo>
                    <a:pt x="1263968" y="3904964"/>
                    <a:pt x="1379315" y="3841337"/>
                    <a:pt x="1498664" y="3786188"/>
                  </a:cubicBezTo>
                  <a:cubicBezTo>
                    <a:pt x="1573149" y="3751802"/>
                    <a:pt x="1649159" y="3720179"/>
                    <a:pt x="1716881" y="3674174"/>
                  </a:cubicBezTo>
                  <a:cubicBezTo>
                    <a:pt x="1794034" y="3621691"/>
                    <a:pt x="1856708" y="3551492"/>
                    <a:pt x="1913573" y="3477387"/>
                  </a:cubicBezTo>
                  <a:cubicBezTo>
                    <a:pt x="2016157" y="3343751"/>
                    <a:pt x="2099024" y="3196114"/>
                    <a:pt x="2167700" y="3042190"/>
                  </a:cubicBezTo>
                  <a:cubicBezTo>
                    <a:pt x="2206752" y="2954655"/>
                    <a:pt x="2241233" y="2865215"/>
                    <a:pt x="2273903" y="2775014"/>
                  </a:cubicBezTo>
                  <a:cubicBezTo>
                    <a:pt x="2328482" y="2624423"/>
                    <a:pt x="2379440" y="2471642"/>
                    <a:pt x="2463356" y="2335530"/>
                  </a:cubicBezTo>
                  <a:cubicBezTo>
                    <a:pt x="2542127" y="2207705"/>
                    <a:pt x="2647855" y="2099501"/>
                    <a:pt x="2741866" y="1982248"/>
                  </a:cubicBezTo>
                  <a:cubicBezTo>
                    <a:pt x="2830449" y="1871758"/>
                    <a:pt x="2908554" y="1753362"/>
                    <a:pt x="2985897" y="1634681"/>
                  </a:cubicBezTo>
                  <a:cubicBezTo>
                    <a:pt x="3071146" y="1503902"/>
                    <a:pt x="3156395" y="1372172"/>
                    <a:pt x="3212687" y="1226820"/>
                  </a:cubicBezTo>
                  <a:cubicBezTo>
                    <a:pt x="3246025" y="1140809"/>
                    <a:pt x="3268790" y="1051084"/>
                    <a:pt x="3281553" y="959644"/>
                  </a:cubicBezTo>
                  <a:cubicBezTo>
                    <a:pt x="3293555" y="874014"/>
                    <a:pt x="3296888" y="787527"/>
                    <a:pt x="3295936" y="701135"/>
                  </a:cubicBezTo>
                  <a:cubicBezTo>
                    <a:pt x="3294888" y="612172"/>
                    <a:pt x="3289268" y="523018"/>
                    <a:pt x="3267266" y="436817"/>
                  </a:cubicBezTo>
                  <a:cubicBezTo>
                    <a:pt x="3227832" y="282416"/>
                    <a:pt x="3105341" y="0"/>
                    <a:pt x="3105341" y="0"/>
                  </a:cubicBezTo>
                </a:path>
              </a:pathLst>
            </a:custGeom>
            <a:noFill/>
            <a:ln w="9525" cap="rnd">
              <a:solidFill>
                <a:schemeClr val="accent2">
                  <a:alpha val="50000"/>
                </a:schemeClr>
              </a:solidFill>
              <a:prstDash val="lgDash"/>
              <a:round/>
            </a:ln>
          </p:spPr>
          <p:txBody>
            <a:bodyPr rtlCol="0" anchor="ctr"/>
            <a:lstStyle/>
            <a:p>
              <a:endParaRPr lang="en-US"/>
            </a:p>
          </p:txBody>
        </p:sp>
        <p:sp>
          <p:nvSpPr>
            <p:cNvPr id="75" name="Freeform: Shape 74">
              <a:extLst>
                <a:ext uri="{FF2B5EF4-FFF2-40B4-BE49-F238E27FC236}">
                  <a16:creationId xmlns:a16="http://schemas.microsoft.com/office/drawing/2014/main" id="{0B0B1C71-6C49-4F64-8859-9CC59D7D98EE}"/>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10849" y="15178"/>
              <a:ext cx="1978674" cy="3074959"/>
            </a:xfrm>
            <a:custGeom>
              <a:avLst/>
              <a:gdLst>
                <a:gd name="connsiteX0" fmla="*/ 0 w 2977477"/>
                <a:gd name="connsiteY0" fmla="*/ 4627150 h 4627149"/>
                <a:gd name="connsiteX1" fmla="*/ 275082 w 2977477"/>
                <a:gd name="connsiteY1" fmla="*/ 4341590 h 4627149"/>
                <a:gd name="connsiteX2" fmla="*/ 502825 w 2977477"/>
                <a:gd name="connsiteY2" fmla="*/ 4054126 h 4627149"/>
                <a:gd name="connsiteX3" fmla="*/ 666179 w 2977477"/>
                <a:gd name="connsiteY3" fmla="*/ 3890677 h 4627149"/>
                <a:gd name="connsiteX4" fmla="*/ 864203 w 2977477"/>
                <a:gd name="connsiteY4" fmla="*/ 3675983 h 4627149"/>
                <a:gd name="connsiteX5" fmla="*/ 982599 w 2977477"/>
                <a:gd name="connsiteY5" fmla="*/ 3557492 h 4627149"/>
                <a:gd name="connsiteX6" fmla="*/ 1188244 w 2977477"/>
                <a:gd name="connsiteY6" fmla="*/ 3329654 h 4627149"/>
                <a:gd name="connsiteX7" fmla="*/ 1344740 w 2977477"/>
                <a:gd name="connsiteY7" fmla="*/ 3146774 h 4627149"/>
                <a:gd name="connsiteX8" fmla="*/ 1470755 w 2977477"/>
                <a:gd name="connsiteY8" fmla="*/ 2984659 h 4627149"/>
                <a:gd name="connsiteX9" fmla="*/ 1657636 w 2977477"/>
                <a:gd name="connsiteY9" fmla="*/ 2670239 h 4627149"/>
                <a:gd name="connsiteX10" fmla="*/ 1762887 w 2977477"/>
                <a:gd name="connsiteY10" fmla="*/ 2473547 h 4627149"/>
                <a:gd name="connsiteX11" fmla="*/ 1866710 w 2977477"/>
                <a:gd name="connsiteY11" fmla="*/ 2290667 h 4627149"/>
                <a:gd name="connsiteX12" fmla="*/ 2106263 w 2977477"/>
                <a:gd name="connsiteY12" fmla="*/ 2030254 h 4627149"/>
                <a:gd name="connsiteX13" fmla="*/ 2277237 w 2977477"/>
                <a:gd name="connsiteY13" fmla="*/ 1859185 h 4627149"/>
                <a:gd name="connsiteX14" fmla="*/ 2499455 w 2977477"/>
                <a:gd name="connsiteY14" fmla="*/ 1656207 h 4627149"/>
                <a:gd name="connsiteX15" fmla="*/ 2707100 w 2977477"/>
                <a:gd name="connsiteY15" fmla="*/ 1390269 h 4627149"/>
                <a:gd name="connsiteX16" fmla="*/ 2812352 w 2977477"/>
                <a:gd name="connsiteY16" fmla="*/ 1230916 h 4627149"/>
                <a:gd name="connsiteX17" fmla="*/ 2898172 w 2977477"/>
                <a:gd name="connsiteY17" fmla="*/ 1036987 h 4627149"/>
                <a:gd name="connsiteX18" fmla="*/ 2963228 w 2977477"/>
                <a:gd name="connsiteY18" fmla="*/ 850011 h 4627149"/>
                <a:gd name="connsiteX19" fmla="*/ 2977325 w 2977477"/>
                <a:gd name="connsiteY19" fmla="*/ 745427 h 4627149"/>
                <a:gd name="connsiteX20" fmla="*/ 2929509 w 2977477"/>
                <a:gd name="connsiteY20" fmla="*/ 480155 h 4627149"/>
                <a:gd name="connsiteX21" fmla="*/ 2563082 w 2977477"/>
                <a:gd name="connsiteY21" fmla="*/ 0 h 462714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Lst>
              <a:rect l="l" t="t" r="r" b="b"/>
              <a:pathLst>
                <a:path w="2977477" h="4627149">
                  <a:moveTo>
                    <a:pt x="0" y="4627150"/>
                  </a:moveTo>
                  <a:cubicBezTo>
                    <a:pt x="79820" y="4552283"/>
                    <a:pt x="203835" y="4424648"/>
                    <a:pt x="275082" y="4341590"/>
                  </a:cubicBezTo>
                  <a:cubicBezTo>
                    <a:pt x="354711" y="4248722"/>
                    <a:pt x="421005" y="4145090"/>
                    <a:pt x="502825" y="4054126"/>
                  </a:cubicBezTo>
                  <a:cubicBezTo>
                    <a:pt x="554355" y="3996881"/>
                    <a:pt x="612362" y="3945827"/>
                    <a:pt x="666179" y="3890677"/>
                  </a:cubicBezTo>
                  <a:cubicBezTo>
                    <a:pt x="734187" y="3821049"/>
                    <a:pt x="796671" y="3746183"/>
                    <a:pt x="864203" y="3675983"/>
                  </a:cubicBezTo>
                  <a:cubicBezTo>
                    <a:pt x="902875" y="3635788"/>
                    <a:pt x="943642" y="3597593"/>
                    <a:pt x="982599" y="3557492"/>
                  </a:cubicBezTo>
                  <a:cubicBezTo>
                    <a:pt x="1053941" y="3484150"/>
                    <a:pt x="1121378" y="3407093"/>
                    <a:pt x="1188244" y="3329654"/>
                  </a:cubicBezTo>
                  <a:cubicBezTo>
                    <a:pt x="1240631" y="3268885"/>
                    <a:pt x="1293495" y="3208496"/>
                    <a:pt x="1344740" y="3146774"/>
                  </a:cubicBezTo>
                  <a:cubicBezTo>
                    <a:pt x="1388459" y="3094101"/>
                    <a:pt x="1431512" y="3040761"/>
                    <a:pt x="1470755" y="2984659"/>
                  </a:cubicBezTo>
                  <a:cubicBezTo>
                    <a:pt x="1540764" y="2884646"/>
                    <a:pt x="1598771" y="2777109"/>
                    <a:pt x="1657636" y="2670239"/>
                  </a:cubicBezTo>
                  <a:cubicBezTo>
                    <a:pt x="1693545" y="2605088"/>
                    <a:pt x="1728502" y="2539460"/>
                    <a:pt x="1762887" y="2473547"/>
                  </a:cubicBezTo>
                  <a:cubicBezTo>
                    <a:pt x="1795367" y="2411349"/>
                    <a:pt x="1826419" y="2348103"/>
                    <a:pt x="1866710" y="2290667"/>
                  </a:cubicBezTo>
                  <a:cubicBezTo>
                    <a:pt x="1934623" y="2193893"/>
                    <a:pt x="2022729" y="2114169"/>
                    <a:pt x="2106263" y="2030254"/>
                  </a:cubicBezTo>
                  <a:cubicBezTo>
                    <a:pt x="2163128" y="1973104"/>
                    <a:pt x="2218182" y="1914049"/>
                    <a:pt x="2277237" y="1859185"/>
                  </a:cubicBezTo>
                  <a:cubicBezTo>
                    <a:pt x="2350770" y="1790891"/>
                    <a:pt x="2430304" y="1728978"/>
                    <a:pt x="2499455" y="1656207"/>
                  </a:cubicBezTo>
                  <a:cubicBezTo>
                    <a:pt x="2576989" y="1574578"/>
                    <a:pt x="2641568" y="1481900"/>
                    <a:pt x="2707100" y="1390269"/>
                  </a:cubicBezTo>
                  <a:cubicBezTo>
                    <a:pt x="2744153" y="1338453"/>
                    <a:pt x="2781586" y="1286732"/>
                    <a:pt x="2812352" y="1230916"/>
                  </a:cubicBezTo>
                  <a:cubicBezTo>
                    <a:pt x="2846546" y="1168908"/>
                    <a:pt x="2872550" y="1102900"/>
                    <a:pt x="2898172" y="1036987"/>
                  </a:cubicBezTo>
                  <a:cubicBezTo>
                    <a:pt x="2922175" y="975455"/>
                    <a:pt x="2948273" y="914305"/>
                    <a:pt x="2963228" y="850011"/>
                  </a:cubicBezTo>
                  <a:cubicBezTo>
                    <a:pt x="2971229" y="815626"/>
                    <a:pt x="2976563" y="780764"/>
                    <a:pt x="2977325" y="745427"/>
                  </a:cubicBezTo>
                  <a:cubicBezTo>
                    <a:pt x="2979230" y="654844"/>
                    <a:pt x="2963323" y="564261"/>
                    <a:pt x="2929509" y="480155"/>
                  </a:cubicBezTo>
                  <a:cubicBezTo>
                    <a:pt x="2851309" y="285655"/>
                    <a:pt x="2563082" y="0"/>
                    <a:pt x="2563082" y="0"/>
                  </a:cubicBezTo>
                </a:path>
              </a:pathLst>
            </a:custGeom>
            <a:noFill/>
            <a:ln w="9525" cap="rnd">
              <a:solidFill>
                <a:schemeClr val="accent2">
                  <a:alpha val="50000"/>
                </a:schemeClr>
              </a:solidFill>
              <a:prstDash val="lgDash"/>
              <a:round/>
            </a:ln>
          </p:spPr>
          <p:txBody>
            <a:bodyPr rtlCol="0" anchor="ctr"/>
            <a:lstStyle/>
            <a:p>
              <a:endParaRPr lang="en-US"/>
            </a:p>
          </p:txBody>
        </p:sp>
        <p:sp>
          <p:nvSpPr>
            <p:cNvPr id="76" name="Freeform: Shape 75">
              <a:extLst>
                <a:ext uri="{FF2B5EF4-FFF2-40B4-BE49-F238E27FC236}">
                  <a16:creationId xmlns:a16="http://schemas.microsoft.com/office/drawing/2014/main" id="{66BBF9FA-27D4-45DF-8D9C-623EA4106A84}"/>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25092" y="15178"/>
              <a:ext cx="1566146" cy="2737264"/>
            </a:xfrm>
            <a:custGeom>
              <a:avLst/>
              <a:gdLst>
                <a:gd name="connsiteX0" fmla="*/ 1707071 w 2356712"/>
                <a:gd name="connsiteY0" fmla="*/ 0 h 4118991"/>
                <a:gd name="connsiteX1" fmla="*/ 1824514 w 2356712"/>
                <a:gd name="connsiteY1" fmla="*/ 244697 h 4118991"/>
                <a:gd name="connsiteX2" fmla="*/ 1908715 w 2356712"/>
                <a:gd name="connsiteY2" fmla="*/ 328994 h 4118991"/>
                <a:gd name="connsiteX3" fmla="*/ 2226469 w 2356712"/>
                <a:gd name="connsiteY3" fmla="*/ 603695 h 4118991"/>
                <a:gd name="connsiteX4" fmla="*/ 2355628 w 2356712"/>
                <a:gd name="connsiteY4" fmla="*/ 900494 h 4118991"/>
                <a:gd name="connsiteX5" fmla="*/ 2281428 w 2356712"/>
                <a:gd name="connsiteY5" fmla="*/ 1206913 h 4118991"/>
                <a:gd name="connsiteX6" fmla="*/ 2092452 w 2356712"/>
                <a:gd name="connsiteY6" fmla="*/ 1460659 h 4118991"/>
                <a:gd name="connsiteX7" fmla="*/ 1834039 w 2356712"/>
                <a:gd name="connsiteY7" fmla="*/ 1625822 h 4118991"/>
                <a:gd name="connsiteX8" fmla="*/ 1558862 w 2356712"/>
                <a:gd name="connsiteY8" fmla="*/ 1743075 h 4118991"/>
                <a:gd name="connsiteX9" fmla="*/ 1386554 w 2356712"/>
                <a:gd name="connsiteY9" fmla="*/ 1869948 h 4118991"/>
                <a:gd name="connsiteX10" fmla="*/ 1271683 w 2356712"/>
                <a:gd name="connsiteY10" fmla="*/ 2073402 h 4118991"/>
                <a:gd name="connsiteX11" fmla="*/ 1178338 w 2356712"/>
                <a:gd name="connsiteY11" fmla="*/ 2355914 h 4118991"/>
                <a:gd name="connsiteX12" fmla="*/ 1113758 w 2356712"/>
                <a:gd name="connsiteY12" fmla="*/ 2578513 h 4118991"/>
                <a:gd name="connsiteX13" fmla="*/ 1034796 w 2356712"/>
                <a:gd name="connsiteY13" fmla="*/ 2834640 h 4118991"/>
                <a:gd name="connsiteX14" fmla="*/ 905637 w 2356712"/>
                <a:gd name="connsiteY14" fmla="*/ 3081242 h 4118991"/>
                <a:gd name="connsiteX15" fmla="*/ 793147 w 2356712"/>
                <a:gd name="connsiteY15" fmla="*/ 3258407 h 4118991"/>
                <a:gd name="connsiteX16" fmla="*/ 546735 w 2356712"/>
                <a:gd name="connsiteY16" fmla="*/ 3571970 h 4118991"/>
                <a:gd name="connsiteX17" fmla="*/ 346996 w 2356712"/>
                <a:gd name="connsiteY17" fmla="*/ 3771900 h 4118991"/>
                <a:gd name="connsiteX18" fmla="*/ 174689 w 2356712"/>
                <a:gd name="connsiteY18" fmla="*/ 3944207 h 4118991"/>
                <a:gd name="connsiteX19" fmla="*/ 0 w 2356712"/>
                <a:gd name="connsiteY19" fmla="*/ 4118991 h 411899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Lst>
              <a:rect l="l" t="t" r="r" b="b"/>
              <a:pathLst>
                <a:path w="2356712" h="4118991">
                  <a:moveTo>
                    <a:pt x="1707071" y="0"/>
                  </a:moveTo>
                  <a:cubicBezTo>
                    <a:pt x="1715357" y="22098"/>
                    <a:pt x="1812608" y="224409"/>
                    <a:pt x="1824514" y="244697"/>
                  </a:cubicBezTo>
                  <a:cubicBezTo>
                    <a:pt x="1844802" y="279273"/>
                    <a:pt x="1876996" y="304324"/>
                    <a:pt x="1908715" y="328994"/>
                  </a:cubicBezTo>
                  <a:cubicBezTo>
                    <a:pt x="2019967" y="415195"/>
                    <a:pt x="2137886" y="494633"/>
                    <a:pt x="2226469" y="603695"/>
                  </a:cubicBezTo>
                  <a:cubicBezTo>
                    <a:pt x="2296287" y="689610"/>
                    <a:pt x="2347817" y="790480"/>
                    <a:pt x="2355628" y="900494"/>
                  </a:cubicBezTo>
                  <a:cubicBezTo>
                    <a:pt x="2363248" y="1007078"/>
                    <a:pt x="2329910" y="1111187"/>
                    <a:pt x="2281428" y="1206913"/>
                  </a:cubicBezTo>
                  <a:cubicBezTo>
                    <a:pt x="2233422" y="1301877"/>
                    <a:pt x="2170938" y="1388936"/>
                    <a:pt x="2092452" y="1460659"/>
                  </a:cubicBezTo>
                  <a:cubicBezTo>
                    <a:pt x="2016538" y="1530001"/>
                    <a:pt x="1927765" y="1583436"/>
                    <a:pt x="1834039" y="1625822"/>
                  </a:cubicBezTo>
                  <a:cubicBezTo>
                    <a:pt x="1743075" y="1666970"/>
                    <a:pt x="1647730" y="1697736"/>
                    <a:pt x="1558862" y="1743075"/>
                  </a:cubicBezTo>
                  <a:cubicBezTo>
                    <a:pt x="1494758" y="1775841"/>
                    <a:pt x="1434275" y="1816132"/>
                    <a:pt x="1386554" y="1869948"/>
                  </a:cubicBezTo>
                  <a:cubicBezTo>
                    <a:pt x="1334548" y="1928622"/>
                    <a:pt x="1300544" y="2000345"/>
                    <a:pt x="1271683" y="2073402"/>
                  </a:cubicBezTo>
                  <a:cubicBezTo>
                    <a:pt x="1235202" y="2165699"/>
                    <a:pt x="1206722" y="2260759"/>
                    <a:pt x="1178338" y="2355914"/>
                  </a:cubicBezTo>
                  <a:cubicBezTo>
                    <a:pt x="1156240" y="2429923"/>
                    <a:pt x="1134237" y="2504028"/>
                    <a:pt x="1113758" y="2578513"/>
                  </a:cubicBezTo>
                  <a:cubicBezTo>
                    <a:pt x="1090041" y="2664714"/>
                    <a:pt x="1068134" y="2751678"/>
                    <a:pt x="1034796" y="2834640"/>
                  </a:cubicBezTo>
                  <a:cubicBezTo>
                    <a:pt x="1000125" y="2920841"/>
                    <a:pt x="953643" y="3001613"/>
                    <a:pt x="905637" y="3081242"/>
                  </a:cubicBezTo>
                  <a:cubicBezTo>
                    <a:pt x="869442" y="3141155"/>
                    <a:pt x="832295" y="3200400"/>
                    <a:pt x="793147" y="3258407"/>
                  </a:cubicBezTo>
                  <a:cubicBezTo>
                    <a:pt x="718661" y="3368802"/>
                    <a:pt x="637223" y="3474434"/>
                    <a:pt x="546735" y="3571970"/>
                  </a:cubicBezTo>
                  <a:cubicBezTo>
                    <a:pt x="482632" y="3641027"/>
                    <a:pt x="414147" y="3705797"/>
                    <a:pt x="346996" y="3771900"/>
                  </a:cubicBezTo>
                  <a:cubicBezTo>
                    <a:pt x="288989" y="3828764"/>
                    <a:pt x="232029" y="3886676"/>
                    <a:pt x="174689" y="3944207"/>
                  </a:cubicBezTo>
                  <a:cubicBezTo>
                    <a:pt x="116586" y="4002596"/>
                    <a:pt x="58293" y="4060698"/>
                    <a:pt x="0" y="4118991"/>
                  </a:cubicBezTo>
                </a:path>
              </a:pathLst>
            </a:custGeom>
            <a:noFill/>
            <a:ln w="9525" cap="rnd">
              <a:solidFill>
                <a:schemeClr val="accent2">
                  <a:alpha val="50000"/>
                </a:schemeClr>
              </a:solidFill>
              <a:prstDash val="lgDash"/>
              <a:round/>
            </a:ln>
          </p:spPr>
          <p:txBody>
            <a:bodyPr rtlCol="0" anchor="ctr"/>
            <a:lstStyle/>
            <a:p>
              <a:endParaRPr lang="en-US"/>
            </a:p>
          </p:txBody>
        </p:sp>
        <p:sp>
          <p:nvSpPr>
            <p:cNvPr id="77" name="Freeform: Shape 76">
              <a:extLst>
                <a:ext uri="{FF2B5EF4-FFF2-40B4-BE49-F238E27FC236}">
                  <a16:creationId xmlns:a16="http://schemas.microsoft.com/office/drawing/2014/main" id="{0F2F0D01-71CB-4693-A192-5BA045A5CF8F}"/>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10849" y="15178"/>
              <a:ext cx="1368431" cy="2644975"/>
            </a:xfrm>
            <a:custGeom>
              <a:avLst/>
              <a:gdLst>
                <a:gd name="connsiteX0" fmla="*/ 0 w 2059193"/>
                <a:gd name="connsiteY0" fmla="*/ 3980116 h 3980116"/>
                <a:gd name="connsiteX1" fmla="*/ 471583 w 2059193"/>
                <a:gd name="connsiteY1" fmla="*/ 3515678 h 3980116"/>
                <a:gd name="connsiteX2" fmla="*/ 758666 w 2059193"/>
                <a:gd name="connsiteY2" fmla="*/ 3163824 h 3980116"/>
                <a:gd name="connsiteX3" fmla="*/ 940499 w 2059193"/>
                <a:gd name="connsiteY3" fmla="*/ 2780824 h 3980116"/>
                <a:gd name="connsiteX4" fmla="*/ 1055370 w 2059193"/>
                <a:gd name="connsiteY4" fmla="*/ 2242185 h 3980116"/>
                <a:gd name="connsiteX5" fmla="*/ 1136714 w 2059193"/>
                <a:gd name="connsiteY5" fmla="*/ 1878330 h 3980116"/>
                <a:gd name="connsiteX6" fmla="*/ 1246727 w 2059193"/>
                <a:gd name="connsiteY6" fmla="*/ 1562386 h 3980116"/>
                <a:gd name="connsiteX7" fmla="*/ 1378363 w 2059193"/>
                <a:gd name="connsiteY7" fmla="*/ 1430750 h 3980116"/>
                <a:gd name="connsiteX8" fmla="*/ 1691831 w 2059193"/>
                <a:gd name="connsiteY8" fmla="*/ 1394841 h 3980116"/>
                <a:gd name="connsiteX9" fmla="*/ 1914335 w 2059193"/>
                <a:gd name="connsiteY9" fmla="*/ 1323023 h 3980116"/>
                <a:gd name="connsiteX10" fmla="*/ 2055495 w 2059193"/>
                <a:gd name="connsiteY10" fmla="*/ 1098042 h 3980116"/>
                <a:gd name="connsiteX11" fmla="*/ 2033969 w 2059193"/>
                <a:gd name="connsiteY11" fmla="*/ 930497 h 3980116"/>
                <a:gd name="connsiteX12" fmla="*/ 1885664 w 2059193"/>
                <a:gd name="connsiteY12" fmla="*/ 760571 h 3980116"/>
                <a:gd name="connsiteX13" fmla="*/ 1636871 w 2059193"/>
                <a:gd name="connsiteY13" fmla="*/ 612172 h 3980116"/>
                <a:gd name="connsiteX14" fmla="*/ 1335405 w 2059193"/>
                <a:gd name="connsiteY14" fmla="*/ 459010 h 3980116"/>
                <a:gd name="connsiteX15" fmla="*/ 1234916 w 2059193"/>
                <a:gd name="connsiteY15" fmla="*/ 269939 h 3980116"/>
                <a:gd name="connsiteX16" fmla="*/ 1386935 w 2059193"/>
                <a:gd name="connsiteY16" fmla="*/ 0 h 398011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Lst>
              <a:rect l="l" t="t" r="r" b="b"/>
              <a:pathLst>
                <a:path w="2059193" h="3980116">
                  <a:moveTo>
                    <a:pt x="0" y="3980116"/>
                  </a:moveTo>
                  <a:cubicBezTo>
                    <a:pt x="91345" y="3889534"/>
                    <a:pt x="382715" y="3608737"/>
                    <a:pt x="471583" y="3515678"/>
                  </a:cubicBezTo>
                  <a:cubicBezTo>
                    <a:pt x="576358" y="3405949"/>
                    <a:pt x="675989" y="3290983"/>
                    <a:pt x="758666" y="3163824"/>
                  </a:cubicBezTo>
                  <a:cubicBezTo>
                    <a:pt x="836105" y="3044857"/>
                    <a:pt x="897445" y="2916079"/>
                    <a:pt x="940499" y="2780824"/>
                  </a:cubicBezTo>
                  <a:cubicBezTo>
                    <a:pt x="996315" y="2605754"/>
                    <a:pt x="1020985" y="2422874"/>
                    <a:pt x="1055370" y="2242185"/>
                  </a:cubicBezTo>
                  <a:cubicBezTo>
                    <a:pt x="1078611" y="2120075"/>
                    <a:pt x="1107472" y="1999107"/>
                    <a:pt x="1136714" y="1878330"/>
                  </a:cubicBezTo>
                  <a:cubicBezTo>
                    <a:pt x="1163098" y="1769174"/>
                    <a:pt x="1189482" y="1658588"/>
                    <a:pt x="1246727" y="1562386"/>
                  </a:cubicBezTo>
                  <a:cubicBezTo>
                    <a:pt x="1279208" y="1507808"/>
                    <a:pt x="1321689" y="1459039"/>
                    <a:pt x="1378363" y="1430750"/>
                  </a:cubicBezTo>
                  <a:cubicBezTo>
                    <a:pt x="1473327" y="1383221"/>
                    <a:pt x="1584865" y="1402652"/>
                    <a:pt x="1691831" y="1394841"/>
                  </a:cubicBezTo>
                  <a:cubicBezTo>
                    <a:pt x="1771079" y="1389031"/>
                    <a:pt x="1849279" y="1368266"/>
                    <a:pt x="1914335" y="1323023"/>
                  </a:cubicBezTo>
                  <a:cubicBezTo>
                    <a:pt x="1989963" y="1270445"/>
                    <a:pt x="2041493" y="1189101"/>
                    <a:pt x="2055495" y="1098042"/>
                  </a:cubicBezTo>
                  <a:cubicBezTo>
                    <a:pt x="2064258" y="1041178"/>
                    <a:pt x="2057591" y="982980"/>
                    <a:pt x="2033969" y="930497"/>
                  </a:cubicBezTo>
                  <a:cubicBezTo>
                    <a:pt x="2002727" y="861060"/>
                    <a:pt x="1945958" y="807625"/>
                    <a:pt x="1885664" y="760571"/>
                  </a:cubicBezTo>
                  <a:cubicBezTo>
                    <a:pt x="1809179" y="700945"/>
                    <a:pt x="1725549" y="651415"/>
                    <a:pt x="1636871" y="612172"/>
                  </a:cubicBezTo>
                  <a:cubicBezTo>
                    <a:pt x="1532763" y="566071"/>
                    <a:pt x="1421606" y="532543"/>
                    <a:pt x="1335405" y="459010"/>
                  </a:cubicBezTo>
                  <a:cubicBezTo>
                    <a:pt x="1277969" y="409956"/>
                    <a:pt x="1232059" y="344615"/>
                    <a:pt x="1234916" y="269939"/>
                  </a:cubicBezTo>
                  <a:cubicBezTo>
                    <a:pt x="1237012" y="211741"/>
                    <a:pt x="1386935" y="0"/>
                    <a:pt x="1386935" y="0"/>
                  </a:cubicBezTo>
                </a:path>
              </a:pathLst>
            </a:custGeom>
            <a:noFill/>
            <a:ln w="9525" cap="rnd">
              <a:solidFill>
                <a:schemeClr val="accent2">
                  <a:alpha val="50000"/>
                </a:schemeClr>
              </a:solidFill>
              <a:prstDash val="lgDash"/>
              <a:round/>
            </a:ln>
          </p:spPr>
          <p:txBody>
            <a:bodyPr rtlCol="0" anchor="ctr"/>
            <a:lstStyle/>
            <a:p>
              <a:endParaRPr lang="en-US"/>
            </a:p>
          </p:txBody>
        </p:sp>
        <p:sp>
          <p:nvSpPr>
            <p:cNvPr id="78" name="Freeform: Shape 77">
              <a:extLst>
                <a:ext uri="{FF2B5EF4-FFF2-40B4-BE49-F238E27FC236}">
                  <a16:creationId xmlns:a16="http://schemas.microsoft.com/office/drawing/2014/main" id="{E740E1FB-ACD1-41FC-9828-9B5D2CAA770E}"/>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18825" y="543780"/>
              <a:ext cx="494287" cy="1905590"/>
            </a:xfrm>
            <a:custGeom>
              <a:avLst/>
              <a:gdLst>
                <a:gd name="connsiteX0" fmla="*/ 11144 w 743796"/>
                <a:gd name="connsiteY0" fmla="*/ 0 h 2867501"/>
                <a:gd name="connsiteX1" fmla="*/ 353663 w 743796"/>
                <a:gd name="connsiteY1" fmla="*/ 55245 h 2867501"/>
                <a:gd name="connsiteX2" fmla="*/ 571405 w 743796"/>
                <a:gd name="connsiteY2" fmla="*/ 179737 h 2867501"/>
                <a:gd name="connsiteX3" fmla="*/ 688658 w 743796"/>
                <a:gd name="connsiteY3" fmla="*/ 368808 h 2867501"/>
                <a:gd name="connsiteX4" fmla="*/ 731711 w 743796"/>
                <a:gd name="connsiteY4" fmla="*/ 612934 h 2867501"/>
                <a:gd name="connsiteX5" fmla="*/ 725233 w 743796"/>
                <a:gd name="connsiteY5" fmla="*/ 995648 h 2867501"/>
                <a:gd name="connsiteX6" fmla="*/ 742855 w 743796"/>
                <a:gd name="connsiteY6" fmla="*/ 1499330 h 2867501"/>
                <a:gd name="connsiteX7" fmla="*/ 707898 w 743796"/>
                <a:gd name="connsiteY7" fmla="*/ 1793081 h 2867501"/>
                <a:gd name="connsiteX8" fmla="*/ 633222 w 743796"/>
                <a:gd name="connsiteY8" fmla="*/ 2073592 h 2867501"/>
                <a:gd name="connsiteX9" fmla="*/ 404527 w 743796"/>
                <a:gd name="connsiteY9" fmla="*/ 2472404 h 2867501"/>
                <a:gd name="connsiteX10" fmla="*/ 0 w 743796"/>
                <a:gd name="connsiteY10" fmla="*/ 2867501 h 286750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743796" h="2867501">
                  <a:moveTo>
                    <a:pt x="11144" y="0"/>
                  </a:moveTo>
                  <a:cubicBezTo>
                    <a:pt x="101060" y="2953"/>
                    <a:pt x="268796" y="25146"/>
                    <a:pt x="353663" y="55245"/>
                  </a:cubicBezTo>
                  <a:cubicBezTo>
                    <a:pt x="433483" y="83534"/>
                    <a:pt x="510635" y="120967"/>
                    <a:pt x="571405" y="179737"/>
                  </a:cubicBezTo>
                  <a:cubicBezTo>
                    <a:pt x="625412" y="231934"/>
                    <a:pt x="663607" y="297942"/>
                    <a:pt x="688658" y="368808"/>
                  </a:cubicBezTo>
                  <a:cubicBezTo>
                    <a:pt x="716375" y="447103"/>
                    <a:pt x="727996" y="529876"/>
                    <a:pt x="731711" y="612934"/>
                  </a:cubicBezTo>
                  <a:cubicBezTo>
                    <a:pt x="737426" y="740474"/>
                    <a:pt x="724948" y="867918"/>
                    <a:pt x="725233" y="995648"/>
                  </a:cubicBezTo>
                  <a:cubicBezTo>
                    <a:pt x="725710" y="1163765"/>
                    <a:pt x="748665" y="1331309"/>
                    <a:pt x="742855" y="1499330"/>
                  </a:cubicBezTo>
                  <a:cubicBezTo>
                    <a:pt x="739426" y="1598009"/>
                    <a:pt x="725996" y="1696022"/>
                    <a:pt x="707898" y="1793081"/>
                  </a:cubicBezTo>
                  <a:cubicBezTo>
                    <a:pt x="690086" y="1888426"/>
                    <a:pt x="666845" y="1982724"/>
                    <a:pt x="633222" y="2073592"/>
                  </a:cubicBezTo>
                  <a:cubicBezTo>
                    <a:pt x="579692" y="2218182"/>
                    <a:pt x="499682" y="2351056"/>
                    <a:pt x="404527" y="2472404"/>
                  </a:cubicBezTo>
                  <a:cubicBezTo>
                    <a:pt x="266033" y="2648902"/>
                    <a:pt x="179642" y="2732818"/>
                    <a:pt x="0" y="2867501"/>
                  </a:cubicBezTo>
                </a:path>
              </a:pathLst>
            </a:custGeom>
            <a:noFill/>
            <a:ln w="9525" cap="rnd">
              <a:solidFill>
                <a:schemeClr val="accent2">
                  <a:alpha val="50000"/>
                </a:schemeClr>
              </a:solidFill>
              <a:prstDash val="lgDash"/>
              <a:round/>
            </a:ln>
          </p:spPr>
          <p:txBody>
            <a:bodyPr rtlCol="0" anchor="ctr"/>
            <a:lstStyle/>
            <a:p>
              <a:endParaRPr lang="en-US"/>
            </a:p>
          </p:txBody>
        </p:sp>
        <p:sp>
          <p:nvSpPr>
            <p:cNvPr id="79" name="Freeform: Shape 78">
              <a:extLst>
                <a:ext uri="{FF2B5EF4-FFF2-40B4-BE49-F238E27FC236}">
                  <a16:creationId xmlns:a16="http://schemas.microsoft.com/office/drawing/2014/main" id="{12BABC85-DC43-42B8-8AAA-9198D7A62D67}"/>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10849" y="672286"/>
              <a:ext cx="396930" cy="1690303"/>
            </a:xfrm>
            <a:custGeom>
              <a:avLst/>
              <a:gdLst>
                <a:gd name="connsiteX0" fmla="*/ 16478 w 597294"/>
                <a:gd name="connsiteY0" fmla="*/ 2079 h 2543540"/>
                <a:gd name="connsiteX1" fmla="*/ 299847 w 597294"/>
                <a:gd name="connsiteY1" fmla="*/ 53991 h 2543540"/>
                <a:gd name="connsiteX2" fmla="*/ 503206 w 597294"/>
                <a:gd name="connsiteY2" fmla="*/ 291354 h 2543540"/>
                <a:gd name="connsiteX3" fmla="*/ 525113 w 597294"/>
                <a:gd name="connsiteY3" fmla="*/ 724265 h 2543540"/>
                <a:gd name="connsiteX4" fmla="*/ 578930 w 597294"/>
                <a:gd name="connsiteY4" fmla="*/ 1117267 h 2543540"/>
                <a:gd name="connsiteX5" fmla="*/ 592931 w 597294"/>
                <a:gd name="connsiteY5" fmla="*/ 1476359 h 2543540"/>
                <a:gd name="connsiteX6" fmla="*/ 503206 w 597294"/>
                <a:gd name="connsiteY6" fmla="*/ 1859359 h 2543540"/>
                <a:gd name="connsiteX7" fmla="*/ 291846 w 597294"/>
                <a:gd name="connsiteY7" fmla="*/ 2250361 h 2543540"/>
                <a:gd name="connsiteX8" fmla="*/ 0 w 597294"/>
                <a:gd name="connsiteY8" fmla="*/ 2543540 h 254354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597294" h="2543540">
                  <a:moveTo>
                    <a:pt x="16478" y="2079"/>
                  </a:moveTo>
                  <a:cubicBezTo>
                    <a:pt x="101441" y="-6684"/>
                    <a:pt x="224885" y="12557"/>
                    <a:pt x="299847" y="53991"/>
                  </a:cubicBezTo>
                  <a:cubicBezTo>
                    <a:pt x="394240" y="106092"/>
                    <a:pt x="468440" y="189341"/>
                    <a:pt x="503206" y="291354"/>
                  </a:cubicBezTo>
                  <a:cubicBezTo>
                    <a:pt x="550069" y="429085"/>
                    <a:pt x="520827" y="577770"/>
                    <a:pt x="525113" y="724265"/>
                  </a:cubicBezTo>
                  <a:cubicBezTo>
                    <a:pt x="529019" y="856472"/>
                    <a:pt x="561118" y="986012"/>
                    <a:pt x="578930" y="1117267"/>
                  </a:cubicBezTo>
                  <a:cubicBezTo>
                    <a:pt x="595122" y="1236234"/>
                    <a:pt x="602742" y="1356630"/>
                    <a:pt x="592931" y="1476359"/>
                  </a:cubicBezTo>
                  <a:cubicBezTo>
                    <a:pt x="582073" y="1607709"/>
                    <a:pt x="549783" y="1736011"/>
                    <a:pt x="503206" y="1859359"/>
                  </a:cubicBezTo>
                  <a:cubicBezTo>
                    <a:pt x="450628" y="1998710"/>
                    <a:pt x="383857" y="2133298"/>
                    <a:pt x="291846" y="2250361"/>
                  </a:cubicBezTo>
                  <a:cubicBezTo>
                    <a:pt x="231553" y="2327132"/>
                    <a:pt x="73819" y="2479532"/>
                    <a:pt x="0" y="2543540"/>
                  </a:cubicBezTo>
                </a:path>
              </a:pathLst>
            </a:custGeom>
            <a:noFill/>
            <a:ln w="9525" cap="rnd">
              <a:solidFill>
                <a:schemeClr val="accent2">
                  <a:alpha val="50000"/>
                </a:schemeClr>
              </a:solidFill>
              <a:prstDash val="lgDash"/>
              <a:round/>
            </a:ln>
          </p:spPr>
          <p:txBody>
            <a:bodyPr rtlCol="0" anchor="ctr"/>
            <a:lstStyle/>
            <a:p>
              <a:endParaRPr lang="en-US"/>
            </a:p>
          </p:txBody>
        </p:sp>
        <p:sp>
          <p:nvSpPr>
            <p:cNvPr id="80" name="Freeform: Shape 79">
              <a:extLst>
                <a:ext uri="{FF2B5EF4-FFF2-40B4-BE49-F238E27FC236}">
                  <a16:creationId xmlns:a16="http://schemas.microsoft.com/office/drawing/2014/main" id="{F48F9955-240E-4180-81B8-5909B1A91366}"/>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23002" y="881264"/>
              <a:ext cx="258791" cy="1336561"/>
            </a:xfrm>
            <a:custGeom>
              <a:avLst/>
              <a:gdLst>
                <a:gd name="connsiteX0" fmla="*/ 0 w 389425"/>
                <a:gd name="connsiteY0" fmla="*/ 33 h 2011236"/>
                <a:gd name="connsiteX1" fmla="*/ 171260 w 389425"/>
                <a:gd name="connsiteY1" fmla="*/ 60326 h 2011236"/>
                <a:gd name="connsiteX2" fmla="*/ 211455 w 389425"/>
                <a:gd name="connsiteY2" fmla="*/ 221204 h 2011236"/>
                <a:gd name="connsiteX3" fmla="*/ 243078 w 389425"/>
                <a:gd name="connsiteY3" fmla="*/ 448089 h 2011236"/>
                <a:gd name="connsiteX4" fmla="*/ 346424 w 389425"/>
                <a:gd name="connsiteY4" fmla="*/ 789941 h 2011236"/>
                <a:gd name="connsiteX5" fmla="*/ 372237 w 389425"/>
                <a:gd name="connsiteY5" fmla="*/ 942151 h 2011236"/>
                <a:gd name="connsiteX6" fmla="*/ 386620 w 389425"/>
                <a:gd name="connsiteY6" fmla="*/ 1272478 h 2011236"/>
                <a:gd name="connsiteX7" fmla="*/ 280416 w 389425"/>
                <a:gd name="connsiteY7" fmla="*/ 1660241 h 2011236"/>
                <a:gd name="connsiteX8" fmla="*/ 151257 w 389425"/>
                <a:gd name="connsiteY8" fmla="*/ 1844073 h 2011236"/>
                <a:gd name="connsiteX9" fmla="*/ 1905 w 389425"/>
                <a:gd name="connsiteY9" fmla="*/ 2011237 h 201123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389425" h="2011236">
                  <a:moveTo>
                    <a:pt x="0" y="33"/>
                  </a:moveTo>
                  <a:cubicBezTo>
                    <a:pt x="57912" y="-824"/>
                    <a:pt x="136112" y="14892"/>
                    <a:pt x="171260" y="60326"/>
                  </a:cubicBezTo>
                  <a:cubicBezTo>
                    <a:pt x="205645" y="104903"/>
                    <a:pt x="207740" y="164244"/>
                    <a:pt x="211455" y="221204"/>
                  </a:cubicBezTo>
                  <a:cubicBezTo>
                    <a:pt x="216408" y="297594"/>
                    <a:pt x="225838" y="373604"/>
                    <a:pt x="243078" y="448089"/>
                  </a:cubicBezTo>
                  <a:cubicBezTo>
                    <a:pt x="269939" y="564199"/>
                    <a:pt x="319183" y="673927"/>
                    <a:pt x="346424" y="789941"/>
                  </a:cubicBezTo>
                  <a:cubicBezTo>
                    <a:pt x="358235" y="840043"/>
                    <a:pt x="365951" y="891097"/>
                    <a:pt x="372237" y="942151"/>
                  </a:cubicBezTo>
                  <a:cubicBezTo>
                    <a:pt x="385858" y="1051784"/>
                    <a:pt x="394049" y="1162274"/>
                    <a:pt x="386620" y="1272478"/>
                  </a:cubicBezTo>
                  <a:cubicBezTo>
                    <a:pt x="377476" y="1407828"/>
                    <a:pt x="344996" y="1541178"/>
                    <a:pt x="280416" y="1660241"/>
                  </a:cubicBezTo>
                  <a:cubicBezTo>
                    <a:pt x="244602" y="1726249"/>
                    <a:pt x="199358" y="1786352"/>
                    <a:pt x="151257" y="1844073"/>
                  </a:cubicBezTo>
                  <a:cubicBezTo>
                    <a:pt x="79534" y="1930084"/>
                    <a:pt x="89345" y="1941419"/>
                    <a:pt x="1905" y="2011237"/>
                  </a:cubicBezTo>
                </a:path>
              </a:pathLst>
            </a:custGeom>
            <a:noFill/>
            <a:ln w="9525" cap="rnd">
              <a:solidFill>
                <a:schemeClr val="accent2">
                  <a:alpha val="50000"/>
                </a:schemeClr>
              </a:solidFill>
              <a:prstDash val="lgDash"/>
              <a:round/>
            </a:ln>
          </p:spPr>
          <p:txBody>
            <a:bodyPr rtlCol="0" anchor="ctr"/>
            <a:lstStyle/>
            <a:p>
              <a:endParaRPr lang="en-US" dirty="0"/>
            </a:p>
          </p:txBody>
        </p:sp>
      </p:grpSp>
      <p:sp>
        <p:nvSpPr>
          <p:cNvPr id="2" name="Title 1">
            <a:extLst>
              <a:ext uri="{FF2B5EF4-FFF2-40B4-BE49-F238E27FC236}">
                <a16:creationId xmlns:a16="http://schemas.microsoft.com/office/drawing/2014/main" id="{C397DD1B-B657-F7DA-F321-6CB30C8DA17C}"/>
              </a:ext>
            </a:extLst>
          </p:cNvPr>
          <p:cNvSpPr>
            <a:spLocks noGrp="1"/>
          </p:cNvSpPr>
          <p:nvPr>
            <p:ph type="title"/>
          </p:nvPr>
        </p:nvSpPr>
        <p:spPr>
          <a:xfrm>
            <a:off x="1198182" y="559813"/>
            <a:ext cx="3988369" cy="2236864"/>
          </a:xfrm>
        </p:spPr>
        <p:txBody>
          <a:bodyPr>
            <a:normAutofit/>
          </a:bodyPr>
          <a:lstStyle/>
          <a:p>
            <a:r>
              <a:rPr lang="en-US" dirty="0"/>
              <a:t>Our Approach – Tool Validation</a:t>
            </a:r>
          </a:p>
        </p:txBody>
      </p:sp>
      <p:sp>
        <p:nvSpPr>
          <p:cNvPr id="3" name="Content Placeholder 2">
            <a:extLst>
              <a:ext uri="{FF2B5EF4-FFF2-40B4-BE49-F238E27FC236}">
                <a16:creationId xmlns:a16="http://schemas.microsoft.com/office/drawing/2014/main" id="{5A28665F-4F25-1CCC-D637-76CBCFBF9F5A}"/>
              </a:ext>
            </a:extLst>
          </p:cNvPr>
          <p:cNvSpPr>
            <a:spLocks noGrp="1"/>
          </p:cNvSpPr>
          <p:nvPr>
            <p:ph idx="1"/>
          </p:nvPr>
        </p:nvSpPr>
        <p:spPr>
          <a:xfrm>
            <a:off x="1185756" y="2955401"/>
            <a:ext cx="3988112" cy="3157686"/>
          </a:xfrm>
        </p:spPr>
        <p:txBody>
          <a:bodyPr>
            <a:normAutofit/>
          </a:bodyPr>
          <a:lstStyle/>
          <a:p>
            <a:r>
              <a:rPr lang="en-US" sz="1800" dirty="0"/>
              <a:t>TPS vs Chains</a:t>
            </a:r>
          </a:p>
          <a:p>
            <a:pPr lvl="1"/>
            <a:r>
              <a:rPr lang="en-US" sz="1800" dirty="0"/>
              <a:t>Our simulator reproduces realistic TPS levels and the correct relative ordering across 4, 6 and 9 shards of NEAR confirming that throughput is plausibly calibrated.</a:t>
            </a:r>
          </a:p>
        </p:txBody>
      </p:sp>
      <p:pic>
        <p:nvPicPr>
          <p:cNvPr id="5" name="Picture 4" descr="A graph of blue and orange bars&#10;&#10;AI-generated content may be incorrect.">
            <a:extLst>
              <a:ext uri="{FF2B5EF4-FFF2-40B4-BE49-F238E27FC236}">
                <a16:creationId xmlns:a16="http://schemas.microsoft.com/office/drawing/2014/main" id="{A8EF2841-4DF3-E95A-89CE-23BEB8F31296}"/>
              </a:ext>
            </a:extLst>
          </p:cNvPr>
          <p:cNvPicPr>
            <a:picLocks noChangeAspect="1"/>
          </p:cNvPicPr>
          <p:nvPr/>
        </p:nvPicPr>
        <p:blipFill>
          <a:blip r:embed="rId2"/>
          <a:stretch>
            <a:fillRect/>
          </a:stretch>
        </p:blipFill>
        <p:spPr>
          <a:xfrm>
            <a:off x="5602903" y="1598040"/>
            <a:ext cx="6387190" cy="3656665"/>
          </a:xfrm>
          <a:prstGeom prst="rect">
            <a:avLst/>
          </a:prstGeom>
        </p:spPr>
      </p:pic>
      <p:grpSp>
        <p:nvGrpSpPr>
          <p:cNvPr id="82" name="Bottom Right">
            <a:extLst>
              <a:ext uri="{FF2B5EF4-FFF2-40B4-BE49-F238E27FC236}">
                <a16:creationId xmlns:a16="http://schemas.microsoft.com/office/drawing/2014/main" id="{284021E3-6F46-410C-BF43-B2DED736558E}"/>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7980400" y="3276601"/>
            <a:ext cx="4211600" cy="3581399"/>
            <a:chOff x="7980400" y="3276601"/>
            <a:chExt cx="4211600" cy="3581399"/>
          </a:xfrm>
        </p:grpSpPr>
        <p:sp>
          <p:nvSpPr>
            <p:cNvPr id="83" name="Freeform: Shape 82">
              <a:extLst>
                <a:ext uri="{FF2B5EF4-FFF2-40B4-BE49-F238E27FC236}">
                  <a16:creationId xmlns:a16="http://schemas.microsoft.com/office/drawing/2014/main" id="{A48AF179-3265-4A10-A62C-92B7E186C387}"/>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10439256" y="6178637"/>
              <a:ext cx="1482102" cy="679363"/>
            </a:xfrm>
            <a:custGeom>
              <a:avLst/>
              <a:gdLst>
                <a:gd name="connsiteX0" fmla="*/ 741051 w 1482102"/>
                <a:gd name="connsiteY0" fmla="*/ 0 h 679363"/>
                <a:gd name="connsiteX1" fmla="*/ 1473822 w 1482102"/>
                <a:gd name="connsiteY1" fmla="*/ 597226 h 679363"/>
                <a:gd name="connsiteX2" fmla="*/ 1482102 w 1482102"/>
                <a:gd name="connsiteY2" fmla="*/ 679363 h 679363"/>
                <a:gd name="connsiteX3" fmla="*/ 0 w 1482102"/>
                <a:gd name="connsiteY3" fmla="*/ 679363 h 679363"/>
                <a:gd name="connsiteX4" fmla="*/ 8280 w 1482102"/>
                <a:gd name="connsiteY4" fmla="*/ 597226 h 679363"/>
                <a:gd name="connsiteX5" fmla="*/ 741051 w 1482102"/>
                <a:gd name="connsiteY5" fmla="*/ 0 h 67936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1482102" h="679363">
                  <a:moveTo>
                    <a:pt x="741051" y="0"/>
                  </a:moveTo>
                  <a:cubicBezTo>
                    <a:pt x="1102506" y="0"/>
                    <a:pt x="1404077" y="256390"/>
                    <a:pt x="1473822" y="597226"/>
                  </a:cubicBezTo>
                  <a:lnTo>
                    <a:pt x="1482102" y="679363"/>
                  </a:lnTo>
                  <a:lnTo>
                    <a:pt x="0" y="679363"/>
                  </a:lnTo>
                  <a:lnTo>
                    <a:pt x="8280" y="597226"/>
                  </a:lnTo>
                  <a:cubicBezTo>
                    <a:pt x="78025" y="256390"/>
                    <a:pt x="379596" y="0"/>
                    <a:pt x="741051" y="0"/>
                  </a:cubicBezTo>
                  <a:close/>
                </a:path>
              </a:pathLst>
            </a:cu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dirty="0">
                <a:solidFill>
                  <a:schemeClr val="tx1">
                    <a:lumMod val="65000"/>
                    <a:lumOff val="35000"/>
                  </a:schemeClr>
                </a:solidFill>
                <a:latin typeface="AvenirNext LT Pro Medium" panose="020B0504020202020204" pitchFamily="34" charset="0"/>
              </a:endParaRPr>
            </a:p>
          </p:txBody>
        </p:sp>
        <p:grpSp>
          <p:nvGrpSpPr>
            <p:cNvPr id="84" name="Graphic 157">
              <a:extLst>
                <a:ext uri="{FF2B5EF4-FFF2-40B4-BE49-F238E27FC236}">
                  <a16:creationId xmlns:a16="http://schemas.microsoft.com/office/drawing/2014/main" id="{30DF5C12-B34D-4E70-8FD0-D98069994E42}"/>
                </a:ext>
                <a:ext uri="{C183D7F6-B498-43B3-948B-1728B52AA6E4}">
                  <adec:decorative xmlns:adec="http://schemas.microsoft.com/office/drawing/2017/decorative" val="1"/>
                </a:ext>
              </a:extLst>
            </p:cNvPr>
            <p:cNvGrpSpPr/>
            <p:nvPr>
              <p:extLst>
                <p:ext uri="{386F3935-93C4-4BCD-93E2-E3B085C9AB24}">
                  <p16:designElem xmlns:p16="http://schemas.microsoft.com/office/powerpoint/2015/main" val="1"/>
                </p:ext>
              </p:extLst>
            </p:nvPr>
          </p:nvGrpSpPr>
          <p:grpSpPr>
            <a:xfrm>
              <a:off x="8662740" y="3276601"/>
              <a:ext cx="3529260" cy="3581398"/>
              <a:chOff x="4114800" y="1423987"/>
              <a:chExt cx="3961542" cy="4007547"/>
            </a:xfrm>
            <a:noFill/>
          </p:grpSpPr>
          <p:sp>
            <p:nvSpPr>
              <p:cNvPr id="86" name="Freeform: Shape 85">
                <a:extLst>
                  <a:ext uri="{FF2B5EF4-FFF2-40B4-BE49-F238E27FC236}">
                    <a16:creationId xmlns:a16="http://schemas.microsoft.com/office/drawing/2014/main" id="{9589785B-0300-4D1C-BEFB-DCA5AA04506F}"/>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4114800" y="1423987"/>
                <a:ext cx="3946874" cy="3989641"/>
              </a:xfrm>
              <a:custGeom>
                <a:avLst/>
                <a:gdLst>
                  <a:gd name="connsiteX0" fmla="*/ 0 w 3946874"/>
                  <a:gd name="connsiteY0" fmla="*/ 3989641 h 3989641"/>
                  <a:gd name="connsiteX1" fmla="*/ 79439 w 3946874"/>
                  <a:gd name="connsiteY1" fmla="*/ 3891153 h 3989641"/>
                  <a:gd name="connsiteX2" fmla="*/ 297371 w 3946874"/>
                  <a:gd name="connsiteY2" fmla="*/ 3626930 h 3989641"/>
                  <a:gd name="connsiteX3" fmla="*/ 454343 w 3946874"/>
                  <a:gd name="connsiteY3" fmla="*/ 3440335 h 3989641"/>
                  <a:gd name="connsiteX4" fmla="*/ 622363 w 3946874"/>
                  <a:gd name="connsiteY4" fmla="*/ 3290697 h 3989641"/>
                  <a:gd name="connsiteX5" fmla="*/ 927068 w 3946874"/>
                  <a:gd name="connsiteY5" fmla="*/ 3087434 h 3989641"/>
                  <a:gd name="connsiteX6" fmla="*/ 1176338 w 3946874"/>
                  <a:gd name="connsiteY6" fmla="*/ 2915603 h 3989641"/>
                  <a:gd name="connsiteX7" fmla="*/ 1394270 w 3946874"/>
                  <a:gd name="connsiteY7" fmla="*/ 2780729 h 3989641"/>
                  <a:gd name="connsiteX8" fmla="*/ 1601057 w 3946874"/>
                  <a:gd name="connsiteY8" fmla="*/ 2723483 h 3989641"/>
                  <a:gd name="connsiteX9" fmla="*/ 1756220 w 3946874"/>
                  <a:gd name="connsiteY9" fmla="*/ 2743772 h 3989641"/>
                  <a:gd name="connsiteX10" fmla="*/ 1889189 w 3946874"/>
                  <a:gd name="connsiteY10" fmla="*/ 2765965 h 3989641"/>
                  <a:gd name="connsiteX11" fmla="*/ 2007394 w 3946874"/>
                  <a:gd name="connsiteY11" fmla="*/ 2765965 h 3989641"/>
                  <a:gd name="connsiteX12" fmla="*/ 2184654 w 3946874"/>
                  <a:gd name="connsiteY12" fmla="*/ 2671763 h 3989641"/>
                  <a:gd name="connsiteX13" fmla="*/ 2372773 w 3946874"/>
                  <a:gd name="connsiteY13" fmla="*/ 2538984 h 3989641"/>
                  <a:gd name="connsiteX14" fmla="*/ 2439543 w 3946874"/>
                  <a:gd name="connsiteY14" fmla="*/ 2510504 h 3989641"/>
                  <a:gd name="connsiteX15" fmla="*/ 2650617 w 3946874"/>
                  <a:gd name="connsiteY15" fmla="*/ 2434781 h 3989641"/>
                  <a:gd name="connsiteX16" fmla="*/ 2785110 w 3946874"/>
                  <a:gd name="connsiteY16" fmla="*/ 2383060 h 3989641"/>
                  <a:gd name="connsiteX17" fmla="*/ 2897315 w 3946874"/>
                  <a:gd name="connsiteY17" fmla="*/ 2318861 h 3989641"/>
                  <a:gd name="connsiteX18" fmla="*/ 2997994 w 3946874"/>
                  <a:gd name="connsiteY18" fmla="*/ 2226183 h 3989641"/>
                  <a:gd name="connsiteX19" fmla="*/ 3061240 w 3946874"/>
                  <a:gd name="connsiteY19" fmla="*/ 2141506 h 3989641"/>
                  <a:gd name="connsiteX20" fmla="*/ 3152108 w 3946874"/>
                  <a:gd name="connsiteY20" fmla="*/ 2005203 h 3989641"/>
                  <a:gd name="connsiteX21" fmla="*/ 3274124 w 3946874"/>
                  <a:gd name="connsiteY21" fmla="*/ 1871567 h 3989641"/>
                  <a:gd name="connsiteX22" fmla="*/ 3388138 w 3946874"/>
                  <a:gd name="connsiteY22" fmla="*/ 1770888 h 3989641"/>
                  <a:gd name="connsiteX23" fmla="*/ 3466529 w 3946874"/>
                  <a:gd name="connsiteY23" fmla="*/ 1679162 h 3989641"/>
                  <a:gd name="connsiteX24" fmla="*/ 3538633 w 3946874"/>
                  <a:gd name="connsiteY24" fmla="*/ 1551718 h 3989641"/>
                  <a:gd name="connsiteX25" fmla="*/ 3588544 w 3946874"/>
                  <a:gd name="connsiteY25" fmla="*/ 1376172 h 3989641"/>
                  <a:gd name="connsiteX26" fmla="*/ 3597402 w 3946874"/>
                  <a:gd name="connsiteY26" fmla="*/ 1293305 h 3989641"/>
                  <a:gd name="connsiteX27" fmla="*/ 3721227 w 3946874"/>
                  <a:gd name="connsiteY27" fmla="*/ 880491 h 3989641"/>
                  <a:gd name="connsiteX28" fmla="*/ 3761137 w 3946874"/>
                  <a:gd name="connsiteY28" fmla="*/ 463677 h 3989641"/>
                  <a:gd name="connsiteX29" fmla="*/ 3946874 w 3946874"/>
                  <a:gd name="connsiteY29" fmla="*/ 0 h 398964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Lst>
                <a:rect l="l" t="t" r="r" b="b"/>
                <a:pathLst>
                  <a:path w="3946874" h="3989641">
                    <a:moveTo>
                      <a:pt x="0" y="3989641"/>
                    </a:moveTo>
                    <a:cubicBezTo>
                      <a:pt x="19050" y="3957257"/>
                      <a:pt x="50959" y="3916013"/>
                      <a:pt x="79439" y="3891153"/>
                    </a:cubicBezTo>
                    <a:cubicBezTo>
                      <a:pt x="165544" y="3815906"/>
                      <a:pt x="227933" y="3717989"/>
                      <a:pt x="297371" y="3626930"/>
                    </a:cubicBezTo>
                    <a:cubicBezTo>
                      <a:pt x="346615" y="3562255"/>
                      <a:pt x="398050" y="3499009"/>
                      <a:pt x="454343" y="3440335"/>
                    </a:cubicBezTo>
                    <a:cubicBezTo>
                      <a:pt x="506349" y="3386042"/>
                      <a:pt x="562642" y="3336227"/>
                      <a:pt x="622363" y="3290697"/>
                    </a:cubicBezTo>
                    <a:cubicBezTo>
                      <a:pt x="719519" y="3216688"/>
                      <a:pt x="824960" y="3154585"/>
                      <a:pt x="927068" y="3087434"/>
                    </a:cubicBezTo>
                    <a:cubicBezTo>
                      <a:pt x="1011365" y="3031998"/>
                      <a:pt x="1093565" y="2973324"/>
                      <a:pt x="1176338" y="2915603"/>
                    </a:cubicBezTo>
                    <a:cubicBezTo>
                      <a:pt x="1246537" y="2866644"/>
                      <a:pt x="1317308" y="2818066"/>
                      <a:pt x="1394270" y="2780729"/>
                    </a:cubicBezTo>
                    <a:cubicBezTo>
                      <a:pt x="1459421" y="2749106"/>
                      <a:pt x="1528763" y="2724436"/>
                      <a:pt x="1601057" y="2723483"/>
                    </a:cubicBezTo>
                    <a:cubicBezTo>
                      <a:pt x="1653350" y="2722721"/>
                      <a:pt x="1704785" y="2733485"/>
                      <a:pt x="1756220" y="2743772"/>
                    </a:cubicBezTo>
                    <a:cubicBezTo>
                      <a:pt x="1800320" y="2752630"/>
                      <a:pt x="1844612" y="2760250"/>
                      <a:pt x="1889189" y="2765965"/>
                    </a:cubicBezTo>
                    <a:cubicBezTo>
                      <a:pt x="1928622" y="2771013"/>
                      <a:pt x="1968437" y="2773299"/>
                      <a:pt x="2007394" y="2765965"/>
                    </a:cubicBezTo>
                    <a:cubicBezTo>
                      <a:pt x="2073878" y="2753487"/>
                      <a:pt x="2130647" y="2712911"/>
                      <a:pt x="2184654" y="2671763"/>
                    </a:cubicBezTo>
                    <a:cubicBezTo>
                      <a:pt x="2245900" y="2625090"/>
                      <a:pt x="2304002" y="2573465"/>
                      <a:pt x="2372773" y="2538984"/>
                    </a:cubicBezTo>
                    <a:cubicBezTo>
                      <a:pt x="2394395" y="2528126"/>
                      <a:pt x="2416874" y="2518982"/>
                      <a:pt x="2439543" y="2510504"/>
                    </a:cubicBezTo>
                    <a:cubicBezTo>
                      <a:pt x="2509552" y="2484215"/>
                      <a:pt x="2580037" y="2459450"/>
                      <a:pt x="2650617" y="2434781"/>
                    </a:cubicBezTo>
                    <a:cubicBezTo>
                      <a:pt x="2695956" y="2418874"/>
                      <a:pt x="2741295" y="2402872"/>
                      <a:pt x="2785110" y="2383060"/>
                    </a:cubicBezTo>
                    <a:cubicBezTo>
                      <a:pt x="2824448" y="2365248"/>
                      <a:pt x="2862358" y="2344198"/>
                      <a:pt x="2897315" y="2318861"/>
                    </a:cubicBezTo>
                    <a:cubicBezTo>
                      <a:pt x="2934367" y="2292096"/>
                      <a:pt x="2968085" y="2260854"/>
                      <a:pt x="2997994" y="2226183"/>
                    </a:cubicBezTo>
                    <a:cubicBezTo>
                      <a:pt x="3020949" y="2199513"/>
                      <a:pt x="3041714" y="2170938"/>
                      <a:pt x="3061240" y="2141506"/>
                    </a:cubicBezTo>
                    <a:cubicBezTo>
                      <a:pt x="3091529" y="2095976"/>
                      <a:pt x="3119533" y="2049018"/>
                      <a:pt x="3152108" y="2005203"/>
                    </a:cubicBezTo>
                    <a:cubicBezTo>
                      <a:pt x="3188113" y="1956626"/>
                      <a:pt x="3229261" y="1912144"/>
                      <a:pt x="3274124" y="1871567"/>
                    </a:cubicBezTo>
                    <a:cubicBezTo>
                      <a:pt x="3311747" y="1837563"/>
                      <a:pt x="3351848" y="1806321"/>
                      <a:pt x="3388138" y="1770888"/>
                    </a:cubicBezTo>
                    <a:cubicBezTo>
                      <a:pt x="3416999" y="1742694"/>
                      <a:pt x="3443002" y="1711833"/>
                      <a:pt x="3466529" y="1679162"/>
                    </a:cubicBezTo>
                    <a:cubicBezTo>
                      <a:pt x="3495008" y="1639348"/>
                      <a:pt x="3519392" y="1596771"/>
                      <a:pt x="3538633" y="1551718"/>
                    </a:cubicBezTo>
                    <a:cubicBezTo>
                      <a:pt x="3562731" y="1495616"/>
                      <a:pt x="3578924" y="1436465"/>
                      <a:pt x="3588544" y="1376172"/>
                    </a:cubicBezTo>
                    <a:cubicBezTo>
                      <a:pt x="3592925" y="1348740"/>
                      <a:pt x="3595688" y="1321022"/>
                      <a:pt x="3597402" y="1293305"/>
                    </a:cubicBezTo>
                    <a:cubicBezTo>
                      <a:pt x="3605974" y="1155859"/>
                      <a:pt x="3717703" y="1018127"/>
                      <a:pt x="3721227" y="880491"/>
                    </a:cubicBezTo>
                    <a:cubicBezTo>
                      <a:pt x="3724751" y="740855"/>
                      <a:pt x="3743135" y="602171"/>
                      <a:pt x="3761137" y="463677"/>
                    </a:cubicBezTo>
                    <a:cubicBezTo>
                      <a:pt x="3776186" y="347758"/>
                      <a:pt x="3934968" y="116205"/>
                      <a:pt x="3946874" y="0"/>
                    </a:cubicBezTo>
                  </a:path>
                </a:pathLst>
              </a:custGeom>
              <a:noFill/>
              <a:ln w="9525" cap="rnd">
                <a:solidFill>
                  <a:schemeClr val="accent2">
                    <a:alpha val="35000"/>
                  </a:schemeClr>
                </a:solidFill>
                <a:prstDash val="lgDash"/>
                <a:round/>
              </a:ln>
            </p:spPr>
            <p:txBody>
              <a:bodyPr rtlCol="0" anchor="ctr"/>
              <a:lstStyle/>
              <a:p>
                <a:endParaRPr lang="en-US"/>
              </a:p>
            </p:txBody>
          </p:sp>
          <p:sp>
            <p:nvSpPr>
              <p:cNvPr id="87" name="Freeform: Shape 86">
                <a:extLst>
                  <a:ext uri="{FF2B5EF4-FFF2-40B4-BE49-F238E27FC236}">
                    <a16:creationId xmlns:a16="http://schemas.microsoft.com/office/drawing/2014/main" id="{7F41DF3E-3189-428F-B4FE-AACA351306B0}"/>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4395978" y="2441733"/>
                <a:ext cx="3665410" cy="2985611"/>
              </a:xfrm>
              <a:custGeom>
                <a:avLst/>
                <a:gdLst>
                  <a:gd name="connsiteX0" fmla="*/ 0 w 3665410"/>
                  <a:gd name="connsiteY0" fmla="*/ 2985611 h 2985611"/>
                  <a:gd name="connsiteX1" fmla="*/ 166211 w 3665410"/>
                  <a:gd name="connsiteY1" fmla="*/ 2699766 h 2985611"/>
                  <a:gd name="connsiteX2" fmla="*/ 397002 w 3665410"/>
                  <a:gd name="connsiteY2" fmla="*/ 2414969 h 2985611"/>
                  <a:gd name="connsiteX3" fmla="*/ 620173 w 3665410"/>
                  <a:gd name="connsiteY3" fmla="*/ 2237899 h 2985611"/>
                  <a:gd name="connsiteX4" fmla="*/ 823341 w 3665410"/>
                  <a:gd name="connsiteY4" fmla="*/ 2085499 h 2985611"/>
                  <a:gd name="connsiteX5" fmla="*/ 1089565 w 3665410"/>
                  <a:gd name="connsiteY5" fmla="*/ 1911477 h 2985611"/>
                  <a:gd name="connsiteX6" fmla="*/ 1145000 w 3665410"/>
                  <a:gd name="connsiteY6" fmla="*/ 1886807 h 2985611"/>
                  <a:gd name="connsiteX7" fmla="*/ 1375791 w 3665410"/>
                  <a:gd name="connsiteY7" fmla="*/ 1842135 h 2985611"/>
                  <a:gd name="connsiteX8" fmla="*/ 1486567 w 3665410"/>
                  <a:gd name="connsiteY8" fmla="*/ 1857566 h 2985611"/>
                  <a:gd name="connsiteX9" fmla="*/ 1568101 w 3665410"/>
                  <a:gd name="connsiteY9" fmla="*/ 1871377 h 2985611"/>
                  <a:gd name="connsiteX10" fmla="*/ 1810607 w 3665410"/>
                  <a:gd name="connsiteY10" fmla="*/ 1871377 h 2985611"/>
                  <a:gd name="connsiteX11" fmla="*/ 1997964 w 3665410"/>
                  <a:gd name="connsiteY11" fmla="*/ 1790605 h 2985611"/>
                  <a:gd name="connsiteX12" fmla="*/ 2109883 w 3665410"/>
                  <a:gd name="connsiteY12" fmla="*/ 1702784 h 2985611"/>
                  <a:gd name="connsiteX13" fmla="*/ 2321433 w 3665410"/>
                  <a:gd name="connsiteY13" fmla="*/ 1552384 h 2985611"/>
                  <a:gd name="connsiteX14" fmla="*/ 2558891 w 3665410"/>
                  <a:gd name="connsiteY14" fmla="*/ 1453420 h 2985611"/>
                  <a:gd name="connsiteX15" fmla="*/ 2709767 w 3665410"/>
                  <a:gd name="connsiteY15" fmla="*/ 1377887 h 2985611"/>
                  <a:gd name="connsiteX16" fmla="*/ 2885408 w 3665410"/>
                  <a:gd name="connsiteY16" fmla="*/ 1237393 h 2985611"/>
                  <a:gd name="connsiteX17" fmla="*/ 3017711 w 3665410"/>
                  <a:gd name="connsiteY17" fmla="*/ 1072229 h 2985611"/>
                  <a:gd name="connsiteX18" fmla="*/ 3150680 w 3665410"/>
                  <a:gd name="connsiteY18" fmla="*/ 921830 h 2985611"/>
                  <a:gd name="connsiteX19" fmla="*/ 3255169 w 3665410"/>
                  <a:gd name="connsiteY19" fmla="*/ 801815 h 2985611"/>
                  <a:gd name="connsiteX20" fmla="*/ 3339275 w 3665410"/>
                  <a:gd name="connsiteY20" fmla="*/ 694182 h 2985611"/>
                  <a:gd name="connsiteX21" fmla="*/ 3409188 w 3665410"/>
                  <a:gd name="connsiteY21" fmla="*/ 546926 h 2985611"/>
                  <a:gd name="connsiteX22" fmla="*/ 3464243 w 3665410"/>
                  <a:gd name="connsiteY22" fmla="*/ 347663 h 2985611"/>
                  <a:gd name="connsiteX23" fmla="*/ 3665411 w 3665410"/>
                  <a:gd name="connsiteY23" fmla="*/ 0 h 298561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Lst>
                <a:rect l="l" t="t" r="r" b="b"/>
                <a:pathLst>
                  <a:path w="3665410" h="2985611">
                    <a:moveTo>
                      <a:pt x="0" y="2985611"/>
                    </a:moveTo>
                    <a:cubicBezTo>
                      <a:pt x="0" y="2985611"/>
                      <a:pt x="86773" y="2802827"/>
                      <a:pt x="166211" y="2699766"/>
                    </a:cubicBezTo>
                    <a:cubicBezTo>
                      <a:pt x="240983" y="2602706"/>
                      <a:pt x="309182" y="2500122"/>
                      <a:pt x="397002" y="2414969"/>
                    </a:cubicBezTo>
                    <a:cubicBezTo>
                      <a:pt x="465296" y="2348865"/>
                      <a:pt x="543592" y="2294477"/>
                      <a:pt x="620173" y="2237899"/>
                    </a:cubicBezTo>
                    <a:cubicBezTo>
                      <a:pt x="688277" y="2187607"/>
                      <a:pt x="755333" y="2135886"/>
                      <a:pt x="823341" y="2085499"/>
                    </a:cubicBezTo>
                    <a:cubicBezTo>
                      <a:pt x="908685" y="2022253"/>
                      <a:pt x="994791" y="1959197"/>
                      <a:pt x="1089565" y="1911477"/>
                    </a:cubicBezTo>
                    <a:cubicBezTo>
                      <a:pt x="1107662" y="1902428"/>
                      <a:pt x="1126141" y="1894141"/>
                      <a:pt x="1145000" y="1886807"/>
                    </a:cubicBezTo>
                    <a:cubicBezTo>
                      <a:pt x="1218819" y="1858232"/>
                      <a:pt x="1296924" y="1838611"/>
                      <a:pt x="1375791" y="1842135"/>
                    </a:cubicBezTo>
                    <a:cubicBezTo>
                      <a:pt x="1413129" y="1843754"/>
                      <a:pt x="1449896" y="1850422"/>
                      <a:pt x="1486567" y="1857566"/>
                    </a:cubicBezTo>
                    <a:cubicBezTo>
                      <a:pt x="1513618" y="1862804"/>
                      <a:pt x="1540859" y="1867376"/>
                      <a:pt x="1568101" y="1871377"/>
                    </a:cubicBezTo>
                    <a:cubicBezTo>
                      <a:pt x="1648778" y="1883188"/>
                      <a:pt x="1730978" y="1887665"/>
                      <a:pt x="1810607" y="1871377"/>
                    </a:cubicBezTo>
                    <a:cubicBezTo>
                      <a:pt x="1877854" y="1857661"/>
                      <a:pt x="1941100" y="1829086"/>
                      <a:pt x="1997964" y="1790605"/>
                    </a:cubicBezTo>
                    <a:cubicBezTo>
                      <a:pt x="2037302" y="1764030"/>
                      <a:pt x="2073497" y="1733264"/>
                      <a:pt x="2109883" y="1702784"/>
                    </a:cubicBezTo>
                    <a:cubicBezTo>
                      <a:pt x="2176367" y="1647063"/>
                      <a:pt x="2244852" y="1593151"/>
                      <a:pt x="2321433" y="1552384"/>
                    </a:cubicBezTo>
                    <a:cubicBezTo>
                      <a:pt x="2397157" y="1512094"/>
                      <a:pt x="2479548" y="1486281"/>
                      <a:pt x="2558891" y="1453420"/>
                    </a:cubicBezTo>
                    <a:cubicBezTo>
                      <a:pt x="2610898" y="1431798"/>
                      <a:pt x="2661571" y="1407033"/>
                      <a:pt x="2709767" y="1377887"/>
                    </a:cubicBezTo>
                    <a:cubicBezTo>
                      <a:pt x="2774252" y="1338929"/>
                      <a:pt x="2834069" y="1292447"/>
                      <a:pt x="2885408" y="1237393"/>
                    </a:cubicBezTo>
                    <a:cubicBezTo>
                      <a:pt x="2933605" y="1185767"/>
                      <a:pt x="2973324" y="1127093"/>
                      <a:pt x="3017711" y="1072229"/>
                    </a:cubicBezTo>
                    <a:cubicBezTo>
                      <a:pt x="3059811" y="1020223"/>
                      <a:pt x="3105912" y="971645"/>
                      <a:pt x="3150680" y="921830"/>
                    </a:cubicBezTo>
                    <a:cubicBezTo>
                      <a:pt x="3186113" y="882396"/>
                      <a:pt x="3220593" y="842010"/>
                      <a:pt x="3255169" y="801815"/>
                    </a:cubicBezTo>
                    <a:cubicBezTo>
                      <a:pt x="3284887" y="767239"/>
                      <a:pt x="3314605" y="732473"/>
                      <a:pt x="3339275" y="694182"/>
                    </a:cubicBezTo>
                    <a:cubicBezTo>
                      <a:pt x="3368707" y="648367"/>
                      <a:pt x="3390138" y="597980"/>
                      <a:pt x="3409188" y="546926"/>
                    </a:cubicBezTo>
                    <a:cubicBezTo>
                      <a:pt x="3433382" y="482156"/>
                      <a:pt x="3453384" y="415861"/>
                      <a:pt x="3464243" y="347663"/>
                    </a:cubicBezTo>
                    <a:cubicBezTo>
                      <a:pt x="3476244" y="272224"/>
                      <a:pt x="3661696" y="76295"/>
                      <a:pt x="3665411" y="0"/>
                    </a:cubicBezTo>
                  </a:path>
                </a:pathLst>
              </a:custGeom>
              <a:noFill/>
              <a:ln w="9525" cap="rnd">
                <a:solidFill>
                  <a:schemeClr val="accent2">
                    <a:alpha val="35000"/>
                  </a:schemeClr>
                </a:solidFill>
                <a:prstDash val="lgDash"/>
                <a:round/>
              </a:ln>
            </p:spPr>
            <p:txBody>
              <a:bodyPr rtlCol="0" anchor="ctr"/>
              <a:lstStyle/>
              <a:p>
                <a:endParaRPr lang="en-US"/>
              </a:p>
            </p:txBody>
          </p:sp>
          <p:sp>
            <p:nvSpPr>
              <p:cNvPr id="88" name="Freeform: Shape 87">
                <a:extLst>
                  <a:ext uri="{FF2B5EF4-FFF2-40B4-BE49-F238E27FC236}">
                    <a16:creationId xmlns:a16="http://schemas.microsoft.com/office/drawing/2014/main" id="{7C51D846-61EF-4EB5-BE03-65A572A2EABD}"/>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7790402" y="5229700"/>
                <a:ext cx="285940" cy="199072"/>
              </a:xfrm>
              <a:custGeom>
                <a:avLst/>
                <a:gdLst>
                  <a:gd name="connsiteX0" fmla="*/ 0 w 285940"/>
                  <a:gd name="connsiteY0" fmla="*/ 199073 h 199072"/>
                  <a:gd name="connsiteX1" fmla="*/ 285940 w 285940"/>
                  <a:gd name="connsiteY1" fmla="*/ 0 h 199072"/>
                </a:gdLst>
                <a:ahLst/>
                <a:cxnLst>
                  <a:cxn ang="0">
                    <a:pos x="connsiteX0" y="connsiteY0"/>
                  </a:cxn>
                  <a:cxn ang="0">
                    <a:pos x="connsiteX1" y="connsiteY1"/>
                  </a:cxn>
                </a:cxnLst>
                <a:rect l="l" t="t" r="r" b="b"/>
                <a:pathLst>
                  <a:path w="285940" h="199072">
                    <a:moveTo>
                      <a:pt x="0" y="199073"/>
                    </a:moveTo>
                    <a:cubicBezTo>
                      <a:pt x="0" y="199073"/>
                      <a:pt x="242125" y="39243"/>
                      <a:pt x="285940" y="0"/>
                    </a:cubicBezTo>
                  </a:path>
                </a:pathLst>
              </a:custGeom>
              <a:noFill/>
              <a:ln w="9525" cap="rnd">
                <a:solidFill>
                  <a:schemeClr val="accent2">
                    <a:alpha val="35000"/>
                  </a:schemeClr>
                </a:solidFill>
                <a:prstDash val="lgDash"/>
                <a:round/>
              </a:ln>
            </p:spPr>
            <p:txBody>
              <a:bodyPr rtlCol="0" anchor="ctr"/>
              <a:lstStyle/>
              <a:p>
                <a:endParaRPr lang="en-US"/>
              </a:p>
            </p:txBody>
          </p:sp>
          <p:sp>
            <p:nvSpPr>
              <p:cNvPr id="89" name="Freeform: Shape 88">
                <a:extLst>
                  <a:ext uri="{FF2B5EF4-FFF2-40B4-BE49-F238E27FC236}">
                    <a16:creationId xmlns:a16="http://schemas.microsoft.com/office/drawing/2014/main" id="{C5417C86-AA6B-4AD4-BD75-694E8E073E36}"/>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7393114" y="5049773"/>
                <a:ext cx="655796" cy="381190"/>
              </a:xfrm>
              <a:custGeom>
                <a:avLst/>
                <a:gdLst>
                  <a:gd name="connsiteX0" fmla="*/ 0 w 655796"/>
                  <a:gd name="connsiteY0" fmla="*/ 381190 h 381190"/>
                  <a:gd name="connsiteX1" fmla="*/ 655796 w 655796"/>
                  <a:gd name="connsiteY1" fmla="*/ 0 h 381190"/>
                </a:gdLst>
                <a:ahLst/>
                <a:cxnLst>
                  <a:cxn ang="0">
                    <a:pos x="connsiteX0" y="connsiteY0"/>
                  </a:cxn>
                  <a:cxn ang="0">
                    <a:pos x="connsiteX1" y="connsiteY1"/>
                  </a:cxn>
                </a:cxnLst>
                <a:rect l="l" t="t" r="r" b="b"/>
                <a:pathLst>
                  <a:path w="655796" h="381190">
                    <a:moveTo>
                      <a:pt x="0" y="381190"/>
                    </a:moveTo>
                    <a:cubicBezTo>
                      <a:pt x="0" y="381190"/>
                      <a:pt x="461105" y="172117"/>
                      <a:pt x="655796" y="0"/>
                    </a:cubicBezTo>
                  </a:path>
                </a:pathLst>
              </a:custGeom>
              <a:noFill/>
              <a:ln w="9525" cap="rnd">
                <a:solidFill>
                  <a:schemeClr val="accent2">
                    <a:alpha val="35000"/>
                  </a:schemeClr>
                </a:solidFill>
                <a:prstDash val="lgDash"/>
                <a:round/>
              </a:ln>
            </p:spPr>
            <p:txBody>
              <a:bodyPr rtlCol="0" anchor="ctr"/>
              <a:lstStyle/>
              <a:p>
                <a:endParaRPr lang="en-US"/>
              </a:p>
            </p:txBody>
          </p:sp>
          <p:sp>
            <p:nvSpPr>
              <p:cNvPr id="90" name="Freeform: Shape 89">
                <a:extLst>
                  <a:ext uri="{FF2B5EF4-FFF2-40B4-BE49-F238E27FC236}">
                    <a16:creationId xmlns:a16="http://schemas.microsoft.com/office/drawing/2014/main" id="{51D5067E-85F6-4202-AFB5-41F9C9EA74B1}"/>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154072" y="3867816"/>
                <a:ext cx="2907315" cy="1544764"/>
              </a:xfrm>
              <a:custGeom>
                <a:avLst/>
                <a:gdLst>
                  <a:gd name="connsiteX0" fmla="*/ 0 w 2907315"/>
                  <a:gd name="connsiteY0" fmla="*/ 1544764 h 1544764"/>
                  <a:gd name="connsiteX1" fmla="*/ 201644 w 2907315"/>
                  <a:gd name="connsiteY1" fmla="*/ 1352550 h 1544764"/>
                  <a:gd name="connsiteX2" fmla="*/ 423196 w 2907315"/>
                  <a:gd name="connsiteY2" fmla="*/ 1196054 h 1544764"/>
                  <a:gd name="connsiteX3" fmla="*/ 782193 w 2907315"/>
                  <a:gd name="connsiteY3" fmla="*/ 1099947 h 1544764"/>
                  <a:gd name="connsiteX4" fmla="*/ 1052513 w 2907315"/>
                  <a:gd name="connsiteY4" fmla="*/ 1042321 h 1544764"/>
                  <a:gd name="connsiteX5" fmla="*/ 1311783 w 2907315"/>
                  <a:gd name="connsiteY5" fmla="*/ 1056037 h 1544764"/>
                  <a:gd name="connsiteX6" fmla="*/ 1484662 w 2907315"/>
                  <a:gd name="connsiteY6" fmla="*/ 1083469 h 1544764"/>
                  <a:gd name="connsiteX7" fmla="*/ 1788224 w 2907315"/>
                  <a:gd name="connsiteY7" fmla="*/ 1023080 h 1544764"/>
                  <a:gd name="connsiteX8" fmla="*/ 2269045 w 2907315"/>
                  <a:gd name="connsiteY8" fmla="*/ 734758 h 1544764"/>
                  <a:gd name="connsiteX9" fmla="*/ 2534984 w 2907315"/>
                  <a:gd name="connsiteY9" fmla="*/ 572738 h 1544764"/>
                  <a:gd name="connsiteX10" fmla="*/ 2907316 w 2907315"/>
                  <a:gd name="connsiteY10" fmla="*/ 0 h 154476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2907315" h="1544764">
                    <a:moveTo>
                      <a:pt x="0" y="1544764"/>
                    </a:moveTo>
                    <a:cubicBezTo>
                      <a:pt x="0" y="1544764"/>
                      <a:pt x="98012" y="1443990"/>
                      <a:pt x="201644" y="1352550"/>
                    </a:cubicBezTo>
                    <a:cubicBezTo>
                      <a:pt x="271272" y="1291209"/>
                      <a:pt x="343662" y="1234249"/>
                      <a:pt x="423196" y="1196054"/>
                    </a:cubicBezTo>
                    <a:cubicBezTo>
                      <a:pt x="537591" y="1141095"/>
                      <a:pt x="661226" y="1127189"/>
                      <a:pt x="782193" y="1099947"/>
                    </a:cubicBezTo>
                    <a:cubicBezTo>
                      <a:pt x="872300" y="1079659"/>
                      <a:pt x="961358" y="1051370"/>
                      <a:pt x="1052513" y="1042321"/>
                    </a:cubicBezTo>
                    <a:cubicBezTo>
                      <a:pt x="1139000" y="1033653"/>
                      <a:pt x="1225868" y="1040321"/>
                      <a:pt x="1311783" y="1056037"/>
                    </a:cubicBezTo>
                    <a:cubicBezTo>
                      <a:pt x="1369314" y="1066609"/>
                      <a:pt x="1426559" y="1079373"/>
                      <a:pt x="1484662" y="1083469"/>
                    </a:cubicBezTo>
                    <a:cubicBezTo>
                      <a:pt x="1587913" y="1090803"/>
                      <a:pt x="1690402" y="1064800"/>
                      <a:pt x="1788224" y="1023080"/>
                    </a:cubicBezTo>
                    <a:cubicBezTo>
                      <a:pt x="1956721" y="951262"/>
                      <a:pt x="2106549" y="825722"/>
                      <a:pt x="2269045" y="734758"/>
                    </a:cubicBezTo>
                    <a:cubicBezTo>
                      <a:pt x="2359438" y="684181"/>
                      <a:pt x="2452497" y="640556"/>
                      <a:pt x="2534984" y="572738"/>
                    </a:cubicBezTo>
                    <a:cubicBezTo>
                      <a:pt x="2673001" y="459391"/>
                      <a:pt x="2847023" y="191453"/>
                      <a:pt x="2907316" y="0"/>
                    </a:cubicBezTo>
                  </a:path>
                </a:pathLst>
              </a:custGeom>
              <a:noFill/>
              <a:ln w="9525" cap="rnd">
                <a:solidFill>
                  <a:schemeClr val="accent2">
                    <a:alpha val="35000"/>
                  </a:schemeClr>
                </a:solidFill>
                <a:prstDash val="lgDash"/>
                <a:round/>
              </a:ln>
            </p:spPr>
            <p:txBody>
              <a:bodyPr rtlCol="0" anchor="ctr"/>
              <a:lstStyle/>
              <a:p>
                <a:endParaRPr lang="en-US"/>
              </a:p>
            </p:txBody>
          </p:sp>
          <p:sp>
            <p:nvSpPr>
              <p:cNvPr id="91" name="Freeform: Shape 90">
                <a:extLst>
                  <a:ext uri="{FF2B5EF4-FFF2-40B4-BE49-F238E27FC236}">
                    <a16:creationId xmlns:a16="http://schemas.microsoft.com/office/drawing/2014/main" id="{A9598395-257E-4B18-949B-50F109866B75}"/>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4907946" y="3479100"/>
                <a:ext cx="3168300" cy="1952434"/>
              </a:xfrm>
              <a:custGeom>
                <a:avLst/>
                <a:gdLst>
                  <a:gd name="connsiteX0" fmla="*/ 0 w 3168300"/>
                  <a:gd name="connsiteY0" fmla="*/ 1952435 h 1952434"/>
                  <a:gd name="connsiteX1" fmla="*/ 202121 w 3168300"/>
                  <a:gd name="connsiteY1" fmla="*/ 1687068 h 1952434"/>
                  <a:gd name="connsiteX2" fmla="*/ 545116 w 3168300"/>
                  <a:gd name="connsiteY2" fmla="*/ 1450277 h 1952434"/>
                  <a:gd name="connsiteX3" fmla="*/ 906780 w 3168300"/>
                  <a:gd name="connsiteY3" fmla="*/ 1354455 h 1952434"/>
                  <a:gd name="connsiteX4" fmla="*/ 1332262 w 3168300"/>
                  <a:gd name="connsiteY4" fmla="*/ 1285304 h 1952434"/>
                  <a:gd name="connsiteX5" fmla="*/ 1691259 w 3168300"/>
                  <a:gd name="connsiteY5" fmla="*/ 1240060 h 1952434"/>
                  <a:gd name="connsiteX6" fmla="*/ 2010346 w 3168300"/>
                  <a:gd name="connsiteY6" fmla="*/ 1141667 h 1952434"/>
                  <a:gd name="connsiteX7" fmla="*/ 2393252 w 3168300"/>
                  <a:gd name="connsiteY7" fmla="*/ 1027271 h 1952434"/>
                  <a:gd name="connsiteX8" fmla="*/ 2582037 w 3168300"/>
                  <a:gd name="connsiteY8" fmla="*/ 958120 h 1952434"/>
                  <a:gd name="connsiteX9" fmla="*/ 2760155 w 3168300"/>
                  <a:gd name="connsiteY9" fmla="*/ 827723 h 1952434"/>
                  <a:gd name="connsiteX10" fmla="*/ 2914364 w 3168300"/>
                  <a:gd name="connsiteY10" fmla="*/ 567023 h 1952434"/>
                  <a:gd name="connsiteX11" fmla="*/ 3168301 w 3168300"/>
                  <a:gd name="connsiteY11" fmla="*/ 0 h 195243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3168300" h="1952434">
                    <a:moveTo>
                      <a:pt x="0" y="1952435"/>
                    </a:moveTo>
                    <a:cubicBezTo>
                      <a:pt x="0" y="1952435"/>
                      <a:pt x="91059" y="1796415"/>
                      <a:pt x="202121" y="1687068"/>
                    </a:cubicBezTo>
                    <a:cubicBezTo>
                      <a:pt x="301943" y="1588675"/>
                      <a:pt x="416528" y="1505617"/>
                      <a:pt x="545116" y="1450277"/>
                    </a:cubicBezTo>
                    <a:cubicBezTo>
                      <a:pt x="659987" y="1400747"/>
                      <a:pt x="783622" y="1377601"/>
                      <a:pt x="906780" y="1354455"/>
                    </a:cubicBezTo>
                    <a:cubicBezTo>
                      <a:pt x="1048036" y="1327976"/>
                      <a:pt x="1189482" y="1301972"/>
                      <a:pt x="1332262" y="1285304"/>
                    </a:cubicBezTo>
                    <a:cubicBezTo>
                      <a:pt x="1452182" y="1271302"/>
                      <a:pt x="1573340" y="1265873"/>
                      <a:pt x="1691259" y="1240060"/>
                    </a:cubicBezTo>
                    <a:cubicBezTo>
                      <a:pt x="1800035" y="1216247"/>
                      <a:pt x="1904619" y="1176718"/>
                      <a:pt x="2010346" y="1141667"/>
                    </a:cubicBezTo>
                    <a:cubicBezTo>
                      <a:pt x="2136743" y="1099661"/>
                      <a:pt x="2265902" y="1066229"/>
                      <a:pt x="2393252" y="1027271"/>
                    </a:cubicBezTo>
                    <a:cubicBezTo>
                      <a:pt x="2457450" y="1007650"/>
                      <a:pt x="2521744" y="987552"/>
                      <a:pt x="2582037" y="958120"/>
                    </a:cubicBezTo>
                    <a:cubicBezTo>
                      <a:pt x="2648807" y="925449"/>
                      <a:pt x="2710815" y="883349"/>
                      <a:pt x="2760155" y="827723"/>
                    </a:cubicBezTo>
                    <a:cubicBezTo>
                      <a:pt x="2827496" y="751904"/>
                      <a:pt x="2867978" y="657511"/>
                      <a:pt x="2914364" y="567023"/>
                    </a:cubicBezTo>
                    <a:cubicBezTo>
                      <a:pt x="2972753" y="453200"/>
                      <a:pt x="3119152" y="118015"/>
                      <a:pt x="3168301" y="0"/>
                    </a:cubicBezTo>
                  </a:path>
                </a:pathLst>
              </a:custGeom>
              <a:noFill/>
              <a:ln w="9525" cap="rnd">
                <a:solidFill>
                  <a:schemeClr val="accent2">
                    <a:alpha val="35000"/>
                  </a:schemeClr>
                </a:solidFill>
                <a:prstDash val="lgDash"/>
                <a:round/>
              </a:ln>
            </p:spPr>
            <p:txBody>
              <a:bodyPr rtlCol="0" anchor="ctr"/>
              <a:lstStyle/>
              <a:p>
                <a:endParaRPr lang="en-US"/>
              </a:p>
            </p:txBody>
          </p:sp>
          <p:sp>
            <p:nvSpPr>
              <p:cNvPr id="92" name="Freeform: Shape 91">
                <a:extLst>
                  <a:ext uri="{FF2B5EF4-FFF2-40B4-BE49-F238E27FC236}">
                    <a16:creationId xmlns:a16="http://schemas.microsoft.com/office/drawing/2014/main" id="{39DDA522-37EB-48B3-9B62-748F75D36835}"/>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4704778" y="2976752"/>
                <a:ext cx="3356800" cy="2452020"/>
              </a:xfrm>
              <a:custGeom>
                <a:avLst/>
                <a:gdLst>
                  <a:gd name="connsiteX0" fmla="*/ 0 w 3356800"/>
                  <a:gd name="connsiteY0" fmla="*/ 2452021 h 2452020"/>
                  <a:gd name="connsiteX1" fmla="*/ 130874 w 3356800"/>
                  <a:gd name="connsiteY1" fmla="*/ 2247710 h 2452020"/>
                  <a:gd name="connsiteX2" fmla="*/ 437197 w 3356800"/>
                  <a:gd name="connsiteY2" fmla="*/ 1941195 h 2452020"/>
                  <a:gd name="connsiteX3" fmla="*/ 737140 w 3356800"/>
                  <a:gd name="connsiteY3" fmla="*/ 1736884 h 2452020"/>
                  <a:gd name="connsiteX4" fmla="*/ 1031843 w 3356800"/>
                  <a:gd name="connsiteY4" fmla="*/ 1685068 h 2452020"/>
                  <a:gd name="connsiteX5" fmla="*/ 1287304 w 3356800"/>
                  <a:gd name="connsiteY5" fmla="*/ 1655826 h 2452020"/>
                  <a:gd name="connsiteX6" fmla="*/ 1471994 w 3356800"/>
                  <a:gd name="connsiteY6" fmla="*/ 1634300 h 2452020"/>
                  <a:gd name="connsiteX7" fmla="*/ 1898237 w 3356800"/>
                  <a:gd name="connsiteY7" fmla="*/ 1512665 h 2452020"/>
                  <a:gd name="connsiteX8" fmla="*/ 2229136 w 3356800"/>
                  <a:gd name="connsiteY8" fmla="*/ 1355598 h 2452020"/>
                  <a:gd name="connsiteX9" fmla="*/ 2512314 w 3356800"/>
                  <a:gd name="connsiteY9" fmla="*/ 1238631 h 2452020"/>
                  <a:gd name="connsiteX10" fmla="*/ 2758535 w 3356800"/>
                  <a:gd name="connsiteY10" fmla="*/ 1096994 h 2452020"/>
                  <a:gd name="connsiteX11" fmla="*/ 2935510 w 3356800"/>
                  <a:gd name="connsiteY11" fmla="*/ 919925 h 2452020"/>
                  <a:gd name="connsiteX12" fmla="*/ 3081719 w 3356800"/>
                  <a:gd name="connsiteY12" fmla="*/ 687419 h 2452020"/>
                  <a:gd name="connsiteX13" fmla="*/ 3356800 w 3356800"/>
                  <a:gd name="connsiteY13" fmla="*/ 0 h 245202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Lst>
                <a:rect l="l" t="t" r="r" b="b"/>
                <a:pathLst>
                  <a:path w="3356800" h="2452020">
                    <a:moveTo>
                      <a:pt x="0" y="2452021"/>
                    </a:moveTo>
                    <a:cubicBezTo>
                      <a:pt x="0" y="2452021"/>
                      <a:pt x="57150" y="2344198"/>
                      <a:pt x="130874" y="2247710"/>
                    </a:cubicBezTo>
                    <a:cubicBezTo>
                      <a:pt x="218694" y="2132648"/>
                      <a:pt x="328136" y="2036635"/>
                      <a:pt x="437197" y="1941195"/>
                    </a:cubicBezTo>
                    <a:cubicBezTo>
                      <a:pt x="529304" y="1860709"/>
                      <a:pt x="623030" y="1779556"/>
                      <a:pt x="737140" y="1736884"/>
                    </a:cubicBezTo>
                    <a:cubicBezTo>
                      <a:pt x="830866" y="1701736"/>
                      <a:pt x="932021" y="1695450"/>
                      <a:pt x="1031843" y="1685068"/>
                    </a:cubicBezTo>
                    <a:cubicBezTo>
                      <a:pt x="1117092" y="1676210"/>
                      <a:pt x="1202055" y="1665160"/>
                      <a:pt x="1287304" y="1655826"/>
                    </a:cubicBezTo>
                    <a:cubicBezTo>
                      <a:pt x="1348931" y="1649063"/>
                      <a:pt x="1410653" y="1643539"/>
                      <a:pt x="1471994" y="1634300"/>
                    </a:cubicBezTo>
                    <a:cubicBezTo>
                      <a:pt x="1618679" y="1612011"/>
                      <a:pt x="1761935" y="1571149"/>
                      <a:pt x="1898237" y="1512665"/>
                    </a:cubicBezTo>
                    <a:cubicBezTo>
                      <a:pt x="2010442" y="1464564"/>
                      <a:pt x="2117503" y="1405128"/>
                      <a:pt x="2229136" y="1355598"/>
                    </a:cubicBezTo>
                    <a:cubicBezTo>
                      <a:pt x="2322481" y="1314164"/>
                      <a:pt x="2418969" y="1280160"/>
                      <a:pt x="2512314" y="1238631"/>
                    </a:cubicBezTo>
                    <a:cubicBezTo>
                      <a:pt x="2599087" y="1199960"/>
                      <a:pt x="2683193" y="1154811"/>
                      <a:pt x="2758535" y="1096994"/>
                    </a:cubicBezTo>
                    <a:cubicBezTo>
                      <a:pt x="2825020" y="1046035"/>
                      <a:pt x="2883789" y="985837"/>
                      <a:pt x="2935510" y="919925"/>
                    </a:cubicBezTo>
                    <a:cubicBezTo>
                      <a:pt x="2992184" y="847725"/>
                      <a:pt x="3039904" y="769144"/>
                      <a:pt x="3081719" y="687419"/>
                    </a:cubicBezTo>
                    <a:cubicBezTo>
                      <a:pt x="3138297" y="576739"/>
                      <a:pt x="3314129" y="116776"/>
                      <a:pt x="3356800" y="0"/>
                    </a:cubicBezTo>
                  </a:path>
                </a:pathLst>
              </a:custGeom>
              <a:noFill/>
              <a:ln w="9525" cap="rnd">
                <a:solidFill>
                  <a:schemeClr val="accent2">
                    <a:alpha val="35000"/>
                  </a:schemeClr>
                </a:solidFill>
                <a:prstDash val="lgDash"/>
                <a:round/>
              </a:ln>
            </p:spPr>
            <p:txBody>
              <a:bodyPr rtlCol="0" anchor="ctr"/>
              <a:lstStyle/>
              <a:p>
                <a:endParaRPr lang="en-US"/>
              </a:p>
            </p:txBody>
          </p:sp>
        </p:grpSp>
        <p:sp>
          <p:nvSpPr>
            <p:cNvPr id="85" name="Freeform: Shape 84">
              <a:extLst>
                <a:ext uri="{FF2B5EF4-FFF2-40B4-BE49-F238E27FC236}">
                  <a16:creationId xmlns:a16="http://schemas.microsoft.com/office/drawing/2014/main" id="{B9D8F012-98AD-4320-BA44-DE1CE4E4DF99}"/>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7980400" y="5197178"/>
              <a:ext cx="4211600" cy="1660822"/>
            </a:xfrm>
            <a:custGeom>
              <a:avLst/>
              <a:gdLst>
                <a:gd name="connsiteX0" fmla="*/ 4211600 w 4211600"/>
                <a:gd name="connsiteY0" fmla="*/ 0 h 1660822"/>
                <a:gd name="connsiteX1" fmla="*/ 4211600 w 4211600"/>
                <a:gd name="connsiteY1" fmla="*/ 58430 h 1660822"/>
                <a:gd name="connsiteX2" fmla="*/ 4136524 w 4211600"/>
                <a:gd name="connsiteY2" fmla="*/ 208808 h 1660822"/>
                <a:gd name="connsiteX3" fmla="*/ 3973354 w 4211600"/>
                <a:gd name="connsiteY3" fmla="*/ 437313 h 1660822"/>
                <a:gd name="connsiteX4" fmla="*/ 3884746 w 4211600"/>
                <a:gd name="connsiteY4" fmla="*/ 553613 h 1660822"/>
                <a:gd name="connsiteX5" fmla="*/ 3849435 w 4211600"/>
                <a:gd name="connsiteY5" fmla="*/ 603143 h 1660822"/>
                <a:gd name="connsiteX6" fmla="*/ 3661849 w 4211600"/>
                <a:gd name="connsiteY6" fmla="*/ 819075 h 1660822"/>
                <a:gd name="connsiteX7" fmla="*/ 3402589 w 4211600"/>
                <a:gd name="connsiteY7" fmla="*/ 952996 h 1660822"/>
                <a:gd name="connsiteX8" fmla="*/ 3130202 w 4211600"/>
                <a:gd name="connsiteY8" fmla="*/ 1023386 h 1660822"/>
                <a:gd name="connsiteX9" fmla="*/ 2914657 w 4211600"/>
                <a:gd name="connsiteY9" fmla="*/ 1068058 h 1660822"/>
                <a:gd name="connsiteX10" fmla="*/ 2582149 w 4211600"/>
                <a:gd name="connsiteY10" fmla="*/ 1138924 h 1660822"/>
                <a:gd name="connsiteX11" fmla="*/ 2483958 w 4211600"/>
                <a:gd name="connsiteY11" fmla="*/ 1162356 h 1660822"/>
                <a:gd name="connsiteX12" fmla="*/ 2123750 w 4211600"/>
                <a:gd name="connsiteY12" fmla="*/ 1238651 h 1660822"/>
                <a:gd name="connsiteX13" fmla="*/ 1761444 w 4211600"/>
                <a:gd name="connsiteY13" fmla="*/ 1273417 h 1660822"/>
                <a:gd name="connsiteX14" fmla="*/ 1608382 w 4211600"/>
                <a:gd name="connsiteY14" fmla="*/ 1284466 h 1660822"/>
                <a:gd name="connsiteX15" fmla="*/ 999942 w 4211600"/>
                <a:gd name="connsiteY15" fmla="*/ 1354284 h 1660822"/>
                <a:gd name="connsiteX16" fmla="*/ 484705 w 4211600"/>
                <a:gd name="connsiteY16" fmla="*/ 1450487 h 1660822"/>
                <a:gd name="connsiteX17" fmla="*/ 113310 w 4211600"/>
                <a:gd name="connsiteY17" fmla="*/ 1613700 h 1660822"/>
                <a:gd name="connsiteX18" fmla="*/ 39668 w 4211600"/>
                <a:gd name="connsiteY18" fmla="*/ 1660822 h 1660822"/>
                <a:gd name="connsiteX19" fmla="*/ 0 w 4211600"/>
                <a:gd name="connsiteY19" fmla="*/ 1660822 h 1660822"/>
                <a:gd name="connsiteX20" fmla="*/ 96701 w 4211600"/>
                <a:gd name="connsiteY20" fmla="*/ 1598934 h 1660822"/>
                <a:gd name="connsiteX21" fmla="*/ 474335 w 4211600"/>
                <a:gd name="connsiteY21" fmla="*/ 1433056 h 1660822"/>
                <a:gd name="connsiteX22" fmla="*/ 994299 w 4211600"/>
                <a:gd name="connsiteY22" fmla="*/ 1335806 h 1660822"/>
                <a:gd name="connsiteX23" fmla="*/ 1605231 w 4211600"/>
                <a:gd name="connsiteY23" fmla="*/ 1265702 h 1660822"/>
                <a:gd name="connsiteX24" fmla="*/ 1758819 w 4211600"/>
                <a:gd name="connsiteY24" fmla="*/ 1254558 h 1660822"/>
                <a:gd name="connsiteX25" fmla="*/ 2118106 w 4211600"/>
                <a:gd name="connsiteY25" fmla="*/ 1220077 h 1660822"/>
                <a:gd name="connsiteX26" fmla="*/ 2475557 w 4211600"/>
                <a:gd name="connsiteY26" fmla="*/ 1144353 h 1660822"/>
                <a:gd name="connsiteX27" fmla="*/ 2573878 w 4211600"/>
                <a:gd name="connsiteY27" fmla="*/ 1120827 h 1660822"/>
                <a:gd name="connsiteX28" fmla="*/ 2907437 w 4211600"/>
                <a:gd name="connsiteY28" fmla="*/ 1049675 h 1660822"/>
                <a:gd name="connsiteX29" fmla="*/ 3122589 w 4211600"/>
                <a:gd name="connsiteY29" fmla="*/ 1005098 h 1660822"/>
                <a:gd name="connsiteX30" fmla="*/ 3391169 w 4211600"/>
                <a:gd name="connsiteY30" fmla="*/ 935756 h 1660822"/>
                <a:gd name="connsiteX31" fmla="*/ 3642290 w 4211600"/>
                <a:gd name="connsiteY31" fmla="*/ 806216 h 1660822"/>
                <a:gd name="connsiteX32" fmla="*/ 3825937 w 4211600"/>
                <a:gd name="connsiteY32" fmla="*/ 594475 h 1660822"/>
                <a:gd name="connsiteX33" fmla="*/ 3861381 w 4211600"/>
                <a:gd name="connsiteY33" fmla="*/ 544755 h 1660822"/>
                <a:gd name="connsiteX34" fmla="*/ 3950381 w 4211600"/>
                <a:gd name="connsiteY34" fmla="*/ 427978 h 1660822"/>
                <a:gd name="connsiteX35" fmla="*/ 4112370 w 4211600"/>
                <a:gd name="connsiteY35" fmla="*/ 201378 h 1660822"/>
                <a:gd name="connsiteX36" fmla="*/ 4195989 w 4211600"/>
                <a:gd name="connsiteY36" fmla="*/ 33834 h 166082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Lst>
              <a:rect l="l" t="t" r="r" b="b"/>
              <a:pathLst>
                <a:path w="4211600" h="1660822">
                  <a:moveTo>
                    <a:pt x="4211600" y="0"/>
                  </a:moveTo>
                  <a:lnTo>
                    <a:pt x="4211600" y="58430"/>
                  </a:lnTo>
                  <a:lnTo>
                    <a:pt x="4136524" y="208808"/>
                  </a:lnTo>
                  <a:cubicBezTo>
                    <a:pt x="4089791" y="287770"/>
                    <a:pt x="4030588" y="363780"/>
                    <a:pt x="3973354" y="437313"/>
                  </a:cubicBezTo>
                  <a:cubicBezTo>
                    <a:pt x="3943819" y="475222"/>
                    <a:pt x="3913231" y="514465"/>
                    <a:pt x="3884746" y="553613"/>
                  </a:cubicBezTo>
                  <a:cubicBezTo>
                    <a:pt x="3872801" y="569996"/>
                    <a:pt x="3861119" y="586569"/>
                    <a:pt x="3849435" y="603143"/>
                  </a:cubicBezTo>
                  <a:cubicBezTo>
                    <a:pt x="3796665" y="678009"/>
                    <a:pt x="3742187" y="755352"/>
                    <a:pt x="3661849" y="819075"/>
                  </a:cubicBezTo>
                  <a:cubicBezTo>
                    <a:pt x="3596214" y="871176"/>
                    <a:pt x="3509050" y="916230"/>
                    <a:pt x="3402589" y="952996"/>
                  </a:cubicBezTo>
                  <a:cubicBezTo>
                    <a:pt x="3312406" y="984048"/>
                    <a:pt x="3215660" y="1005003"/>
                    <a:pt x="3130202" y="1023386"/>
                  </a:cubicBezTo>
                  <a:cubicBezTo>
                    <a:pt x="3058529" y="1038816"/>
                    <a:pt x="2985412" y="1053675"/>
                    <a:pt x="2914657" y="1068058"/>
                  </a:cubicBezTo>
                  <a:cubicBezTo>
                    <a:pt x="2805176" y="1090251"/>
                    <a:pt x="2692021" y="1113207"/>
                    <a:pt x="2582149" y="1138924"/>
                  </a:cubicBezTo>
                  <a:cubicBezTo>
                    <a:pt x="2549330" y="1146639"/>
                    <a:pt x="2516644" y="1154450"/>
                    <a:pt x="2483958" y="1162356"/>
                  </a:cubicBezTo>
                  <a:cubicBezTo>
                    <a:pt x="2367257" y="1190550"/>
                    <a:pt x="2246621" y="1219601"/>
                    <a:pt x="2123750" y="1238651"/>
                  </a:cubicBezTo>
                  <a:cubicBezTo>
                    <a:pt x="2004294" y="1257129"/>
                    <a:pt x="1880769" y="1265416"/>
                    <a:pt x="1761444" y="1273417"/>
                  </a:cubicBezTo>
                  <a:cubicBezTo>
                    <a:pt x="1711167" y="1276751"/>
                    <a:pt x="1659184" y="1280275"/>
                    <a:pt x="1608382" y="1284466"/>
                  </a:cubicBezTo>
                  <a:cubicBezTo>
                    <a:pt x="1408589" y="1300944"/>
                    <a:pt x="1214570" y="1325805"/>
                    <a:pt x="999942" y="1354284"/>
                  </a:cubicBezTo>
                  <a:cubicBezTo>
                    <a:pt x="826403" y="1377240"/>
                    <a:pt x="647744" y="1400957"/>
                    <a:pt x="484705" y="1450487"/>
                  </a:cubicBezTo>
                  <a:cubicBezTo>
                    <a:pt x="355831" y="1489635"/>
                    <a:pt x="231387" y="1544374"/>
                    <a:pt x="113310" y="1613700"/>
                  </a:cubicBezTo>
                  <a:lnTo>
                    <a:pt x="39668" y="1660822"/>
                  </a:lnTo>
                  <a:lnTo>
                    <a:pt x="0" y="1660822"/>
                  </a:lnTo>
                  <a:lnTo>
                    <a:pt x="96701" y="1598934"/>
                  </a:lnTo>
                  <a:cubicBezTo>
                    <a:pt x="216635" y="1528533"/>
                    <a:pt x="343196" y="1472919"/>
                    <a:pt x="474335" y="1433056"/>
                  </a:cubicBezTo>
                  <a:cubicBezTo>
                    <a:pt x="639999" y="1382669"/>
                    <a:pt x="820102" y="1358856"/>
                    <a:pt x="994299" y="1335806"/>
                  </a:cubicBezTo>
                  <a:cubicBezTo>
                    <a:pt x="1210239" y="1307231"/>
                    <a:pt x="1404650" y="1282275"/>
                    <a:pt x="1605231" y="1265702"/>
                  </a:cubicBezTo>
                  <a:cubicBezTo>
                    <a:pt x="1656428" y="1261511"/>
                    <a:pt x="1708411" y="1257987"/>
                    <a:pt x="1758819" y="1254558"/>
                  </a:cubicBezTo>
                  <a:cubicBezTo>
                    <a:pt x="1877487" y="1246557"/>
                    <a:pt x="2000094" y="1238365"/>
                    <a:pt x="2118106" y="1220077"/>
                  </a:cubicBezTo>
                  <a:cubicBezTo>
                    <a:pt x="2239531" y="1201313"/>
                    <a:pt x="2359513" y="1172357"/>
                    <a:pt x="2475557" y="1144353"/>
                  </a:cubicBezTo>
                  <a:cubicBezTo>
                    <a:pt x="2508243" y="1136448"/>
                    <a:pt x="2541060" y="1128542"/>
                    <a:pt x="2573878" y="1120827"/>
                  </a:cubicBezTo>
                  <a:cubicBezTo>
                    <a:pt x="2684276" y="1094919"/>
                    <a:pt x="2797694" y="1071963"/>
                    <a:pt x="2907437" y="1049675"/>
                  </a:cubicBezTo>
                  <a:cubicBezTo>
                    <a:pt x="2978061" y="1035387"/>
                    <a:pt x="3051178" y="1020528"/>
                    <a:pt x="3122589" y="1005098"/>
                  </a:cubicBezTo>
                  <a:cubicBezTo>
                    <a:pt x="3206997" y="986810"/>
                    <a:pt x="3302823" y="966141"/>
                    <a:pt x="3391169" y="935756"/>
                  </a:cubicBezTo>
                  <a:cubicBezTo>
                    <a:pt x="3494479" y="900132"/>
                    <a:pt x="3578886" y="856508"/>
                    <a:pt x="3642290" y="806216"/>
                  </a:cubicBezTo>
                  <a:cubicBezTo>
                    <a:pt x="3720133" y="744303"/>
                    <a:pt x="3773953" y="668103"/>
                    <a:pt x="3825937" y="594475"/>
                  </a:cubicBezTo>
                  <a:cubicBezTo>
                    <a:pt x="3837621" y="577902"/>
                    <a:pt x="3849435" y="561233"/>
                    <a:pt x="3861381" y="544755"/>
                  </a:cubicBezTo>
                  <a:cubicBezTo>
                    <a:pt x="3889997" y="505416"/>
                    <a:pt x="3920715" y="465983"/>
                    <a:pt x="3950381" y="427978"/>
                  </a:cubicBezTo>
                  <a:cubicBezTo>
                    <a:pt x="4007353" y="354921"/>
                    <a:pt x="4066163" y="279388"/>
                    <a:pt x="4112370" y="201378"/>
                  </a:cubicBezTo>
                  <a:cubicBezTo>
                    <a:pt x="4144662" y="146800"/>
                    <a:pt x="4170785" y="89364"/>
                    <a:pt x="4195989" y="33834"/>
                  </a:cubicBezTo>
                  <a:close/>
                </a:path>
              </a:pathLst>
            </a:cu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a:p>
          </p:txBody>
        </p:sp>
      </p:grpSp>
    </p:spTree>
    <p:extLst>
      <p:ext uri="{BB962C8B-B14F-4D97-AF65-F5344CB8AC3E}">
        <p14:creationId xmlns:p14="http://schemas.microsoft.com/office/powerpoint/2010/main" val="1509974795"/>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B7BC6A00-6B82-27C6-6CAB-9383C4F3003C}"/>
            </a:ext>
          </a:extLst>
        </p:cNvPr>
        <p:cNvGrpSpPr/>
        <p:nvPr/>
      </p:nvGrpSpPr>
      <p:grpSpPr>
        <a:xfrm>
          <a:off x="0" y="0"/>
          <a:ext cx="0" cy="0"/>
          <a:chOff x="0" y="0"/>
          <a:chExt cx="0" cy="0"/>
        </a:xfrm>
      </p:grpSpPr>
      <p:sp useBgFill="1">
        <p:nvSpPr>
          <p:cNvPr id="68" name="Rectangle 67">
            <a:extLst>
              <a:ext uri="{FF2B5EF4-FFF2-40B4-BE49-F238E27FC236}">
                <a16:creationId xmlns:a16="http://schemas.microsoft.com/office/drawing/2014/main" id="{8651CFA9-6065-4243-AC48-858E359780B1}"/>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88952" cy="6858000"/>
          </a:xfrm>
          <a:prstGeom prst="rect">
            <a:avLst/>
          </a:prstGeom>
          <a:ln>
            <a:solidFill>
              <a:schemeClr val="bg1">
                <a:lumMod val="9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solidFill>
                <a:schemeClr val="tx1">
                  <a:lumMod val="65000"/>
                  <a:lumOff val="35000"/>
                </a:schemeClr>
              </a:solidFill>
              <a:latin typeface="AvenirNext LT Pro Medium" panose="020B0504020202020204" pitchFamily="34" charset="0"/>
            </a:endParaRPr>
          </a:p>
        </p:txBody>
      </p:sp>
      <p:sp>
        <p:nvSpPr>
          <p:cNvPr id="70" name="Rectangle 69">
            <a:extLst>
              <a:ext uri="{FF2B5EF4-FFF2-40B4-BE49-F238E27FC236}">
                <a16:creationId xmlns:a16="http://schemas.microsoft.com/office/drawing/2014/main" id="{37962AE0-6A1C-4B76-9D52-10E5E6D7D3BB}"/>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88952" cy="6858000"/>
          </a:xfrm>
          <a:prstGeom prst="rect">
            <a:avLst/>
          </a:prstGeom>
          <a:solidFill>
            <a:schemeClr val="bg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solidFill>
                <a:schemeClr val="tx1">
                  <a:lumMod val="65000"/>
                  <a:lumOff val="35000"/>
                </a:schemeClr>
              </a:solidFill>
              <a:latin typeface="AvenirNext LT Pro Medium" panose="020B0504020202020204" pitchFamily="34" charset="0"/>
            </a:endParaRPr>
          </a:p>
        </p:txBody>
      </p:sp>
      <p:grpSp>
        <p:nvGrpSpPr>
          <p:cNvPr id="72" name="Top left">
            <a:extLst>
              <a:ext uri="{FF2B5EF4-FFF2-40B4-BE49-F238E27FC236}">
                <a16:creationId xmlns:a16="http://schemas.microsoft.com/office/drawing/2014/main" id="{34B438D8-EF7C-445C-8B7F-953BEB1BC133}"/>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10849" y="-3086"/>
            <a:ext cx="2198951" cy="3349518"/>
            <a:chOff x="10849" y="-3086"/>
            <a:chExt cx="2198951" cy="3349518"/>
          </a:xfrm>
        </p:grpSpPr>
        <p:sp>
          <p:nvSpPr>
            <p:cNvPr id="73" name="Freeform: Shape 72">
              <a:extLst>
                <a:ext uri="{FF2B5EF4-FFF2-40B4-BE49-F238E27FC236}">
                  <a16:creationId xmlns:a16="http://schemas.microsoft.com/office/drawing/2014/main" id="{9FE087E2-E4B7-42FA-A441-7EDEE41B00F3}"/>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rot="10800000">
              <a:off x="692844" y="-3086"/>
              <a:ext cx="1326111" cy="597603"/>
            </a:xfrm>
            <a:custGeom>
              <a:avLst/>
              <a:gdLst>
                <a:gd name="connsiteX0" fmla="*/ 741051 w 1482102"/>
                <a:gd name="connsiteY0" fmla="*/ 0 h 679363"/>
                <a:gd name="connsiteX1" fmla="*/ 1473822 w 1482102"/>
                <a:gd name="connsiteY1" fmla="*/ 597226 h 679363"/>
                <a:gd name="connsiteX2" fmla="*/ 1482102 w 1482102"/>
                <a:gd name="connsiteY2" fmla="*/ 679363 h 679363"/>
                <a:gd name="connsiteX3" fmla="*/ 0 w 1482102"/>
                <a:gd name="connsiteY3" fmla="*/ 679363 h 679363"/>
                <a:gd name="connsiteX4" fmla="*/ 8280 w 1482102"/>
                <a:gd name="connsiteY4" fmla="*/ 597226 h 679363"/>
                <a:gd name="connsiteX5" fmla="*/ 741051 w 1482102"/>
                <a:gd name="connsiteY5" fmla="*/ 0 h 67936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1482102" h="679363">
                  <a:moveTo>
                    <a:pt x="741051" y="0"/>
                  </a:moveTo>
                  <a:cubicBezTo>
                    <a:pt x="1102506" y="0"/>
                    <a:pt x="1404077" y="256390"/>
                    <a:pt x="1473822" y="597226"/>
                  </a:cubicBezTo>
                  <a:lnTo>
                    <a:pt x="1482102" y="679363"/>
                  </a:lnTo>
                  <a:lnTo>
                    <a:pt x="0" y="679363"/>
                  </a:lnTo>
                  <a:lnTo>
                    <a:pt x="8280" y="597226"/>
                  </a:lnTo>
                  <a:cubicBezTo>
                    <a:pt x="78025" y="256390"/>
                    <a:pt x="379596" y="0"/>
                    <a:pt x="741051" y="0"/>
                  </a:cubicBezTo>
                  <a:close/>
                </a:path>
              </a:pathLst>
            </a:cu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dirty="0">
                <a:solidFill>
                  <a:schemeClr val="tx1">
                    <a:lumMod val="65000"/>
                    <a:lumOff val="35000"/>
                  </a:schemeClr>
                </a:solidFill>
                <a:latin typeface="AvenirNext LT Pro Medium" panose="020B0504020202020204" pitchFamily="34" charset="0"/>
              </a:endParaRPr>
            </a:p>
          </p:txBody>
        </p:sp>
        <p:sp>
          <p:nvSpPr>
            <p:cNvPr id="74" name="Freeform: Shape 73">
              <a:extLst>
                <a:ext uri="{FF2B5EF4-FFF2-40B4-BE49-F238E27FC236}">
                  <a16:creationId xmlns:a16="http://schemas.microsoft.com/office/drawing/2014/main" id="{A61B2EF2-665F-429A-9CFB-08C14FAC9993}"/>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19394" y="15241"/>
              <a:ext cx="2190406" cy="3331191"/>
            </a:xfrm>
            <a:custGeom>
              <a:avLst/>
              <a:gdLst>
                <a:gd name="connsiteX0" fmla="*/ 0 w 3296088"/>
                <a:gd name="connsiteY0" fmla="*/ 5012722 h 5012722"/>
                <a:gd name="connsiteX1" fmla="*/ 244031 w 3296088"/>
                <a:gd name="connsiteY1" fmla="*/ 4820222 h 5012722"/>
                <a:gd name="connsiteX2" fmla="*/ 729234 w 3296088"/>
                <a:gd name="connsiteY2" fmla="*/ 4360641 h 5012722"/>
                <a:gd name="connsiteX3" fmla="*/ 881444 w 3296088"/>
                <a:gd name="connsiteY3" fmla="*/ 4173950 h 5012722"/>
                <a:gd name="connsiteX4" fmla="*/ 1151287 w 3296088"/>
                <a:gd name="connsiteY4" fmla="*/ 3972877 h 5012722"/>
                <a:gd name="connsiteX5" fmla="*/ 1498664 w 3296088"/>
                <a:gd name="connsiteY5" fmla="*/ 3786188 h 5012722"/>
                <a:gd name="connsiteX6" fmla="*/ 1716881 w 3296088"/>
                <a:gd name="connsiteY6" fmla="*/ 3674174 h 5012722"/>
                <a:gd name="connsiteX7" fmla="*/ 1913573 w 3296088"/>
                <a:gd name="connsiteY7" fmla="*/ 3477387 h 5012722"/>
                <a:gd name="connsiteX8" fmla="*/ 2167700 w 3296088"/>
                <a:gd name="connsiteY8" fmla="*/ 3042190 h 5012722"/>
                <a:gd name="connsiteX9" fmla="*/ 2273903 w 3296088"/>
                <a:gd name="connsiteY9" fmla="*/ 2775014 h 5012722"/>
                <a:gd name="connsiteX10" fmla="*/ 2463356 w 3296088"/>
                <a:gd name="connsiteY10" fmla="*/ 2335530 h 5012722"/>
                <a:gd name="connsiteX11" fmla="*/ 2741866 w 3296088"/>
                <a:gd name="connsiteY11" fmla="*/ 1982248 h 5012722"/>
                <a:gd name="connsiteX12" fmla="*/ 2985897 w 3296088"/>
                <a:gd name="connsiteY12" fmla="*/ 1634681 h 5012722"/>
                <a:gd name="connsiteX13" fmla="*/ 3212687 w 3296088"/>
                <a:gd name="connsiteY13" fmla="*/ 1226820 h 5012722"/>
                <a:gd name="connsiteX14" fmla="*/ 3281553 w 3296088"/>
                <a:gd name="connsiteY14" fmla="*/ 959644 h 5012722"/>
                <a:gd name="connsiteX15" fmla="*/ 3295936 w 3296088"/>
                <a:gd name="connsiteY15" fmla="*/ 701135 h 5012722"/>
                <a:gd name="connsiteX16" fmla="*/ 3267266 w 3296088"/>
                <a:gd name="connsiteY16" fmla="*/ 436817 h 5012722"/>
                <a:gd name="connsiteX17" fmla="*/ 3105341 w 3296088"/>
                <a:gd name="connsiteY17" fmla="*/ 0 h 501272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Lst>
              <a:rect l="l" t="t" r="r" b="b"/>
              <a:pathLst>
                <a:path w="3296088" h="5012722">
                  <a:moveTo>
                    <a:pt x="0" y="5012722"/>
                  </a:moveTo>
                  <a:cubicBezTo>
                    <a:pt x="81820" y="4949095"/>
                    <a:pt x="163544" y="4885468"/>
                    <a:pt x="244031" y="4820222"/>
                  </a:cubicBezTo>
                  <a:cubicBezTo>
                    <a:pt x="417671" y="4679633"/>
                    <a:pt x="589883" y="4535139"/>
                    <a:pt x="729234" y="4360641"/>
                  </a:cubicBezTo>
                  <a:cubicBezTo>
                    <a:pt x="779431" y="4297776"/>
                    <a:pt x="825818" y="4231958"/>
                    <a:pt x="881444" y="4173950"/>
                  </a:cubicBezTo>
                  <a:cubicBezTo>
                    <a:pt x="959358" y="4092607"/>
                    <a:pt x="1054799" y="4031075"/>
                    <a:pt x="1151287" y="3972877"/>
                  </a:cubicBezTo>
                  <a:cubicBezTo>
                    <a:pt x="1263968" y="3904964"/>
                    <a:pt x="1379315" y="3841337"/>
                    <a:pt x="1498664" y="3786188"/>
                  </a:cubicBezTo>
                  <a:cubicBezTo>
                    <a:pt x="1573149" y="3751802"/>
                    <a:pt x="1649159" y="3720179"/>
                    <a:pt x="1716881" y="3674174"/>
                  </a:cubicBezTo>
                  <a:cubicBezTo>
                    <a:pt x="1794034" y="3621691"/>
                    <a:pt x="1856708" y="3551492"/>
                    <a:pt x="1913573" y="3477387"/>
                  </a:cubicBezTo>
                  <a:cubicBezTo>
                    <a:pt x="2016157" y="3343751"/>
                    <a:pt x="2099024" y="3196114"/>
                    <a:pt x="2167700" y="3042190"/>
                  </a:cubicBezTo>
                  <a:cubicBezTo>
                    <a:pt x="2206752" y="2954655"/>
                    <a:pt x="2241233" y="2865215"/>
                    <a:pt x="2273903" y="2775014"/>
                  </a:cubicBezTo>
                  <a:cubicBezTo>
                    <a:pt x="2328482" y="2624423"/>
                    <a:pt x="2379440" y="2471642"/>
                    <a:pt x="2463356" y="2335530"/>
                  </a:cubicBezTo>
                  <a:cubicBezTo>
                    <a:pt x="2542127" y="2207705"/>
                    <a:pt x="2647855" y="2099501"/>
                    <a:pt x="2741866" y="1982248"/>
                  </a:cubicBezTo>
                  <a:cubicBezTo>
                    <a:pt x="2830449" y="1871758"/>
                    <a:pt x="2908554" y="1753362"/>
                    <a:pt x="2985897" y="1634681"/>
                  </a:cubicBezTo>
                  <a:cubicBezTo>
                    <a:pt x="3071146" y="1503902"/>
                    <a:pt x="3156395" y="1372172"/>
                    <a:pt x="3212687" y="1226820"/>
                  </a:cubicBezTo>
                  <a:cubicBezTo>
                    <a:pt x="3246025" y="1140809"/>
                    <a:pt x="3268790" y="1051084"/>
                    <a:pt x="3281553" y="959644"/>
                  </a:cubicBezTo>
                  <a:cubicBezTo>
                    <a:pt x="3293555" y="874014"/>
                    <a:pt x="3296888" y="787527"/>
                    <a:pt x="3295936" y="701135"/>
                  </a:cubicBezTo>
                  <a:cubicBezTo>
                    <a:pt x="3294888" y="612172"/>
                    <a:pt x="3289268" y="523018"/>
                    <a:pt x="3267266" y="436817"/>
                  </a:cubicBezTo>
                  <a:cubicBezTo>
                    <a:pt x="3227832" y="282416"/>
                    <a:pt x="3105341" y="0"/>
                    <a:pt x="3105341" y="0"/>
                  </a:cubicBezTo>
                </a:path>
              </a:pathLst>
            </a:custGeom>
            <a:noFill/>
            <a:ln w="9525" cap="rnd">
              <a:solidFill>
                <a:schemeClr val="accent2">
                  <a:alpha val="50000"/>
                </a:schemeClr>
              </a:solidFill>
              <a:prstDash val="lgDash"/>
              <a:round/>
            </a:ln>
          </p:spPr>
          <p:txBody>
            <a:bodyPr rtlCol="0" anchor="ctr"/>
            <a:lstStyle/>
            <a:p>
              <a:endParaRPr lang="en-US"/>
            </a:p>
          </p:txBody>
        </p:sp>
        <p:sp>
          <p:nvSpPr>
            <p:cNvPr id="75" name="Freeform: Shape 74">
              <a:extLst>
                <a:ext uri="{FF2B5EF4-FFF2-40B4-BE49-F238E27FC236}">
                  <a16:creationId xmlns:a16="http://schemas.microsoft.com/office/drawing/2014/main" id="{0B0B1C71-6C49-4F64-8859-9CC59D7D98EE}"/>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10849" y="15178"/>
              <a:ext cx="1978674" cy="3074959"/>
            </a:xfrm>
            <a:custGeom>
              <a:avLst/>
              <a:gdLst>
                <a:gd name="connsiteX0" fmla="*/ 0 w 2977477"/>
                <a:gd name="connsiteY0" fmla="*/ 4627150 h 4627149"/>
                <a:gd name="connsiteX1" fmla="*/ 275082 w 2977477"/>
                <a:gd name="connsiteY1" fmla="*/ 4341590 h 4627149"/>
                <a:gd name="connsiteX2" fmla="*/ 502825 w 2977477"/>
                <a:gd name="connsiteY2" fmla="*/ 4054126 h 4627149"/>
                <a:gd name="connsiteX3" fmla="*/ 666179 w 2977477"/>
                <a:gd name="connsiteY3" fmla="*/ 3890677 h 4627149"/>
                <a:gd name="connsiteX4" fmla="*/ 864203 w 2977477"/>
                <a:gd name="connsiteY4" fmla="*/ 3675983 h 4627149"/>
                <a:gd name="connsiteX5" fmla="*/ 982599 w 2977477"/>
                <a:gd name="connsiteY5" fmla="*/ 3557492 h 4627149"/>
                <a:gd name="connsiteX6" fmla="*/ 1188244 w 2977477"/>
                <a:gd name="connsiteY6" fmla="*/ 3329654 h 4627149"/>
                <a:gd name="connsiteX7" fmla="*/ 1344740 w 2977477"/>
                <a:gd name="connsiteY7" fmla="*/ 3146774 h 4627149"/>
                <a:gd name="connsiteX8" fmla="*/ 1470755 w 2977477"/>
                <a:gd name="connsiteY8" fmla="*/ 2984659 h 4627149"/>
                <a:gd name="connsiteX9" fmla="*/ 1657636 w 2977477"/>
                <a:gd name="connsiteY9" fmla="*/ 2670239 h 4627149"/>
                <a:gd name="connsiteX10" fmla="*/ 1762887 w 2977477"/>
                <a:gd name="connsiteY10" fmla="*/ 2473547 h 4627149"/>
                <a:gd name="connsiteX11" fmla="*/ 1866710 w 2977477"/>
                <a:gd name="connsiteY11" fmla="*/ 2290667 h 4627149"/>
                <a:gd name="connsiteX12" fmla="*/ 2106263 w 2977477"/>
                <a:gd name="connsiteY12" fmla="*/ 2030254 h 4627149"/>
                <a:gd name="connsiteX13" fmla="*/ 2277237 w 2977477"/>
                <a:gd name="connsiteY13" fmla="*/ 1859185 h 4627149"/>
                <a:gd name="connsiteX14" fmla="*/ 2499455 w 2977477"/>
                <a:gd name="connsiteY14" fmla="*/ 1656207 h 4627149"/>
                <a:gd name="connsiteX15" fmla="*/ 2707100 w 2977477"/>
                <a:gd name="connsiteY15" fmla="*/ 1390269 h 4627149"/>
                <a:gd name="connsiteX16" fmla="*/ 2812352 w 2977477"/>
                <a:gd name="connsiteY16" fmla="*/ 1230916 h 4627149"/>
                <a:gd name="connsiteX17" fmla="*/ 2898172 w 2977477"/>
                <a:gd name="connsiteY17" fmla="*/ 1036987 h 4627149"/>
                <a:gd name="connsiteX18" fmla="*/ 2963228 w 2977477"/>
                <a:gd name="connsiteY18" fmla="*/ 850011 h 4627149"/>
                <a:gd name="connsiteX19" fmla="*/ 2977325 w 2977477"/>
                <a:gd name="connsiteY19" fmla="*/ 745427 h 4627149"/>
                <a:gd name="connsiteX20" fmla="*/ 2929509 w 2977477"/>
                <a:gd name="connsiteY20" fmla="*/ 480155 h 4627149"/>
                <a:gd name="connsiteX21" fmla="*/ 2563082 w 2977477"/>
                <a:gd name="connsiteY21" fmla="*/ 0 h 462714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Lst>
              <a:rect l="l" t="t" r="r" b="b"/>
              <a:pathLst>
                <a:path w="2977477" h="4627149">
                  <a:moveTo>
                    <a:pt x="0" y="4627150"/>
                  </a:moveTo>
                  <a:cubicBezTo>
                    <a:pt x="79820" y="4552283"/>
                    <a:pt x="203835" y="4424648"/>
                    <a:pt x="275082" y="4341590"/>
                  </a:cubicBezTo>
                  <a:cubicBezTo>
                    <a:pt x="354711" y="4248722"/>
                    <a:pt x="421005" y="4145090"/>
                    <a:pt x="502825" y="4054126"/>
                  </a:cubicBezTo>
                  <a:cubicBezTo>
                    <a:pt x="554355" y="3996881"/>
                    <a:pt x="612362" y="3945827"/>
                    <a:pt x="666179" y="3890677"/>
                  </a:cubicBezTo>
                  <a:cubicBezTo>
                    <a:pt x="734187" y="3821049"/>
                    <a:pt x="796671" y="3746183"/>
                    <a:pt x="864203" y="3675983"/>
                  </a:cubicBezTo>
                  <a:cubicBezTo>
                    <a:pt x="902875" y="3635788"/>
                    <a:pt x="943642" y="3597593"/>
                    <a:pt x="982599" y="3557492"/>
                  </a:cubicBezTo>
                  <a:cubicBezTo>
                    <a:pt x="1053941" y="3484150"/>
                    <a:pt x="1121378" y="3407093"/>
                    <a:pt x="1188244" y="3329654"/>
                  </a:cubicBezTo>
                  <a:cubicBezTo>
                    <a:pt x="1240631" y="3268885"/>
                    <a:pt x="1293495" y="3208496"/>
                    <a:pt x="1344740" y="3146774"/>
                  </a:cubicBezTo>
                  <a:cubicBezTo>
                    <a:pt x="1388459" y="3094101"/>
                    <a:pt x="1431512" y="3040761"/>
                    <a:pt x="1470755" y="2984659"/>
                  </a:cubicBezTo>
                  <a:cubicBezTo>
                    <a:pt x="1540764" y="2884646"/>
                    <a:pt x="1598771" y="2777109"/>
                    <a:pt x="1657636" y="2670239"/>
                  </a:cubicBezTo>
                  <a:cubicBezTo>
                    <a:pt x="1693545" y="2605088"/>
                    <a:pt x="1728502" y="2539460"/>
                    <a:pt x="1762887" y="2473547"/>
                  </a:cubicBezTo>
                  <a:cubicBezTo>
                    <a:pt x="1795367" y="2411349"/>
                    <a:pt x="1826419" y="2348103"/>
                    <a:pt x="1866710" y="2290667"/>
                  </a:cubicBezTo>
                  <a:cubicBezTo>
                    <a:pt x="1934623" y="2193893"/>
                    <a:pt x="2022729" y="2114169"/>
                    <a:pt x="2106263" y="2030254"/>
                  </a:cubicBezTo>
                  <a:cubicBezTo>
                    <a:pt x="2163128" y="1973104"/>
                    <a:pt x="2218182" y="1914049"/>
                    <a:pt x="2277237" y="1859185"/>
                  </a:cubicBezTo>
                  <a:cubicBezTo>
                    <a:pt x="2350770" y="1790891"/>
                    <a:pt x="2430304" y="1728978"/>
                    <a:pt x="2499455" y="1656207"/>
                  </a:cubicBezTo>
                  <a:cubicBezTo>
                    <a:pt x="2576989" y="1574578"/>
                    <a:pt x="2641568" y="1481900"/>
                    <a:pt x="2707100" y="1390269"/>
                  </a:cubicBezTo>
                  <a:cubicBezTo>
                    <a:pt x="2744153" y="1338453"/>
                    <a:pt x="2781586" y="1286732"/>
                    <a:pt x="2812352" y="1230916"/>
                  </a:cubicBezTo>
                  <a:cubicBezTo>
                    <a:pt x="2846546" y="1168908"/>
                    <a:pt x="2872550" y="1102900"/>
                    <a:pt x="2898172" y="1036987"/>
                  </a:cubicBezTo>
                  <a:cubicBezTo>
                    <a:pt x="2922175" y="975455"/>
                    <a:pt x="2948273" y="914305"/>
                    <a:pt x="2963228" y="850011"/>
                  </a:cubicBezTo>
                  <a:cubicBezTo>
                    <a:pt x="2971229" y="815626"/>
                    <a:pt x="2976563" y="780764"/>
                    <a:pt x="2977325" y="745427"/>
                  </a:cubicBezTo>
                  <a:cubicBezTo>
                    <a:pt x="2979230" y="654844"/>
                    <a:pt x="2963323" y="564261"/>
                    <a:pt x="2929509" y="480155"/>
                  </a:cubicBezTo>
                  <a:cubicBezTo>
                    <a:pt x="2851309" y="285655"/>
                    <a:pt x="2563082" y="0"/>
                    <a:pt x="2563082" y="0"/>
                  </a:cubicBezTo>
                </a:path>
              </a:pathLst>
            </a:custGeom>
            <a:noFill/>
            <a:ln w="9525" cap="rnd">
              <a:solidFill>
                <a:schemeClr val="accent2">
                  <a:alpha val="50000"/>
                </a:schemeClr>
              </a:solidFill>
              <a:prstDash val="lgDash"/>
              <a:round/>
            </a:ln>
          </p:spPr>
          <p:txBody>
            <a:bodyPr rtlCol="0" anchor="ctr"/>
            <a:lstStyle/>
            <a:p>
              <a:endParaRPr lang="en-US"/>
            </a:p>
          </p:txBody>
        </p:sp>
        <p:sp>
          <p:nvSpPr>
            <p:cNvPr id="76" name="Freeform: Shape 75">
              <a:extLst>
                <a:ext uri="{FF2B5EF4-FFF2-40B4-BE49-F238E27FC236}">
                  <a16:creationId xmlns:a16="http://schemas.microsoft.com/office/drawing/2014/main" id="{66BBF9FA-27D4-45DF-8D9C-623EA4106A84}"/>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25092" y="15178"/>
              <a:ext cx="1566146" cy="2737264"/>
            </a:xfrm>
            <a:custGeom>
              <a:avLst/>
              <a:gdLst>
                <a:gd name="connsiteX0" fmla="*/ 1707071 w 2356712"/>
                <a:gd name="connsiteY0" fmla="*/ 0 h 4118991"/>
                <a:gd name="connsiteX1" fmla="*/ 1824514 w 2356712"/>
                <a:gd name="connsiteY1" fmla="*/ 244697 h 4118991"/>
                <a:gd name="connsiteX2" fmla="*/ 1908715 w 2356712"/>
                <a:gd name="connsiteY2" fmla="*/ 328994 h 4118991"/>
                <a:gd name="connsiteX3" fmla="*/ 2226469 w 2356712"/>
                <a:gd name="connsiteY3" fmla="*/ 603695 h 4118991"/>
                <a:gd name="connsiteX4" fmla="*/ 2355628 w 2356712"/>
                <a:gd name="connsiteY4" fmla="*/ 900494 h 4118991"/>
                <a:gd name="connsiteX5" fmla="*/ 2281428 w 2356712"/>
                <a:gd name="connsiteY5" fmla="*/ 1206913 h 4118991"/>
                <a:gd name="connsiteX6" fmla="*/ 2092452 w 2356712"/>
                <a:gd name="connsiteY6" fmla="*/ 1460659 h 4118991"/>
                <a:gd name="connsiteX7" fmla="*/ 1834039 w 2356712"/>
                <a:gd name="connsiteY7" fmla="*/ 1625822 h 4118991"/>
                <a:gd name="connsiteX8" fmla="*/ 1558862 w 2356712"/>
                <a:gd name="connsiteY8" fmla="*/ 1743075 h 4118991"/>
                <a:gd name="connsiteX9" fmla="*/ 1386554 w 2356712"/>
                <a:gd name="connsiteY9" fmla="*/ 1869948 h 4118991"/>
                <a:gd name="connsiteX10" fmla="*/ 1271683 w 2356712"/>
                <a:gd name="connsiteY10" fmla="*/ 2073402 h 4118991"/>
                <a:gd name="connsiteX11" fmla="*/ 1178338 w 2356712"/>
                <a:gd name="connsiteY11" fmla="*/ 2355914 h 4118991"/>
                <a:gd name="connsiteX12" fmla="*/ 1113758 w 2356712"/>
                <a:gd name="connsiteY12" fmla="*/ 2578513 h 4118991"/>
                <a:gd name="connsiteX13" fmla="*/ 1034796 w 2356712"/>
                <a:gd name="connsiteY13" fmla="*/ 2834640 h 4118991"/>
                <a:gd name="connsiteX14" fmla="*/ 905637 w 2356712"/>
                <a:gd name="connsiteY14" fmla="*/ 3081242 h 4118991"/>
                <a:gd name="connsiteX15" fmla="*/ 793147 w 2356712"/>
                <a:gd name="connsiteY15" fmla="*/ 3258407 h 4118991"/>
                <a:gd name="connsiteX16" fmla="*/ 546735 w 2356712"/>
                <a:gd name="connsiteY16" fmla="*/ 3571970 h 4118991"/>
                <a:gd name="connsiteX17" fmla="*/ 346996 w 2356712"/>
                <a:gd name="connsiteY17" fmla="*/ 3771900 h 4118991"/>
                <a:gd name="connsiteX18" fmla="*/ 174689 w 2356712"/>
                <a:gd name="connsiteY18" fmla="*/ 3944207 h 4118991"/>
                <a:gd name="connsiteX19" fmla="*/ 0 w 2356712"/>
                <a:gd name="connsiteY19" fmla="*/ 4118991 h 411899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Lst>
              <a:rect l="l" t="t" r="r" b="b"/>
              <a:pathLst>
                <a:path w="2356712" h="4118991">
                  <a:moveTo>
                    <a:pt x="1707071" y="0"/>
                  </a:moveTo>
                  <a:cubicBezTo>
                    <a:pt x="1715357" y="22098"/>
                    <a:pt x="1812608" y="224409"/>
                    <a:pt x="1824514" y="244697"/>
                  </a:cubicBezTo>
                  <a:cubicBezTo>
                    <a:pt x="1844802" y="279273"/>
                    <a:pt x="1876996" y="304324"/>
                    <a:pt x="1908715" y="328994"/>
                  </a:cubicBezTo>
                  <a:cubicBezTo>
                    <a:pt x="2019967" y="415195"/>
                    <a:pt x="2137886" y="494633"/>
                    <a:pt x="2226469" y="603695"/>
                  </a:cubicBezTo>
                  <a:cubicBezTo>
                    <a:pt x="2296287" y="689610"/>
                    <a:pt x="2347817" y="790480"/>
                    <a:pt x="2355628" y="900494"/>
                  </a:cubicBezTo>
                  <a:cubicBezTo>
                    <a:pt x="2363248" y="1007078"/>
                    <a:pt x="2329910" y="1111187"/>
                    <a:pt x="2281428" y="1206913"/>
                  </a:cubicBezTo>
                  <a:cubicBezTo>
                    <a:pt x="2233422" y="1301877"/>
                    <a:pt x="2170938" y="1388936"/>
                    <a:pt x="2092452" y="1460659"/>
                  </a:cubicBezTo>
                  <a:cubicBezTo>
                    <a:pt x="2016538" y="1530001"/>
                    <a:pt x="1927765" y="1583436"/>
                    <a:pt x="1834039" y="1625822"/>
                  </a:cubicBezTo>
                  <a:cubicBezTo>
                    <a:pt x="1743075" y="1666970"/>
                    <a:pt x="1647730" y="1697736"/>
                    <a:pt x="1558862" y="1743075"/>
                  </a:cubicBezTo>
                  <a:cubicBezTo>
                    <a:pt x="1494758" y="1775841"/>
                    <a:pt x="1434275" y="1816132"/>
                    <a:pt x="1386554" y="1869948"/>
                  </a:cubicBezTo>
                  <a:cubicBezTo>
                    <a:pt x="1334548" y="1928622"/>
                    <a:pt x="1300544" y="2000345"/>
                    <a:pt x="1271683" y="2073402"/>
                  </a:cubicBezTo>
                  <a:cubicBezTo>
                    <a:pt x="1235202" y="2165699"/>
                    <a:pt x="1206722" y="2260759"/>
                    <a:pt x="1178338" y="2355914"/>
                  </a:cubicBezTo>
                  <a:cubicBezTo>
                    <a:pt x="1156240" y="2429923"/>
                    <a:pt x="1134237" y="2504028"/>
                    <a:pt x="1113758" y="2578513"/>
                  </a:cubicBezTo>
                  <a:cubicBezTo>
                    <a:pt x="1090041" y="2664714"/>
                    <a:pt x="1068134" y="2751678"/>
                    <a:pt x="1034796" y="2834640"/>
                  </a:cubicBezTo>
                  <a:cubicBezTo>
                    <a:pt x="1000125" y="2920841"/>
                    <a:pt x="953643" y="3001613"/>
                    <a:pt x="905637" y="3081242"/>
                  </a:cubicBezTo>
                  <a:cubicBezTo>
                    <a:pt x="869442" y="3141155"/>
                    <a:pt x="832295" y="3200400"/>
                    <a:pt x="793147" y="3258407"/>
                  </a:cubicBezTo>
                  <a:cubicBezTo>
                    <a:pt x="718661" y="3368802"/>
                    <a:pt x="637223" y="3474434"/>
                    <a:pt x="546735" y="3571970"/>
                  </a:cubicBezTo>
                  <a:cubicBezTo>
                    <a:pt x="482632" y="3641027"/>
                    <a:pt x="414147" y="3705797"/>
                    <a:pt x="346996" y="3771900"/>
                  </a:cubicBezTo>
                  <a:cubicBezTo>
                    <a:pt x="288989" y="3828764"/>
                    <a:pt x="232029" y="3886676"/>
                    <a:pt x="174689" y="3944207"/>
                  </a:cubicBezTo>
                  <a:cubicBezTo>
                    <a:pt x="116586" y="4002596"/>
                    <a:pt x="58293" y="4060698"/>
                    <a:pt x="0" y="4118991"/>
                  </a:cubicBezTo>
                </a:path>
              </a:pathLst>
            </a:custGeom>
            <a:noFill/>
            <a:ln w="9525" cap="rnd">
              <a:solidFill>
                <a:schemeClr val="accent2">
                  <a:alpha val="50000"/>
                </a:schemeClr>
              </a:solidFill>
              <a:prstDash val="lgDash"/>
              <a:round/>
            </a:ln>
          </p:spPr>
          <p:txBody>
            <a:bodyPr rtlCol="0" anchor="ctr"/>
            <a:lstStyle/>
            <a:p>
              <a:endParaRPr lang="en-US"/>
            </a:p>
          </p:txBody>
        </p:sp>
        <p:sp>
          <p:nvSpPr>
            <p:cNvPr id="77" name="Freeform: Shape 76">
              <a:extLst>
                <a:ext uri="{FF2B5EF4-FFF2-40B4-BE49-F238E27FC236}">
                  <a16:creationId xmlns:a16="http://schemas.microsoft.com/office/drawing/2014/main" id="{0F2F0D01-71CB-4693-A192-5BA045A5CF8F}"/>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10849" y="15178"/>
              <a:ext cx="1368431" cy="2644975"/>
            </a:xfrm>
            <a:custGeom>
              <a:avLst/>
              <a:gdLst>
                <a:gd name="connsiteX0" fmla="*/ 0 w 2059193"/>
                <a:gd name="connsiteY0" fmla="*/ 3980116 h 3980116"/>
                <a:gd name="connsiteX1" fmla="*/ 471583 w 2059193"/>
                <a:gd name="connsiteY1" fmla="*/ 3515678 h 3980116"/>
                <a:gd name="connsiteX2" fmla="*/ 758666 w 2059193"/>
                <a:gd name="connsiteY2" fmla="*/ 3163824 h 3980116"/>
                <a:gd name="connsiteX3" fmla="*/ 940499 w 2059193"/>
                <a:gd name="connsiteY3" fmla="*/ 2780824 h 3980116"/>
                <a:gd name="connsiteX4" fmla="*/ 1055370 w 2059193"/>
                <a:gd name="connsiteY4" fmla="*/ 2242185 h 3980116"/>
                <a:gd name="connsiteX5" fmla="*/ 1136714 w 2059193"/>
                <a:gd name="connsiteY5" fmla="*/ 1878330 h 3980116"/>
                <a:gd name="connsiteX6" fmla="*/ 1246727 w 2059193"/>
                <a:gd name="connsiteY6" fmla="*/ 1562386 h 3980116"/>
                <a:gd name="connsiteX7" fmla="*/ 1378363 w 2059193"/>
                <a:gd name="connsiteY7" fmla="*/ 1430750 h 3980116"/>
                <a:gd name="connsiteX8" fmla="*/ 1691831 w 2059193"/>
                <a:gd name="connsiteY8" fmla="*/ 1394841 h 3980116"/>
                <a:gd name="connsiteX9" fmla="*/ 1914335 w 2059193"/>
                <a:gd name="connsiteY9" fmla="*/ 1323023 h 3980116"/>
                <a:gd name="connsiteX10" fmla="*/ 2055495 w 2059193"/>
                <a:gd name="connsiteY10" fmla="*/ 1098042 h 3980116"/>
                <a:gd name="connsiteX11" fmla="*/ 2033969 w 2059193"/>
                <a:gd name="connsiteY11" fmla="*/ 930497 h 3980116"/>
                <a:gd name="connsiteX12" fmla="*/ 1885664 w 2059193"/>
                <a:gd name="connsiteY12" fmla="*/ 760571 h 3980116"/>
                <a:gd name="connsiteX13" fmla="*/ 1636871 w 2059193"/>
                <a:gd name="connsiteY13" fmla="*/ 612172 h 3980116"/>
                <a:gd name="connsiteX14" fmla="*/ 1335405 w 2059193"/>
                <a:gd name="connsiteY14" fmla="*/ 459010 h 3980116"/>
                <a:gd name="connsiteX15" fmla="*/ 1234916 w 2059193"/>
                <a:gd name="connsiteY15" fmla="*/ 269939 h 3980116"/>
                <a:gd name="connsiteX16" fmla="*/ 1386935 w 2059193"/>
                <a:gd name="connsiteY16" fmla="*/ 0 h 398011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Lst>
              <a:rect l="l" t="t" r="r" b="b"/>
              <a:pathLst>
                <a:path w="2059193" h="3980116">
                  <a:moveTo>
                    <a:pt x="0" y="3980116"/>
                  </a:moveTo>
                  <a:cubicBezTo>
                    <a:pt x="91345" y="3889534"/>
                    <a:pt x="382715" y="3608737"/>
                    <a:pt x="471583" y="3515678"/>
                  </a:cubicBezTo>
                  <a:cubicBezTo>
                    <a:pt x="576358" y="3405949"/>
                    <a:pt x="675989" y="3290983"/>
                    <a:pt x="758666" y="3163824"/>
                  </a:cubicBezTo>
                  <a:cubicBezTo>
                    <a:pt x="836105" y="3044857"/>
                    <a:pt x="897445" y="2916079"/>
                    <a:pt x="940499" y="2780824"/>
                  </a:cubicBezTo>
                  <a:cubicBezTo>
                    <a:pt x="996315" y="2605754"/>
                    <a:pt x="1020985" y="2422874"/>
                    <a:pt x="1055370" y="2242185"/>
                  </a:cubicBezTo>
                  <a:cubicBezTo>
                    <a:pt x="1078611" y="2120075"/>
                    <a:pt x="1107472" y="1999107"/>
                    <a:pt x="1136714" y="1878330"/>
                  </a:cubicBezTo>
                  <a:cubicBezTo>
                    <a:pt x="1163098" y="1769174"/>
                    <a:pt x="1189482" y="1658588"/>
                    <a:pt x="1246727" y="1562386"/>
                  </a:cubicBezTo>
                  <a:cubicBezTo>
                    <a:pt x="1279208" y="1507808"/>
                    <a:pt x="1321689" y="1459039"/>
                    <a:pt x="1378363" y="1430750"/>
                  </a:cubicBezTo>
                  <a:cubicBezTo>
                    <a:pt x="1473327" y="1383221"/>
                    <a:pt x="1584865" y="1402652"/>
                    <a:pt x="1691831" y="1394841"/>
                  </a:cubicBezTo>
                  <a:cubicBezTo>
                    <a:pt x="1771079" y="1389031"/>
                    <a:pt x="1849279" y="1368266"/>
                    <a:pt x="1914335" y="1323023"/>
                  </a:cubicBezTo>
                  <a:cubicBezTo>
                    <a:pt x="1989963" y="1270445"/>
                    <a:pt x="2041493" y="1189101"/>
                    <a:pt x="2055495" y="1098042"/>
                  </a:cubicBezTo>
                  <a:cubicBezTo>
                    <a:pt x="2064258" y="1041178"/>
                    <a:pt x="2057591" y="982980"/>
                    <a:pt x="2033969" y="930497"/>
                  </a:cubicBezTo>
                  <a:cubicBezTo>
                    <a:pt x="2002727" y="861060"/>
                    <a:pt x="1945958" y="807625"/>
                    <a:pt x="1885664" y="760571"/>
                  </a:cubicBezTo>
                  <a:cubicBezTo>
                    <a:pt x="1809179" y="700945"/>
                    <a:pt x="1725549" y="651415"/>
                    <a:pt x="1636871" y="612172"/>
                  </a:cubicBezTo>
                  <a:cubicBezTo>
                    <a:pt x="1532763" y="566071"/>
                    <a:pt x="1421606" y="532543"/>
                    <a:pt x="1335405" y="459010"/>
                  </a:cubicBezTo>
                  <a:cubicBezTo>
                    <a:pt x="1277969" y="409956"/>
                    <a:pt x="1232059" y="344615"/>
                    <a:pt x="1234916" y="269939"/>
                  </a:cubicBezTo>
                  <a:cubicBezTo>
                    <a:pt x="1237012" y="211741"/>
                    <a:pt x="1386935" y="0"/>
                    <a:pt x="1386935" y="0"/>
                  </a:cubicBezTo>
                </a:path>
              </a:pathLst>
            </a:custGeom>
            <a:noFill/>
            <a:ln w="9525" cap="rnd">
              <a:solidFill>
                <a:schemeClr val="accent2">
                  <a:alpha val="50000"/>
                </a:schemeClr>
              </a:solidFill>
              <a:prstDash val="lgDash"/>
              <a:round/>
            </a:ln>
          </p:spPr>
          <p:txBody>
            <a:bodyPr rtlCol="0" anchor="ctr"/>
            <a:lstStyle/>
            <a:p>
              <a:endParaRPr lang="en-US"/>
            </a:p>
          </p:txBody>
        </p:sp>
        <p:sp>
          <p:nvSpPr>
            <p:cNvPr id="78" name="Freeform: Shape 77">
              <a:extLst>
                <a:ext uri="{FF2B5EF4-FFF2-40B4-BE49-F238E27FC236}">
                  <a16:creationId xmlns:a16="http://schemas.microsoft.com/office/drawing/2014/main" id="{E740E1FB-ACD1-41FC-9828-9B5D2CAA770E}"/>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18825" y="543780"/>
              <a:ext cx="494287" cy="1905590"/>
            </a:xfrm>
            <a:custGeom>
              <a:avLst/>
              <a:gdLst>
                <a:gd name="connsiteX0" fmla="*/ 11144 w 743796"/>
                <a:gd name="connsiteY0" fmla="*/ 0 h 2867501"/>
                <a:gd name="connsiteX1" fmla="*/ 353663 w 743796"/>
                <a:gd name="connsiteY1" fmla="*/ 55245 h 2867501"/>
                <a:gd name="connsiteX2" fmla="*/ 571405 w 743796"/>
                <a:gd name="connsiteY2" fmla="*/ 179737 h 2867501"/>
                <a:gd name="connsiteX3" fmla="*/ 688658 w 743796"/>
                <a:gd name="connsiteY3" fmla="*/ 368808 h 2867501"/>
                <a:gd name="connsiteX4" fmla="*/ 731711 w 743796"/>
                <a:gd name="connsiteY4" fmla="*/ 612934 h 2867501"/>
                <a:gd name="connsiteX5" fmla="*/ 725233 w 743796"/>
                <a:gd name="connsiteY5" fmla="*/ 995648 h 2867501"/>
                <a:gd name="connsiteX6" fmla="*/ 742855 w 743796"/>
                <a:gd name="connsiteY6" fmla="*/ 1499330 h 2867501"/>
                <a:gd name="connsiteX7" fmla="*/ 707898 w 743796"/>
                <a:gd name="connsiteY7" fmla="*/ 1793081 h 2867501"/>
                <a:gd name="connsiteX8" fmla="*/ 633222 w 743796"/>
                <a:gd name="connsiteY8" fmla="*/ 2073592 h 2867501"/>
                <a:gd name="connsiteX9" fmla="*/ 404527 w 743796"/>
                <a:gd name="connsiteY9" fmla="*/ 2472404 h 2867501"/>
                <a:gd name="connsiteX10" fmla="*/ 0 w 743796"/>
                <a:gd name="connsiteY10" fmla="*/ 2867501 h 286750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743796" h="2867501">
                  <a:moveTo>
                    <a:pt x="11144" y="0"/>
                  </a:moveTo>
                  <a:cubicBezTo>
                    <a:pt x="101060" y="2953"/>
                    <a:pt x="268796" y="25146"/>
                    <a:pt x="353663" y="55245"/>
                  </a:cubicBezTo>
                  <a:cubicBezTo>
                    <a:pt x="433483" y="83534"/>
                    <a:pt x="510635" y="120967"/>
                    <a:pt x="571405" y="179737"/>
                  </a:cubicBezTo>
                  <a:cubicBezTo>
                    <a:pt x="625412" y="231934"/>
                    <a:pt x="663607" y="297942"/>
                    <a:pt x="688658" y="368808"/>
                  </a:cubicBezTo>
                  <a:cubicBezTo>
                    <a:pt x="716375" y="447103"/>
                    <a:pt x="727996" y="529876"/>
                    <a:pt x="731711" y="612934"/>
                  </a:cubicBezTo>
                  <a:cubicBezTo>
                    <a:pt x="737426" y="740474"/>
                    <a:pt x="724948" y="867918"/>
                    <a:pt x="725233" y="995648"/>
                  </a:cubicBezTo>
                  <a:cubicBezTo>
                    <a:pt x="725710" y="1163765"/>
                    <a:pt x="748665" y="1331309"/>
                    <a:pt x="742855" y="1499330"/>
                  </a:cubicBezTo>
                  <a:cubicBezTo>
                    <a:pt x="739426" y="1598009"/>
                    <a:pt x="725996" y="1696022"/>
                    <a:pt x="707898" y="1793081"/>
                  </a:cubicBezTo>
                  <a:cubicBezTo>
                    <a:pt x="690086" y="1888426"/>
                    <a:pt x="666845" y="1982724"/>
                    <a:pt x="633222" y="2073592"/>
                  </a:cubicBezTo>
                  <a:cubicBezTo>
                    <a:pt x="579692" y="2218182"/>
                    <a:pt x="499682" y="2351056"/>
                    <a:pt x="404527" y="2472404"/>
                  </a:cubicBezTo>
                  <a:cubicBezTo>
                    <a:pt x="266033" y="2648902"/>
                    <a:pt x="179642" y="2732818"/>
                    <a:pt x="0" y="2867501"/>
                  </a:cubicBezTo>
                </a:path>
              </a:pathLst>
            </a:custGeom>
            <a:noFill/>
            <a:ln w="9525" cap="rnd">
              <a:solidFill>
                <a:schemeClr val="accent2">
                  <a:alpha val="50000"/>
                </a:schemeClr>
              </a:solidFill>
              <a:prstDash val="lgDash"/>
              <a:round/>
            </a:ln>
          </p:spPr>
          <p:txBody>
            <a:bodyPr rtlCol="0" anchor="ctr"/>
            <a:lstStyle/>
            <a:p>
              <a:endParaRPr lang="en-US"/>
            </a:p>
          </p:txBody>
        </p:sp>
        <p:sp>
          <p:nvSpPr>
            <p:cNvPr id="79" name="Freeform: Shape 78">
              <a:extLst>
                <a:ext uri="{FF2B5EF4-FFF2-40B4-BE49-F238E27FC236}">
                  <a16:creationId xmlns:a16="http://schemas.microsoft.com/office/drawing/2014/main" id="{12BABC85-DC43-42B8-8AAA-9198D7A62D67}"/>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10849" y="672286"/>
              <a:ext cx="396930" cy="1690303"/>
            </a:xfrm>
            <a:custGeom>
              <a:avLst/>
              <a:gdLst>
                <a:gd name="connsiteX0" fmla="*/ 16478 w 597294"/>
                <a:gd name="connsiteY0" fmla="*/ 2079 h 2543540"/>
                <a:gd name="connsiteX1" fmla="*/ 299847 w 597294"/>
                <a:gd name="connsiteY1" fmla="*/ 53991 h 2543540"/>
                <a:gd name="connsiteX2" fmla="*/ 503206 w 597294"/>
                <a:gd name="connsiteY2" fmla="*/ 291354 h 2543540"/>
                <a:gd name="connsiteX3" fmla="*/ 525113 w 597294"/>
                <a:gd name="connsiteY3" fmla="*/ 724265 h 2543540"/>
                <a:gd name="connsiteX4" fmla="*/ 578930 w 597294"/>
                <a:gd name="connsiteY4" fmla="*/ 1117267 h 2543540"/>
                <a:gd name="connsiteX5" fmla="*/ 592931 w 597294"/>
                <a:gd name="connsiteY5" fmla="*/ 1476359 h 2543540"/>
                <a:gd name="connsiteX6" fmla="*/ 503206 w 597294"/>
                <a:gd name="connsiteY6" fmla="*/ 1859359 h 2543540"/>
                <a:gd name="connsiteX7" fmla="*/ 291846 w 597294"/>
                <a:gd name="connsiteY7" fmla="*/ 2250361 h 2543540"/>
                <a:gd name="connsiteX8" fmla="*/ 0 w 597294"/>
                <a:gd name="connsiteY8" fmla="*/ 2543540 h 254354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597294" h="2543540">
                  <a:moveTo>
                    <a:pt x="16478" y="2079"/>
                  </a:moveTo>
                  <a:cubicBezTo>
                    <a:pt x="101441" y="-6684"/>
                    <a:pt x="224885" y="12557"/>
                    <a:pt x="299847" y="53991"/>
                  </a:cubicBezTo>
                  <a:cubicBezTo>
                    <a:pt x="394240" y="106092"/>
                    <a:pt x="468440" y="189341"/>
                    <a:pt x="503206" y="291354"/>
                  </a:cubicBezTo>
                  <a:cubicBezTo>
                    <a:pt x="550069" y="429085"/>
                    <a:pt x="520827" y="577770"/>
                    <a:pt x="525113" y="724265"/>
                  </a:cubicBezTo>
                  <a:cubicBezTo>
                    <a:pt x="529019" y="856472"/>
                    <a:pt x="561118" y="986012"/>
                    <a:pt x="578930" y="1117267"/>
                  </a:cubicBezTo>
                  <a:cubicBezTo>
                    <a:pt x="595122" y="1236234"/>
                    <a:pt x="602742" y="1356630"/>
                    <a:pt x="592931" y="1476359"/>
                  </a:cubicBezTo>
                  <a:cubicBezTo>
                    <a:pt x="582073" y="1607709"/>
                    <a:pt x="549783" y="1736011"/>
                    <a:pt x="503206" y="1859359"/>
                  </a:cubicBezTo>
                  <a:cubicBezTo>
                    <a:pt x="450628" y="1998710"/>
                    <a:pt x="383857" y="2133298"/>
                    <a:pt x="291846" y="2250361"/>
                  </a:cubicBezTo>
                  <a:cubicBezTo>
                    <a:pt x="231553" y="2327132"/>
                    <a:pt x="73819" y="2479532"/>
                    <a:pt x="0" y="2543540"/>
                  </a:cubicBezTo>
                </a:path>
              </a:pathLst>
            </a:custGeom>
            <a:noFill/>
            <a:ln w="9525" cap="rnd">
              <a:solidFill>
                <a:schemeClr val="accent2">
                  <a:alpha val="50000"/>
                </a:schemeClr>
              </a:solidFill>
              <a:prstDash val="lgDash"/>
              <a:round/>
            </a:ln>
          </p:spPr>
          <p:txBody>
            <a:bodyPr rtlCol="0" anchor="ctr"/>
            <a:lstStyle/>
            <a:p>
              <a:endParaRPr lang="en-US"/>
            </a:p>
          </p:txBody>
        </p:sp>
        <p:sp>
          <p:nvSpPr>
            <p:cNvPr id="80" name="Freeform: Shape 79">
              <a:extLst>
                <a:ext uri="{FF2B5EF4-FFF2-40B4-BE49-F238E27FC236}">
                  <a16:creationId xmlns:a16="http://schemas.microsoft.com/office/drawing/2014/main" id="{F48F9955-240E-4180-81B8-5909B1A91366}"/>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23002" y="881264"/>
              <a:ext cx="258791" cy="1336561"/>
            </a:xfrm>
            <a:custGeom>
              <a:avLst/>
              <a:gdLst>
                <a:gd name="connsiteX0" fmla="*/ 0 w 389425"/>
                <a:gd name="connsiteY0" fmla="*/ 33 h 2011236"/>
                <a:gd name="connsiteX1" fmla="*/ 171260 w 389425"/>
                <a:gd name="connsiteY1" fmla="*/ 60326 h 2011236"/>
                <a:gd name="connsiteX2" fmla="*/ 211455 w 389425"/>
                <a:gd name="connsiteY2" fmla="*/ 221204 h 2011236"/>
                <a:gd name="connsiteX3" fmla="*/ 243078 w 389425"/>
                <a:gd name="connsiteY3" fmla="*/ 448089 h 2011236"/>
                <a:gd name="connsiteX4" fmla="*/ 346424 w 389425"/>
                <a:gd name="connsiteY4" fmla="*/ 789941 h 2011236"/>
                <a:gd name="connsiteX5" fmla="*/ 372237 w 389425"/>
                <a:gd name="connsiteY5" fmla="*/ 942151 h 2011236"/>
                <a:gd name="connsiteX6" fmla="*/ 386620 w 389425"/>
                <a:gd name="connsiteY6" fmla="*/ 1272478 h 2011236"/>
                <a:gd name="connsiteX7" fmla="*/ 280416 w 389425"/>
                <a:gd name="connsiteY7" fmla="*/ 1660241 h 2011236"/>
                <a:gd name="connsiteX8" fmla="*/ 151257 w 389425"/>
                <a:gd name="connsiteY8" fmla="*/ 1844073 h 2011236"/>
                <a:gd name="connsiteX9" fmla="*/ 1905 w 389425"/>
                <a:gd name="connsiteY9" fmla="*/ 2011237 h 201123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389425" h="2011236">
                  <a:moveTo>
                    <a:pt x="0" y="33"/>
                  </a:moveTo>
                  <a:cubicBezTo>
                    <a:pt x="57912" y="-824"/>
                    <a:pt x="136112" y="14892"/>
                    <a:pt x="171260" y="60326"/>
                  </a:cubicBezTo>
                  <a:cubicBezTo>
                    <a:pt x="205645" y="104903"/>
                    <a:pt x="207740" y="164244"/>
                    <a:pt x="211455" y="221204"/>
                  </a:cubicBezTo>
                  <a:cubicBezTo>
                    <a:pt x="216408" y="297594"/>
                    <a:pt x="225838" y="373604"/>
                    <a:pt x="243078" y="448089"/>
                  </a:cubicBezTo>
                  <a:cubicBezTo>
                    <a:pt x="269939" y="564199"/>
                    <a:pt x="319183" y="673927"/>
                    <a:pt x="346424" y="789941"/>
                  </a:cubicBezTo>
                  <a:cubicBezTo>
                    <a:pt x="358235" y="840043"/>
                    <a:pt x="365951" y="891097"/>
                    <a:pt x="372237" y="942151"/>
                  </a:cubicBezTo>
                  <a:cubicBezTo>
                    <a:pt x="385858" y="1051784"/>
                    <a:pt x="394049" y="1162274"/>
                    <a:pt x="386620" y="1272478"/>
                  </a:cubicBezTo>
                  <a:cubicBezTo>
                    <a:pt x="377476" y="1407828"/>
                    <a:pt x="344996" y="1541178"/>
                    <a:pt x="280416" y="1660241"/>
                  </a:cubicBezTo>
                  <a:cubicBezTo>
                    <a:pt x="244602" y="1726249"/>
                    <a:pt x="199358" y="1786352"/>
                    <a:pt x="151257" y="1844073"/>
                  </a:cubicBezTo>
                  <a:cubicBezTo>
                    <a:pt x="79534" y="1930084"/>
                    <a:pt x="89345" y="1941419"/>
                    <a:pt x="1905" y="2011237"/>
                  </a:cubicBezTo>
                </a:path>
              </a:pathLst>
            </a:custGeom>
            <a:noFill/>
            <a:ln w="9525" cap="rnd">
              <a:solidFill>
                <a:schemeClr val="accent2">
                  <a:alpha val="50000"/>
                </a:schemeClr>
              </a:solidFill>
              <a:prstDash val="lgDash"/>
              <a:round/>
            </a:ln>
          </p:spPr>
          <p:txBody>
            <a:bodyPr rtlCol="0" anchor="ctr"/>
            <a:lstStyle/>
            <a:p>
              <a:endParaRPr lang="en-US" dirty="0"/>
            </a:p>
          </p:txBody>
        </p:sp>
      </p:grpSp>
      <p:sp>
        <p:nvSpPr>
          <p:cNvPr id="2" name="Title 1">
            <a:extLst>
              <a:ext uri="{FF2B5EF4-FFF2-40B4-BE49-F238E27FC236}">
                <a16:creationId xmlns:a16="http://schemas.microsoft.com/office/drawing/2014/main" id="{8C461FDD-0075-2ECC-FBE7-94194E115AE8}"/>
              </a:ext>
            </a:extLst>
          </p:cNvPr>
          <p:cNvSpPr>
            <a:spLocks noGrp="1"/>
          </p:cNvSpPr>
          <p:nvPr>
            <p:ph type="title"/>
          </p:nvPr>
        </p:nvSpPr>
        <p:spPr>
          <a:xfrm>
            <a:off x="1198182" y="559813"/>
            <a:ext cx="3988369" cy="2236864"/>
          </a:xfrm>
        </p:spPr>
        <p:txBody>
          <a:bodyPr>
            <a:normAutofit/>
          </a:bodyPr>
          <a:lstStyle/>
          <a:p>
            <a:r>
              <a:rPr lang="en-US" dirty="0"/>
              <a:t>Our Approach – Tool Validation</a:t>
            </a:r>
          </a:p>
        </p:txBody>
      </p:sp>
      <p:sp>
        <p:nvSpPr>
          <p:cNvPr id="3" name="Content Placeholder 2">
            <a:extLst>
              <a:ext uri="{FF2B5EF4-FFF2-40B4-BE49-F238E27FC236}">
                <a16:creationId xmlns:a16="http://schemas.microsoft.com/office/drawing/2014/main" id="{B414F0BF-E80F-7647-47CB-E3E6E4112EC4}"/>
              </a:ext>
            </a:extLst>
          </p:cNvPr>
          <p:cNvSpPr>
            <a:spLocks noGrp="1"/>
          </p:cNvSpPr>
          <p:nvPr>
            <p:ph idx="1"/>
          </p:nvPr>
        </p:nvSpPr>
        <p:spPr>
          <a:xfrm>
            <a:off x="1185756" y="2955401"/>
            <a:ext cx="3988112" cy="3157686"/>
          </a:xfrm>
        </p:spPr>
        <p:txBody>
          <a:bodyPr>
            <a:normAutofit/>
          </a:bodyPr>
          <a:lstStyle/>
          <a:p>
            <a:r>
              <a:rPr lang="en-US" sz="1800" dirty="0"/>
              <a:t>Block-time vs Chains</a:t>
            </a:r>
          </a:p>
          <a:p>
            <a:pPr lvl="1"/>
            <a:r>
              <a:rPr lang="en-US" sz="1800" dirty="0"/>
              <a:t>Simulated average block times nearly matches the block-time claimed by NEAR and so maybe we can conclude that for validation we might need tweaks in the block-size to match that of NEAR.</a:t>
            </a:r>
          </a:p>
        </p:txBody>
      </p:sp>
      <p:pic>
        <p:nvPicPr>
          <p:cNvPr id="5" name="Picture 4" descr="A graph of different colored bars&#10;&#10;AI-generated content may be incorrect.">
            <a:extLst>
              <a:ext uri="{FF2B5EF4-FFF2-40B4-BE49-F238E27FC236}">
                <a16:creationId xmlns:a16="http://schemas.microsoft.com/office/drawing/2014/main" id="{83BEF54F-EAD9-8CFF-E126-29654804178E}"/>
              </a:ext>
            </a:extLst>
          </p:cNvPr>
          <p:cNvPicPr>
            <a:picLocks noChangeAspect="1"/>
          </p:cNvPicPr>
          <p:nvPr/>
        </p:nvPicPr>
        <p:blipFill>
          <a:blip r:embed="rId2"/>
          <a:stretch>
            <a:fillRect/>
          </a:stretch>
        </p:blipFill>
        <p:spPr>
          <a:xfrm>
            <a:off x="5602903" y="1598040"/>
            <a:ext cx="6387190" cy="3656665"/>
          </a:xfrm>
          <a:prstGeom prst="rect">
            <a:avLst/>
          </a:prstGeom>
        </p:spPr>
      </p:pic>
      <p:grpSp>
        <p:nvGrpSpPr>
          <p:cNvPr id="82" name="Bottom Right">
            <a:extLst>
              <a:ext uri="{FF2B5EF4-FFF2-40B4-BE49-F238E27FC236}">
                <a16:creationId xmlns:a16="http://schemas.microsoft.com/office/drawing/2014/main" id="{284021E3-6F46-410C-BF43-B2DED736558E}"/>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7980400" y="3276601"/>
            <a:ext cx="4211600" cy="3581399"/>
            <a:chOff x="7980400" y="3276601"/>
            <a:chExt cx="4211600" cy="3581399"/>
          </a:xfrm>
        </p:grpSpPr>
        <p:sp>
          <p:nvSpPr>
            <p:cNvPr id="83" name="Freeform: Shape 82">
              <a:extLst>
                <a:ext uri="{FF2B5EF4-FFF2-40B4-BE49-F238E27FC236}">
                  <a16:creationId xmlns:a16="http://schemas.microsoft.com/office/drawing/2014/main" id="{A48AF179-3265-4A10-A62C-92B7E186C387}"/>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10439256" y="6178637"/>
              <a:ext cx="1482102" cy="679363"/>
            </a:xfrm>
            <a:custGeom>
              <a:avLst/>
              <a:gdLst>
                <a:gd name="connsiteX0" fmla="*/ 741051 w 1482102"/>
                <a:gd name="connsiteY0" fmla="*/ 0 h 679363"/>
                <a:gd name="connsiteX1" fmla="*/ 1473822 w 1482102"/>
                <a:gd name="connsiteY1" fmla="*/ 597226 h 679363"/>
                <a:gd name="connsiteX2" fmla="*/ 1482102 w 1482102"/>
                <a:gd name="connsiteY2" fmla="*/ 679363 h 679363"/>
                <a:gd name="connsiteX3" fmla="*/ 0 w 1482102"/>
                <a:gd name="connsiteY3" fmla="*/ 679363 h 679363"/>
                <a:gd name="connsiteX4" fmla="*/ 8280 w 1482102"/>
                <a:gd name="connsiteY4" fmla="*/ 597226 h 679363"/>
                <a:gd name="connsiteX5" fmla="*/ 741051 w 1482102"/>
                <a:gd name="connsiteY5" fmla="*/ 0 h 67936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1482102" h="679363">
                  <a:moveTo>
                    <a:pt x="741051" y="0"/>
                  </a:moveTo>
                  <a:cubicBezTo>
                    <a:pt x="1102506" y="0"/>
                    <a:pt x="1404077" y="256390"/>
                    <a:pt x="1473822" y="597226"/>
                  </a:cubicBezTo>
                  <a:lnTo>
                    <a:pt x="1482102" y="679363"/>
                  </a:lnTo>
                  <a:lnTo>
                    <a:pt x="0" y="679363"/>
                  </a:lnTo>
                  <a:lnTo>
                    <a:pt x="8280" y="597226"/>
                  </a:lnTo>
                  <a:cubicBezTo>
                    <a:pt x="78025" y="256390"/>
                    <a:pt x="379596" y="0"/>
                    <a:pt x="741051" y="0"/>
                  </a:cubicBezTo>
                  <a:close/>
                </a:path>
              </a:pathLst>
            </a:cu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dirty="0">
                <a:solidFill>
                  <a:schemeClr val="tx1">
                    <a:lumMod val="65000"/>
                    <a:lumOff val="35000"/>
                  </a:schemeClr>
                </a:solidFill>
                <a:latin typeface="AvenirNext LT Pro Medium" panose="020B0504020202020204" pitchFamily="34" charset="0"/>
              </a:endParaRPr>
            </a:p>
          </p:txBody>
        </p:sp>
        <p:grpSp>
          <p:nvGrpSpPr>
            <p:cNvPr id="84" name="Graphic 157">
              <a:extLst>
                <a:ext uri="{FF2B5EF4-FFF2-40B4-BE49-F238E27FC236}">
                  <a16:creationId xmlns:a16="http://schemas.microsoft.com/office/drawing/2014/main" id="{30DF5C12-B34D-4E70-8FD0-D98069994E42}"/>
                </a:ext>
                <a:ext uri="{C183D7F6-B498-43B3-948B-1728B52AA6E4}">
                  <adec:decorative xmlns:adec="http://schemas.microsoft.com/office/drawing/2017/decorative" val="1"/>
                </a:ext>
              </a:extLst>
            </p:cNvPr>
            <p:cNvGrpSpPr/>
            <p:nvPr>
              <p:extLst>
                <p:ext uri="{386F3935-93C4-4BCD-93E2-E3B085C9AB24}">
                  <p16:designElem xmlns:p16="http://schemas.microsoft.com/office/powerpoint/2015/main" val="1"/>
                </p:ext>
              </p:extLst>
            </p:nvPr>
          </p:nvGrpSpPr>
          <p:grpSpPr>
            <a:xfrm>
              <a:off x="8662740" y="3276601"/>
              <a:ext cx="3529260" cy="3581398"/>
              <a:chOff x="4114800" y="1423987"/>
              <a:chExt cx="3961542" cy="4007547"/>
            </a:xfrm>
            <a:noFill/>
          </p:grpSpPr>
          <p:sp>
            <p:nvSpPr>
              <p:cNvPr id="86" name="Freeform: Shape 85">
                <a:extLst>
                  <a:ext uri="{FF2B5EF4-FFF2-40B4-BE49-F238E27FC236}">
                    <a16:creationId xmlns:a16="http://schemas.microsoft.com/office/drawing/2014/main" id="{9589785B-0300-4D1C-BEFB-DCA5AA04506F}"/>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4114800" y="1423987"/>
                <a:ext cx="3946874" cy="3989641"/>
              </a:xfrm>
              <a:custGeom>
                <a:avLst/>
                <a:gdLst>
                  <a:gd name="connsiteX0" fmla="*/ 0 w 3946874"/>
                  <a:gd name="connsiteY0" fmla="*/ 3989641 h 3989641"/>
                  <a:gd name="connsiteX1" fmla="*/ 79439 w 3946874"/>
                  <a:gd name="connsiteY1" fmla="*/ 3891153 h 3989641"/>
                  <a:gd name="connsiteX2" fmla="*/ 297371 w 3946874"/>
                  <a:gd name="connsiteY2" fmla="*/ 3626930 h 3989641"/>
                  <a:gd name="connsiteX3" fmla="*/ 454343 w 3946874"/>
                  <a:gd name="connsiteY3" fmla="*/ 3440335 h 3989641"/>
                  <a:gd name="connsiteX4" fmla="*/ 622363 w 3946874"/>
                  <a:gd name="connsiteY4" fmla="*/ 3290697 h 3989641"/>
                  <a:gd name="connsiteX5" fmla="*/ 927068 w 3946874"/>
                  <a:gd name="connsiteY5" fmla="*/ 3087434 h 3989641"/>
                  <a:gd name="connsiteX6" fmla="*/ 1176338 w 3946874"/>
                  <a:gd name="connsiteY6" fmla="*/ 2915603 h 3989641"/>
                  <a:gd name="connsiteX7" fmla="*/ 1394270 w 3946874"/>
                  <a:gd name="connsiteY7" fmla="*/ 2780729 h 3989641"/>
                  <a:gd name="connsiteX8" fmla="*/ 1601057 w 3946874"/>
                  <a:gd name="connsiteY8" fmla="*/ 2723483 h 3989641"/>
                  <a:gd name="connsiteX9" fmla="*/ 1756220 w 3946874"/>
                  <a:gd name="connsiteY9" fmla="*/ 2743772 h 3989641"/>
                  <a:gd name="connsiteX10" fmla="*/ 1889189 w 3946874"/>
                  <a:gd name="connsiteY10" fmla="*/ 2765965 h 3989641"/>
                  <a:gd name="connsiteX11" fmla="*/ 2007394 w 3946874"/>
                  <a:gd name="connsiteY11" fmla="*/ 2765965 h 3989641"/>
                  <a:gd name="connsiteX12" fmla="*/ 2184654 w 3946874"/>
                  <a:gd name="connsiteY12" fmla="*/ 2671763 h 3989641"/>
                  <a:gd name="connsiteX13" fmla="*/ 2372773 w 3946874"/>
                  <a:gd name="connsiteY13" fmla="*/ 2538984 h 3989641"/>
                  <a:gd name="connsiteX14" fmla="*/ 2439543 w 3946874"/>
                  <a:gd name="connsiteY14" fmla="*/ 2510504 h 3989641"/>
                  <a:gd name="connsiteX15" fmla="*/ 2650617 w 3946874"/>
                  <a:gd name="connsiteY15" fmla="*/ 2434781 h 3989641"/>
                  <a:gd name="connsiteX16" fmla="*/ 2785110 w 3946874"/>
                  <a:gd name="connsiteY16" fmla="*/ 2383060 h 3989641"/>
                  <a:gd name="connsiteX17" fmla="*/ 2897315 w 3946874"/>
                  <a:gd name="connsiteY17" fmla="*/ 2318861 h 3989641"/>
                  <a:gd name="connsiteX18" fmla="*/ 2997994 w 3946874"/>
                  <a:gd name="connsiteY18" fmla="*/ 2226183 h 3989641"/>
                  <a:gd name="connsiteX19" fmla="*/ 3061240 w 3946874"/>
                  <a:gd name="connsiteY19" fmla="*/ 2141506 h 3989641"/>
                  <a:gd name="connsiteX20" fmla="*/ 3152108 w 3946874"/>
                  <a:gd name="connsiteY20" fmla="*/ 2005203 h 3989641"/>
                  <a:gd name="connsiteX21" fmla="*/ 3274124 w 3946874"/>
                  <a:gd name="connsiteY21" fmla="*/ 1871567 h 3989641"/>
                  <a:gd name="connsiteX22" fmla="*/ 3388138 w 3946874"/>
                  <a:gd name="connsiteY22" fmla="*/ 1770888 h 3989641"/>
                  <a:gd name="connsiteX23" fmla="*/ 3466529 w 3946874"/>
                  <a:gd name="connsiteY23" fmla="*/ 1679162 h 3989641"/>
                  <a:gd name="connsiteX24" fmla="*/ 3538633 w 3946874"/>
                  <a:gd name="connsiteY24" fmla="*/ 1551718 h 3989641"/>
                  <a:gd name="connsiteX25" fmla="*/ 3588544 w 3946874"/>
                  <a:gd name="connsiteY25" fmla="*/ 1376172 h 3989641"/>
                  <a:gd name="connsiteX26" fmla="*/ 3597402 w 3946874"/>
                  <a:gd name="connsiteY26" fmla="*/ 1293305 h 3989641"/>
                  <a:gd name="connsiteX27" fmla="*/ 3721227 w 3946874"/>
                  <a:gd name="connsiteY27" fmla="*/ 880491 h 3989641"/>
                  <a:gd name="connsiteX28" fmla="*/ 3761137 w 3946874"/>
                  <a:gd name="connsiteY28" fmla="*/ 463677 h 3989641"/>
                  <a:gd name="connsiteX29" fmla="*/ 3946874 w 3946874"/>
                  <a:gd name="connsiteY29" fmla="*/ 0 h 398964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Lst>
                <a:rect l="l" t="t" r="r" b="b"/>
                <a:pathLst>
                  <a:path w="3946874" h="3989641">
                    <a:moveTo>
                      <a:pt x="0" y="3989641"/>
                    </a:moveTo>
                    <a:cubicBezTo>
                      <a:pt x="19050" y="3957257"/>
                      <a:pt x="50959" y="3916013"/>
                      <a:pt x="79439" y="3891153"/>
                    </a:cubicBezTo>
                    <a:cubicBezTo>
                      <a:pt x="165544" y="3815906"/>
                      <a:pt x="227933" y="3717989"/>
                      <a:pt x="297371" y="3626930"/>
                    </a:cubicBezTo>
                    <a:cubicBezTo>
                      <a:pt x="346615" y="3562255"/>
                      <a:pt x="398050" y="3499009"/>
                      <a:pt x="454343" y="3440335"/>
                    </a:cubicBezTo>
                    <a:cubicBezTo>
                      <a:pt x="506349" y="3386042"/>
                      <a:pt x="562642" y="3336227"/>
                      <a:pt x="622363" y="3290697"/>
                    </a:cubicBezTo>
                    <a:cubicBezTo>
                      <a:pt x="719519" y="3216688"/>
                      <a:pt x="824960" y="3154585"/>
                      <a:pt x="927068" y="3087434"/>
                    </a:cubicBezTo>
                    <a:cubicBezTo>
                      <a:pt x="1011365" y="3031998"/>
                      <a:pt x="1093565" y="2973324"/>
                      <a:pt x="1176338" y="2915603"/>
                    </a:cubicBezTo>
                    <a:cubicBezTo>
                      <a:pt x="1246537" y="2866644"/>
                      <a:pt x="1317308" y="2818066"/>
                      <a:pt x="1394270" y="2780729"/>
                    </a:cubicBezTo>
                    <a:cubicBezTo>
                      <a:pt x="1459421" y="2749106"/>
                      <a:pt x="1528763" y="2724436"/>
                      <a:pt x="1601057" y="2723483"/>
                    </a:cubicBezTo>
                    <a:cubicBezTo>
                      <a:pt x="1653350" y="2722721"/>
                      <a:pt x="1704785" y="2733485"/>
                      <a:pt x="1756220" y="2743772"/>
                    </a:cubicBezTo>
                    <a:cubicBezTo>
                      <a:pt x="1800320" y="2752630"/>
                      <a:pt x="1844612" y="2760250"/>
                      <a:pt x="1889189" y="2765965"/>
                    </a:cubicBezTo>
                    <a:cubicBezTo>
                      <a:pt x="1928622" y="2771013"/>
                      <a:pt x="1968437" y="2773299"/>
                      <a:pt x="2007394" y="2765965"/>
                    </a:cubicBezTo>
                    <a:cubicBezTo>
                      <a:pt x="2073878" y="2753487"/>
                      <a:pt x="2130647" y="2712911"/>
                      <a:pt x="2184654" y="2671763"/>
                    </a:cubicBezTo>
                    <a:cubicBezTo>
                      <a:pt x="2245900" y="2625090"/>
                      <a:pt x="2304002" y="2573465"/>
                      <a:pt x="2372773" y="2538984"/>
                    </a:cubicBezTo>
                    <a:cubicBezTo>
                      <a:pt x="2394395" y="2528126"/>
                      <a:pt x="2416874" y="2518982"/>
                      <a:pt x="2439543" y="2510504"/>
                    </a:cubicBezTo>
                    <a:cubicBezTo>
                      <a:pt x="2509552" y="2484215"/>
                      <a:pt x="2580037" y="2459450"/>
                      <a:pt x="2650617" y="2434781"/>
                    </a:cubicBezTo>
                    <a:cubicBezTo>
                      <a:pt x="2695956" y="2418874"/>
                      <a:pt x="2741295" y="2402872"/>
                      <a:pt x="2785110" y="2383060"/>
                    </a:cubicBezTo>
                    <a:cubicBezTo>
                      <a:pt x="2824448" y="2365248"/>
                      <a:pt x="2862358" y="2344198"/>
                      <a:pt x="2897315" y="2318861"/>
                    </a:cubicBezTo>
                    <a:cubicBezTo>
                      <a:pt x="2934367" y="2292096"/>
                      <a:pt x="2968085" y="2260854"/>
                      <a:pt x="2997994" y="2226183"/>
                    </a:cubicBezTo>
                    <a:cubicBezTo>
                      <a:pt x="3020949" y="2199513"/>
                      <a:pt x="3041714" y="2170938"/>
                      <a:pt x="3061240" y="2141506"/>
                    </a:cubicBezTo>
                    <a:cubicBezTo>
                      <a:pt x="3091529" y="2095976"/>
                      <a:pt x="3119533" y="2049018"/>
                      <a:pt x="3152108" y="2005203"/>
                    </a:cubicBezTo>
                    <a:cubicBezTo>
                      <a:pt x="3188113" y="1956626"/>
                      <a:pt x="3229261" y="1912144"/>
                      <a:pt x="3274124" y="1871567"/>
                    </a:cubicBezTo>
                    <a:cubicBezTo>
                      <a:pt x="3311747" y="1837563"/>
                      <a:pt x="3351848" y="1806321"/>
                      <a:pt x="3388138" y="1770888"/>
                    </a:cubicBezTo>
                    <a:cubicBezTo>
                      <a:pt x="3416999" y="1742694"/>
                      <a:pt x="3443002" y="1711833"/>
                      <a:pt x="3466529" y="1679162"/>
                    </a:cubicBezTo>
                    <a:cubicBezTo>
                      <a:pt x="3495008" y="1639348"/>
                      <a:pt x="3519392" y="1596771"/>
                      <a:pt x="3538633" y="1551718"/>
                    </a:cubicBezTo>
                    <a:cubicBezTo>
                      <a:pt x="3562731" y="1495616"/>
                      <a:pt x="3578924" y="1436465"/>
                      <a:pt x="3588544" y="1376172"/>
                    </a:cubicBezTo>
                    <a:cubicBezTo>
                      <a:pt x="3592925" y="1348740"/>
                      <a:pt x="3595688" y="1321022"/>
                      <a:pt x="3597402" y="1293305"/>
                    </a:cubicBezTo>
                    <a:cubicBezTo>
                      <a:pt x="3605974" y="1155859"/>
                      <a:pt x="3717703" y="1018127"/>
                      <a:pt x="3721227" y="880491"/>
                    </a:cubicBezTo>
                    <a:cubicBezTo>
                      <a:pt x="3724751" y="740855"/>
                      <a:pt x="3743135" y="602171"/>
                      <a:pt x="3761137" y="463677"/>
                    </a:cubicBezTo>
                    <a:cubicBezTo>
                      <a:pt x="3776186" y="347758"/>
                      <a:pt x="3934968" y="116205"/>
                      <a:pt x="3946874" y="0"/>
                    </a:cubicBezTo>
                  </a:path>
                </a:pathLst>
              </a:custGeom>
              <a:noFill/>
              <a:ln w="9525" cap="rnd">
                <a:solidFill>
                  <a:schemeClr val="accent2">
                    <a:alpha val="35000"/>
                  </a:schemeClr>
                </a:solidFill>
                <a:prstDash val="lgDash"/>
                <a:round/>
              </a:ln>
            </p:spPr>
            <p:txBody>
              <a:bodyPr rtlCol="0" anchor="ctr"/>
              <a:lstStyle/>
              <a:p>
                <a:endParaRPr lang="en-US"/>
              </a:p>
            </p:txBody>
          </p:sp>
          <p:sp>
            <p:nvSpPr>
              <p:cNvPr id="87" name="Freeform: Shape 86">
                <a:extLst>
                  <a:ext uri="{FF2B5EF4-FFF2-40B4-BE49-F238E27FC236}">
                    <a16:creationId xmlns:a16="http://schemas.microsoft.com/office/drawing/2014/main" id="{7F41DF3E-3189-428F-B4FE-AACA351306B0}"/>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4395978" y="2441733"/>
                <a:ext cx="3665410" cy="2985611"/>
              </a:xfrm>
              <a:custGeom>
                <a:avLst/>
                <a:gdLst>
                  <a:gd name="connsiteX0" fmla="*/ 0 w 3665410"/>
                  <a:gd name="connsiteY0" fmla="*/ 2985611 h 2985611"/>
                  <a:gd name="connsiteX1" fmla="*/ 166211 w 3665410"/>
                  <a:gd name="connsiteY1" fmla="*/ 2699766 h 2985611"/>
                  <a:gd name="connsiteX2" fmla="*/ 397002 w 3665410"/>
                  <a:gd name="connsiteY2" fmla="*/ 2414969 h 2985611"/>
                  <a:gd name="connsiteX3" fmla="*/ 620173 w 3665410"/>
                  <a:gd name="connsiteY3" fmla="*/ 2237899 h 2985611"/>
                  <a:gd name="connsiteX4" fmla="*/ 823341 w 3665410"/>
                  <a:gd name="connsiteY4" fmla="*/ 2085499 h 2985611"/>
                  <a:gd name="connsiteX5" fmla="*/ 1089565 w 3665410"/>
                  <a:gd name="connsiteY5" fmla="*/ 1911477 h 2985611"/>
                  <a:gd name="connsiteX6" fmla="*/ 1145000 w 3665410"/>
                  <a:gd name="connsiteY6" fmla="*/ 1886807 h 2985611"/>
                  <a:gd name="connsiteX7" fmla="*/ 1375791 w 3665410"/>
                  <a:gd name="connsiteY7" fmla="*/ 1842135 h 2985611"/>
                  <a:gd name="connsiteX8" fmla="*/ 1486567 w 3665410"/>
                  <a:gd name="connsiteY8" fmla="*/ 1857566 h 2985611"/>
                  <a:gd name="connsiteX9" fmla="*/ 1568101 w 3665410"/>
                  <a:gd name="connsiteY9" fmla="*/ 1871377 h 2985611"/>
                  <a:gd name="connsiteX10" fmla="*/ 1810607 w 3665410"/>
                  <a:gd name="connsiteY10" fmla="*/ 1871377 h 2985611"/>
                  <a:gd name="connsiteX11" fmla="*/ 1997964 w 3665410"/>
                  <a:gd name="connsiteY11" fmla="*/ 1790605 h 2985611"/>
                  <a:gd name="connsiteX12" fmla="*/ 2109883 w 3665410"/>
                  <a:gd name="connsiteY12" fmla="*/ 1702784 h 2985611"/>
                  <a:gd name="connsiteX13" fmla="*/ 2321433 w 3665410"/>
                  <a:gd name="connsiteY13" fmla="*/ 1552384 h 2985611"/>
                  <a:gd name="connsiteX14" fmla="*/ 2558891 w 3665410"/>
                  <a:gd name="connsiteY14" fmla="*/ 1453420 h 2985611"/>
                  <a:gd name="connsiteX15" fmla="*/ 2709767 w 3665410"/>
                  <a:gd name="connsiteY15" fmla="*/ 1377887 h 2985611"/>
                  <a:gd name="connsiteX16" fmla="*/ 2885408 w 3665410"/>
                  <a:gd name="connsiteY16" fmla="*/ 1237393 h 2985611"/>
                  <a:gd name="connsiteX17" fmla="*/ 3017711 w 3665410"/>
                  <a:gd name="connsiteY17" fmla="*/ 1072229 h 2985611"/>
                  <a:gd name="connsiteX18" fmla="*/ 3150680 w 3665410"/>
                  <a:gd name="connsiteY18" fmla="*/ 921830 h 2985611"/>
                  <a:gd name="connsiteX19" fmla="*/ 3255169 w 3665410"/>
                  <a:gd name="connsiteY19" fmla="*/ 801815 h 2985611"/>
                  <a:gd name="connsiteX20" fmla="*/ 3339275 w 3665410"/>
                  <a:gd name="connsiteY20" fmla="*/ 694182 h 2985611"/>
                  <a:gd name="connsiteX21" fmla="*/ 3409188 w 3665410"/>
                  <a:gd name="connsiteY21" fmla="*/ 546926 h 2985611"/>
                  <a:gd name="connsiteX22" fmla="*/ 3464243 w 3665410"/>
                  <a:gd name="connsiteY22" fmla="*/ 347663 h 2985611"/>
                  <a:gd name="connsiteX23" fmla="*/ 3665411 w 3665410"/>
                  <a:gd name="connsiteY23" fmla="*/ 0 h 298561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Lst>
                <a:rect l="l" t="t" r="r" b="b"/>
                <a:pathLst>
                  <a:path w="3665410" h="2985611">
                    <a:moveTo>
                      <a:pt x="0" y="2985611"/>
                    </a:moveTo>
                    <a:cubicBezTo>
                      <a:pt x="0" y="2985611"/>
                      <a:pt x="86773" y="2802827"/>
                      <a:pt x="166211" y="2699766"/>
                    </a:cubicBezTo>
                    <a:cubicBezTo>
                      <a:pt x="240983" y="2602706"/>
                      <a:pt x="309182" y="2500122"/>
                      <a:pt x="397002" y="2414969"/>
                    </a:cubicBezTo>
                    <a:cubicBezTo>
                      <a:pt x="465296" y="2348865"/>
                      <a:pt x="543592" y="2294477"/>
                      <a:pt x="620173" y="2237899"/>
                    </a:cubicBezTo>
                    <a:cubicBezTo>
                      <a:pt x="688277" y="2187607"/>
                      <a:pt x="755333" y="2135886"/>
                      <a:pt x="823341" y="2085499"/>
                    </a:cubicBezTo>
                    <a:cubicBezTo>
                      <a:pt x="908685" y="2022253"/>
                      <a:pt x="994791" y="1959197"/>
                      <a:pt x="1089565" y="1911477"/>
                    </a:cubicBezTo>
                    <a:cubicBezTo>
                      <a:pt x="1107662" y="1902428"/>
                      <a:pt x="1126141" y="1894141"/>
                      <a:pt x="1145000" y="1886807"/>
                    </a:cubicBezTo>
                    <a:cubicBezTo>
                      <a:pt x="1218819" y="1858232"/>
                      <a:pt x="1296924" y="1838611"/>
                      <a:pt x="1375791" y="1842135"/>
                    </a:cubicBezTo>
                    <a:cubicBezTo>
                      <a:pt x="1413129" y="1843754"/>
                      <a:pt x="1449896" y="1850422"/>
                      <a:pt x="1486567" y="1857566"/>
                    </a:cubicBezTo>
                    <a:cubicBezTo>
                      <a:pt x="1513618" y="1862804"/>
                      <a:pt x="1540859" y="1867376"/>
                      <a:pt x="1568101" y="1871377"/>
                    </a:cubicBezTo>
                    <a:cubicBezTo>
                      <a:pt x="1648778" y="1883188"/>
                      <a:pt x="1730978" y="1887665"/>
                      <a:pt x="1810607" y="1871377"/>
                    </a:cubicBezTo>
                    <a:cubicBezTo>
                      <a:pt x="1877854" y="1857661"/>
                      <a:pt x="1941100" y="1829086"/>
                      <a:pt x="1997964" y="1790605"/>
                    </a:cubicBezTo>
                    <a:cubicBezTo>
                      <a:pt x="2037302" y="1764030"/>
                      <a:pt x="2073497" y="1733264"/>
                      <a:pt x="2109883" y="1702784"/>
                    </a:cubicBezTo>
                    <a:cubicBezTo>
                      <a:pt x="2176367" y="1647063"/>
                      <a:pt x="2244852" y="1593151"/>
                      <a:pt x="2321433" y="1552384"/>
                    </a:cubicBezTo>
                    <a:cubicBezTo>
                      <a:pt x="2397157" y="1512094"/>
                      <a:pt x="2479548" y="1486281"/>
                      <a:pt x="2558891" y="1453420"/>
                    </a:cubicBezTo>
                    <a:cubicBezTo>
                      <a:pt x="2610898" y="1431798"/>
                      <a:pt x="2661571" y="1407033"/>
                      <a:pt x="2709767" y="1377887"/>
                    </a:cubicBezTo>
                    <a:cubicBezTo>
                      <a:pt x="2774252" y="1338929"/>
                      <a:pt x="2834069" y="1292447"/>
                      <a:pt x="2885408" y="1237393"/>
                    </a:cubicBezTo>
                    <a:cubicBezTo>
                      <a:pt x="2933605" y="1185767"/>
                      <a:pt x="2973324" y="1127093"/>
                      <a:pt x="3017711" y="1072229"/>
                    </a:cubicBezTo>
                    <a:cubicBezTo>
                      <a:pt x="3059811" y="1020223"/>
                      <a:pt x="3105912" y="971645"/>
                      <a:pt x="3150680" y="921830"/>
                    </a:cubicBezTo>
                    <a:cubicBezTo>
                      <a:pt x="3186113" y="882396"/>
                      <a:pt x="3220593" y="842010"/>
                      <a:pt x="3255169" y="801815"/>
                    </a:cubicBezTo>
                    <a:cubicBezTo>
                      <a:pt x="3284887" y="767239"/>
                      <a:pt x="3314605" y="732473"/>
                      <a:pt x="3339275" y="694182"/>
                    </a:cubicBezTo>
                    <a:cubicBezTo>
                      <a:pt x="3368707" y="648367"/>
                      <a:pt x="3390138" y="597980"/>
                      <a:pt x="3409188" y="546926"/>
                    </a:cubicBezTo>
                    <a:cubicBezTo>
                      <a:pt x="3433382" y="482156"/>
                      <a:pt x="3453384" y="415861"/>
                      <a:pt x="3464243" y="347663"/>
                    </a:cubicBezTo>
                    <a:cubicBezTo>
                      <a:pt x="3476244" y="272224"/>
                      <a:pt x="3661696" y="76295"/>
                      <a:pt x="3665411" y="0"/>
                    </a:cubicBezTo>
                  </a:path>
                </a:pathLst>
              </a:custGeom>
              <a:noFill/>
              <a:ln w="9525" cap="rnd">
                <a:solidFill>
                  <a:schemeClr val="accent2">
                    <a:alpha val="35000"/>
                  </a:schemeClr>
                </a:solidFill>
                <a:prstDash val="lgDash"/>
                <a:round/>
              </a:ln>
            </p:spPr>
            <p:txBody>
              <a:bodyPr rtlCol="0" anchor="ctr"/>
              <a:lstStyle/>
              <a:p>
                <a:endParaRPr lang="en-US"/>
              </a:p>
            </p:txBody>
          </p:sp>
          <p:sp>
            <p:nvSpPr>
              <p:cNvPr id="88" name="Freeform: Shape 87">
                <a:extLst>
                  <a:ext uri="{FF2B5EF4-FFF2-40B4-BE49-F238E27FC236}">
                    <a16:creationId xmlns:a16="http://schemas.microsoft.com/office/drawing/2014/main" id="{7C51D846-61EF-4EB5-BE03-65A572A2EABD}"/>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7790402" y="5229700"/>
                <a:ext cx="285940" cy="199072"/>
              </a:xfrm>
              <a:custGeom>
                <a:avLst/>
                <a:gdLst>
                  <a:gd name="connsiteX0" fmla="*/ 0 w 285940"/>
                  <a:gd name="connsiteY0" fmla="*/ 199073 h 199072"/>
                  <a:gd name="connsiteX1" fmla="*/ 285940 w 285940"/>
                  <a:gd name="connsiteY1" fmla="*/ 0 h 199072"/>
                </a:gdLst>
                <a:ahLst/>
                <a:cxnLst>
                  <a:cxn ang="0">
                    <a:pos x="connsiteX0" y="connsiteY0"/>
                  </a:cxn>
                  <a:cxn ang="0">
                    <a:pos x="connsiteX1" y="connsiteY1"/>
                  </a:cxn>
                </a:cxnLst>
                <a:rect l="l" t="t" r="r" b="b"/>
                <a:pathLst>
                  <a:path w="285940" h="199072">
                    <a:moveTo>
                      <a:pt x="0" y="199073"/>
                    </a:moveTo>
                    <a:cubicBezTo>
                      <a:pt x="0" y="199073"/>
                      <a:pt x="242125" y="39243"/>
                      <a:pt x="285940" y="0"/>
                    </a:cubicBezTo>
                  </a:path>
                </a:pathLst>
              </a:custGeom>
              <a:noFill/>
              <a:ln w="9525" cap="rnd">
                <a:solidFill>
                  <a:schemeClr val="accent2">
                    <a:alpha val="35000"/>
                  </a:schemeClr>
                </a:solidFill>
                <a:prstDash val="lgDash"/>
                <a:round/>
              </a:ln>
            </p:spPr>
            <p:txBody>
              <a:bodyPr rtlCol="0" anchor="ctr"/>
              <a:lstStyle/>
              <a:p>
                <a:endParaRPr lang="en-US"/>
              </a:p>
            </p:txBody>
          </p:sp>
          <p:sp>
            <p:nvSpPr>
              <p:cNvPr id="89" name="Freeform: Shape 88">
                <a:extLst>
                  <a:ext uri="{FF2B5EF4-FFF2-40B4-BE49-F238E27FC236}">
                    <a16:creationId xmlns:a16="http://schemas.microsoft.com/office/drawing/2014/main" id="{C5417C86-AA6B-4AD4-BD75-694E8E073E36}"/>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7393114" y="5049773"/>
                <a:ext cx="655796" cy="381190"/>
              </a:xfrm>
              <a:custGeom>
                <a:avLst/>
                <a:gdLst>
                  <a:gd name="connsiteX0" fmla="*/ 0 w 655796"/>
                  <a:gd name="connsiteY0" fmla="*/ 381190 h 381190"/>
                  <a:gd name="connsiteX1" fmla="*/ 655796 w 655796"/>
                  <a:gd name="connsiteY1" fmla="*/ 0 h 381190"/>
                </a:gdLst>
                <a:ahLst/>
                <a:cxnLst>
                  <a:cxn ang="0">
                    <a:pos x="connsiteX0" y="connsiteY0"/>
                  </a:cxn>
                  <a:cxn ang="0">
                    <a:pos x="connsiteX1" y="connsiteY1"/>
                  </a:cxn>
                </a:cxnLst>
                <a:rect l="l" t="t" r="r" b="b"/>
                <a:pathLst>
                  <a:path w="655796" h="381190">
                    <a:moveTo>
                      <a:pt x="0" y="381190"/>
                    </a:moveTo>
                    <a:cubicBezTo>
                      <a:pt x="0" y="381190"/>
                      <a:pt x="461105" y="172117"/>
                      <a:pt x="655796" y="0"/>
                    </a:cubicBezTo>
                  </a:path>
                </a:pathLst>
              </a:custGeom>
              <a:noFill/>
              <a:ln w="9525" cap="rnd">
                <a:solidFill>
                  <a:schemeClr val="accent2">
                    <a:alpha val="35000"/>
                  </a:schemeClr>
                </a:solidFill>
                <a:prstDash val="lgDash"/>
                <a:round/>
              </a:ln>
            </p:spPr>
            <p:txBody>
              <a:bodyPr rtlCol="0" anchor="ctr"/>
              <a:lstStyle/>
              <a:p>
                <a:endParaRPr lang="en-US"/>
              </a:p>
            </p:txBody>
          </p:sp>
          <p:sp>
            <p:nvSpPr>
              <p:cNvPr id="90" name="Freeform: Shape 89">
                <a:extLst>
                  <a:ext uri="{FF2B5EF4-FFF2-40B4-BE49-F238E27FC236}">
                    <a16:creationId xmlns:a16="http://schemas.microsoft.com/office/drawing/2014/main" id="{51D5067E-85F6-4202-AFB5-41F9C9EA74B1}"/>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154072" y="3867816"/>
                <a:ext cx="2907315" cy="1544764"/>
              </a:xfrm>
              <a:custGeom>
                <a:avLst/>
                <a:gdLst>
                  <a:gd name="connsiteX0" fmla="*/ 0 w 2907315"/>
                  <a:gd name="connsiteY0" fmla="*/ 1544764 h 1544764"/>
                  <a:gd name="connsiteX1" fmla="*/ 201644 w 2907315"/>
                  <a:gd name="connsiteY1" fmla="*/ 1352550 h 1544764"/>
                  <a:gd name="connsiteX2" fmla="*/ 423196 w 2907315"/>
                  <a:gd name="connsiteY2" fmla="*/ 1196054 h 1544764"/>
                  <a:gd name="connsiteX3" fmla="*/ 782193 w 2907315"/>
                  <a:gd name="connsiteY3" fmla="*/ 1099947 h 1544764"/>
                  <a:gd name="connsiteX4" fmla="*/ 1052513 w 2907315"/>
                  <a:gd name="connsiteY4" fmla="*/ 1042321 h 1544764"/>
                  <a:gd name="connsiteX5" fmla="*/ 1311783 w 2907315"/>
                  <a:gd name="connsiteY5" fmla="*/ 1056037 h 1544764"/>
                  <a:gd name="connsiteX6" fmla="*/ 1484662 w 2907315"/>
                  <a:gd name="connsiteY6" fmla="*/ 1083469 h 1544764"/>
                  <a:gd name="connsiteX7" fmla="*/ 1788224 w 2907315"/>
                  <a:gd name="connsiteY7" fmla="*/ 1023080 h 1544764"/>
                  <a:gd name="connsiteX8" fmla="*/ 2269045 w 2907315"/>
                  <a:gd name="connsiteY8" fmla="*/ 734758 h 1544764"/>
                  <a:gd name="connsiteX9" fmla="*/ 2534984 w 2907315"/>
                  <a:gd name="connsiteY9" fmla="*/ 572738 h 1544764"/>
                  <a:gd name="connsiteX10" fmla="*/ 2907316 w 2907315"/>
                  <a:gd name="connsiteY10" fmla="*/ 0 h 154476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2907315" h="1544764">
                    <a:moveTo>
                      <a:pt x="0" y="1544764"/>
                    </a:moveTo>
                    <a:cubicBezTo>
                      <a:pt x="0" y="1544764"/>
                      <a:pt x="98012" y="1443990"/>
                      <a:pt x="201644" y="1352550"/>
                    </a:cubicBezTo>
                    <a:cubicBezTo>
                      <a:pt x="271272" y="1291209"/>
                      <a:pt x="343662" y="1234249"/>
                      <a:pt x="423196" y="1196054"/>
                    </a:cubicBezTo>
                    <a:cubicBezTo>
                      <a:pt x="537591" y="1141095"/>
                      <a:pt x="661226" y="1127189"/>
                      <a:pt x="782193" y="1099947"/>
                    </a:cubicBezTo>
                    <a:cubicBezTo>
                      <a:pt x="872300" y="1079659"/>
                      <a:pt x="961358" y="1051370"/>
                      <a:pt x="1052513" y="1042321"/>
                    </a:cubicBezTo>
                    <a:cubicBezTo>
                      <a:pt x="1139000" y="1033653"/>
                      <a:pt x="1225868" y="1040321"/>
                      <a:pt x="1311783" y="1056037"/>
                    </a:cubicBezTo>
                    <a:cubicBezTo>
                      <a:pt x="1369314" y="1066609"/>
                      <a:pt x="1426559" y="1079373"/>
                      <a:pt x="1484662" y="1083469"/>
                    </a:cubicBezTo>
                    <a:cubicBezTo>
                      <a:pt x="1587913" y="1090803"/>
                      <a:pt x="1690402" y="1064800"/>
                      <a:pt x="1788224" y="1023080"/>
                    </a:cubicBezTo>
                    <a:cubicBezTo>
                      <a:pt x="1956721" y="951262"/>
                      <a:pt x="2106549" y="825722"/>
                      <a:pt x="2269045" y="734758"/>
                    </a:cubicBezTo>
                    <a:cubicBezTo>
                      <a:pt x="2359438" y="684181"/>
                      <a:pt x="2452497" y="640556"/>
                      <a:pt x="2534984" y="572738"/>
                    </a:cubicBezTo>
                    <a:cubicBezTo>
                      <a:pt x="2673001" y="459391"/>
                      <a:pt x="2847023" y="191453"/>
                      <a:pt x="2907316" y="0"/>
                    </a:cubicBezTo>
                  </a:path>
                </a:pathLst>
              </a:custGeom>
              <a:noFill/>
              <a:ln w="9525" cap="rnd">
                <a:solidFill>
                  <a:schemeClr val="accent2">
                    <a:alpha val="35000"/>
                  </a:schemeClr>
                </a:solidFill>
                <a:prstDash val="lgDash"/>
                <a:round/>
              </a:ln>
            </p:spPr>
            <p:txBody>
              <a:bodyPr rtlCol="0" anchor="ctr"/>
              <a:lstStyle/>
              <a:p>
                <a:endParaRPr lang="en-US"/>
              </a:p>
            </p:txBody>
          </p:sp>
          <p:sp>
            <p:nvSpPr>
              <p:cNvPr id="91" name="Freeform: Shape 90">
                <a:extLst>
                  <a:ext uri="{FF2B5EF4-FFF2-40B4-BE49-F238E27FC236}">
                    <a16:creationId xmlns:a16="http://schemas.microsoft.com/office/drawing/2014/main" id="{A9598395-257E-4B18-949B-50F109866B75}"/>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4907946" y="3479100"/>
                <a:ext cx="3168300" cy="1952434"/>
              </a:xfrm>
              <a:custGeom>
                <a:avLst/>
                <a:gdLst>
                  <a:gd name="connsiteX0" fmla="*/ 0 w 3168300"/>
                  <a:gd name="connsiteY0" fmla="*/ 1952435 h 1952434"/>
                  <a:gd name="connsiteX1" fmla="*/ 202121 w 3168300"/>
                  <a:gd name="connsiteY1" fmla="*/ 1687068 h 1952434"/>
                  <a:gd name="connsiteX2" fmla="*/ 545116 w 3168300"/>
                  <a:gd name="connsiteY2" fmla="*/ 1450277 h 1952434"/>
                  <a:gd name="connsiteX3" fmla="*/ 906780 w 3168300"/>
                  <a:gd name="connsiteY3" fmla="*/ 1354455 h 1952434"/>
                  <a:gd name="connsiteX4" fmla="*/ 1332262 w 3168300"/>
                  <a:gd name="connsiteY4" fmla="*/ 1285304 h 1952434"/>
                  <a:gd name="connsiteX5" fmla="*/ 1691259 w 3168300"/>
                  <a:gd name="connsiteY5" fmla="*/ 1240060 h 1952434"/>
                  <a:gd name="connsiteX6" fmla="*/ 2010346 w 3168300"/>
                  <a:gd name="connsiteY6" fmla="*/ 1141667 h 1952434"/>
                  <a:gd name="connsiteX7" fmla="*/ 2393252 w 3168300"/>
                  <a:gd name="connsiteY7" fmla="*/ 1027271 h 1952434"/>
                  <a:gd name="connsiteX8" fmla="*/ 2582037 w 3168300"/>
                  <a:gd name="connsiteY8" fmla="*/ 958120 h 1952434"/>
                  <a:gd name="connsiteX9" fmla="*/ 2760155 w 3168300"/>
                  <a:gd name="connsiteY9" fmla="*/ 827723 h 1952434"/>
                  <a:gd name="connsiteX10" fmla="*/ 2914364 w 3168300"/>
                  <a:gd name="connsiteY10" fmla="*/ 567023 h 1952434"/>
                  <a:gd name="connsiteX11" fmla="*/ 3168301 w 3168300"/>
                  <a:gd name="connsiteY11" fmla="*/ 0 h 195243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3168300" h="1952434">
                    <a:moveTo>
                      <a:pt x="0" y="1952435"/>
                    </a:moveTo>
                    <a:cubicBezTo>
                      <a:pt x="0" y="1952435"/>
                      <a:pt x="91059" y="1796415"/>
                      <a:pt x="202121" y="1687068"/>
                    </a:cubicBezTo>
                    <a:cubicBezTo>
                      <a:pt x="301943" y="1588675"/>
                      <a:pt x="416528" y="1505617"/>
                      <a:pt x="545116" y="1450277"/>
                    </a:cubicBezTo>
                    <a:cubicBezTo>
                      <a:pt x="659987" y="1400747"/>
                      <a:pt x="783622" y="1377601"/>
                      <a:pt x="906780" y="1354455"/>
                    </a:cubicBezTo>
                    <a:cubicBezTo>
                      <a:pt x="1048036" y="1327976"/>
                      <a:pt x="1189482" y="1301972"/>
                      <a:pt x="1332262" y="1285304"/>
                    </a:cubicBezTo>
                    <a:cubicBezTo>
                      <a:pt x="1452182" y="1271302"/>
                      <a:pt x="1573340" y="1265873"/>
                      <a:pt x="1691259" y="1240060"/>
                    </a:cubicBezTo>
                    <a:cubicBezTo>
                      <a:pt x="1800035" y="1216247"/>
                      <a:pt x="1904619" y="1176718"/>
                      <a:pt x="2010346" y="1141667"/>
                    </a:cubicBezTo>
                    <a:cubicBezTo>
                      <a:pt x="2136743" y="1099661"/>
                      <a:pt x="2265902" y="1066229"/>
                      <a:pt x="2393252" y="1027271"/>
                    </a:cubicBezTo>
                    <a:cubicBezTo>
                      <a:pt x="2457450" y="1007650"/>
                      <a:pt x="2521744" y="987552"/>
                      <a:pt x="2582037" y="958120"/>
                    </a:cubicBezTo>
                    <a:cubicBezTo>
                      <a:pt x="2648807" y="925449"/>
                      <a:pt x="2710815" y="883349"/>
                      <a:pt x="2760155" y="827723"/>
                    </a:cubicBezTo>
                    <a:cubicBezTo>
                      <a:pt x="2827496" y="751904"/>
                      <a:pt x="2867978" y="657511"/>
                      <a:pt x="2914364" y="567023"/>
                    </a:cubicBezTo>
                    <a:cubicBezTo>
                      <a:pt x="2972753" y="453200"/>
                      <a:pt x="3119152" y="118015"/>
                      <a:pt x="3168301" y="0"/>
                    </a:cubicBezTo>
                  </a:path>
                </a:pathLst>
              </a:custGeom>
              <a:noFill/>
              <a:ln w="9525" cap="rnd">
                <a:solidFill>
                  <a:schemeClr val="accent2">
                    <a:alpha val="35000"/>
                  </a:schemeClr>
                </a:solidFill>
                <a:prstDash val="lgDash"/>
                <a:round/>
              </a:ln>
            </p:spPr>
            <p:txBody>
              <a:bodyPr rtlCol="0" anchor="ctr"/>
              <a:lstStyle/>
              <a:p>
                <a:endParaRPr lang="en-US"/>
              </a:p>
            </p:txBody>
          </p:sp>
          <p:sp>
            <p:nvSpPr>
              <p:cNvPr id="92" name="Freeform: Shape 91">
                <a:extLst>
                  <a:ext uri="{FF2B5EF4-FFF2-40B4-BE49-F238E27FC236}">
                    <a16:creationId xmlns:a16="http://schemas.microsoft.com/office/drawing/2014/main" id="{39DDA522-37EB-48B3-9B62-748F75D36835}"/>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4704778" y="2976752"/>
                <a:ext cx="3356800" cy="2452020"/>
              </a:xfrm>
              <a:custGeom>
                <a:avLst/>
                <a:gdLst>
                  <a:gd name="connsiteX0" fmla="*/ 0 w 3356800"/>
                  <a:gd name="connsiteY0" fmla="*/ 2452021 h 2452020"/>
                  <a:gd name="connsiteX1" fmla="*/ 130874 w 3356800"/>
                  <a:gd name="connsiteY1" fmla="*/ 2247710 h 2452020"/>
                  <a:gd name="connsiteX2" fmla="*/ 437197 w 3356800"/>
                  <a:gd name="connsiteY2" fmla="*/ 1941195 h 2452020"/>
                  <a:gd name="connsiteX3" fmla="*/ 737140 w 3356800"/>
                  <a:gd name="connsiteY3" fmla="*/ 1736884 h 2452020"/>
                  <a:gd name="connsiteX4" fmla="*/ 1031843 w 3356800"/>
                  <a:gd name="connsiteY4" fmla="*/ 1685068 h 2452020"/>
                  <a:gd name="connsiteX5" fmla="*/ 1287304 w 3356800"/>
                  <a:gd name="connsiteY5" fmla="*/ 1655826 h 2452020"/>
                  <a:gd name="connsiteX6" fmla="*/ 1471994 w 3356800"/>
                  <a:gd name="connsiteY6" fmla="*/ 1634300 h 2452020"/>
                  <a:gd name="connsiteX7" fmla="*/ 1898237 w 3356800"/>
                  <a:gd name="connsiteY7" fmla="*/ 1512665 h 2452020"/>
                  <a:gd name="connsiteX8" fmla="*/ 2229136 w 3356800"/>
                  <a:gd name="connsiteY8" fmla="*/ 1355598 h 2452020"/>
                  <a:gd name="connsiteX9" fmla="*/ 2512314 w 3356800"/>
                  <a:gd name="connsiteY9" fmla="*/ 1238631 h 2452020"/>
                  <a:gd name="connsiteX10" fmla="*/ 2758535 w 3356800"/>
                  <a:gd name="connsiteY10" fmla="*/ 1096994 h 2452020"/>
                  <a:gd name="connsiteX11" fmla="*/ 2935510 w 3356800"/>
                  <a:gd name="connsiteY11" fmla="*/ 919925 h 2452020"/>
                  <a:gd name="connsiteX12" fmla="*/ 3081719 w 3356800"/>
                  <a:gd name="connsiteY12" fmla="*/ 687419 h 2452020"/>
                  <a:gd name="connsiteX13" fmla="*/ 3356800 w 3356800"/>
                  <a:gd name="connsiteY13" fmla="*/ 0 h 245202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Lst>
                <a:rect l="l" t="t" r="r" b="b"/>
                <a:pathLst>
                  <a:path w="3356800" h="2452020">
                    <a:moveTo>
                      <a:pt x="0" y="2452021"/>
                    </a:moveTo>
                    <a:cubicBezTo>
                      <a:pt x="0" y="2452021"/>
                      <a:pt x="57150" y="2344198"/>
                      <a:pt x="130874" y="2247710"/>
                    </a:cubicBezTo>
                    <a:cubicBezTo>
                      <a:pt x="218694" y="2132648"/>
                      <a:pt x="328136" y="2036635"/>
                      <a:pt x="437197" y="1941195"/>
                    </a:cubicBezTo>
                    <a:cubicBezTo>
                      <a:pt x="529304" y="1860709"/>
                      <a:pt x="623030" y="1779556"/>
                      <a:pt x="737140" y="1736884"/>
                    </a:cubicBezTo>
                    <a:cubicBezTo>
                      <a:pt x="830866" y="1701736"/>
                      <a:pt x="932021" y="1695450"/>
                      <a:pt x="1031843" y="1685068"/>
                    </a:cubicBezTo>
                    <a:cubicBezTo>
                      <a:pt x="1117092" y="1676210"/>
                      <a:pt x="1202055" y="1665160"/>
                      <a:pt x="1287304" y="1655826"/>
                    </a:cubicBezTo>
                    <a:cubicBezTo>
                      <a:pt x="1348931" y="1649063"/>
                      <a:pt x="1410653" y="1643539"/>
                      <a:pt x="1471994" y="1634300"/>
                    </a:cubicBezTo>
                    <a:cubicBezTo>
                      <a:pt x="1618679" y="1612011"/>
                      <a:pt x="1761935" y="1571149"/>
                      <a:pt x="1898237" y="1512665"/>
                    </a:cubicBezTo>
                    <a:cubicBezTo>
                      <a:pt x="2010442" y="1464564"/>
                      <a:pt x="2117503" y="1405128"/>
                      <a:pt x="2229136" y="1355598"/>
                    </a:cubicBezTo>
                    <a:cubicBezTo>
                      <a:pt x="2322481" y="1314164"/>
                      <a:pt x="2418969" y="1280160"/>
                      <a:pt x="2512314" y="1238631"/>
                    </a:cubicBezTo>
                    <a:cubicBezTo>
                      <a:pt x="2599087" y="1199960"/>
                      <a:pt x="2683193" y="1154811"/>
                      <a:pt x="2758535" y="1096994"/>
                    </a:cubicBezTo>
                    <a:cubicBezTo>
                      <a:pt x="2825020" y="1046035"/>
                      <a:pt x="2883789" y="985837"/>
                      <a:pt x="2935510" y="919925"/>
                    </a:cubicBezTo>
                    <a:cubicBezTo>
                      <a:pt x="2992184" y="847725"/>
                      <a:pt x="3039904" y="769144"/>
                      <a:pt x="3081719" y="687419"/>
                    </a:cubicBezTo>
                    <a:cubicBezTo>
                      <a:pt x="3138297" y="576739"/>
                      <a:pt x="3314129" y="116776"/>
                      <a:pt x="3356800" y="0"/>
                    </a:cubicBezTo>
                  </a:path>
                </a:pathLst>
              </a:custGeom>
              <a:noFill/>
              <a:ln w="9525" cap="rnd">
                <a:solidFill>
                  <a:schemeClr val="accent2">
                    <a:alpha val="35000"/>
                  </a:schemeClr>
                </a:solidFill>
                <a:prstDash val="lgDash"/>
                <a:round/>
              </a:ln>
            </p:spPr>
            <p:txBody>
              <a:bodyPr rtlCol="0" anchor="ctr"/>
              <a:lstStyle/>
              <a:p>
                <a:endParaRPr lang="en-US"/>
              </a:p>
            </p:txBody>
          </p:sp>
        </p:grpSp>
        <p:sp>
          <p:nvSpPr>
            <p:cNvPr id="85" name="Freeform: Shape 84">
              <a:extLst>
                <a:ext uri="{FF2B5EF4-FFF2-40B4-BE49-F238E27FC236}">
                  <a16:creationId xmlns:a16="http://schemas.microsoft.com/office/drawing/2014/main" id="{B9D8F012-98AD-4320-BA44-DE1CE4E4DF99}"/>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7980400" y="5197178"/>
              <a:ext cx="4211600" cy="1660822"/>
            </a:xfrm>
            <a:custGeom>
              <a:avLst/>
              <a:gdLst>
                <a:gd name="connsiteX0" fmla="*/ 4211600 w 4211600"/>
                <a:gd name="connsiteY0" fmla="*/ 0 h 1660822"/>
                <a:gd name="connsiteX1" fmla="*/ 4211600 w 4211600"/>
                <a:gd name="connsiteY1" fmla="*/ 58430 h 1660822"/>
                <a:gd name="connsiteX2" fmla="*/ 4136524 w 4211600"/>
                <a:gd name="connsiteY2" fmla="*/ 208808 h 1660822"/>
                <a:gd name="connsiteX3" fmla="*/ 3973354 w 4211600"/>
                <a:gd name="connsiteY3" fmla="*/ 437313 h 1660822"/>
                <a:gd name="connsiteX4" fmla="*/ 3884746 w 4211600"/>
                <a:gd name="connsiteY4" fmla="*/ 553613 h 1660822"/>
                <a:gd name="connsiteX5" fmla="*/ 3849435 w 4211600"/>
                <a:gd name="connsiteY5" fmla="*/ 603143 h 1660822"/>
                <a:gd name="connsiteX6" fmla="*/ 3661849 w 4211600"/>
                <a:gd name="connsiteY6" fmla="*/ 819075 h 1660822"/>
                <a:gd name="connsiteX7" fmla="*/ 3402589 w 4211600"/>
                <a:gd name="connsiteY7" fmla="*/ 952996 h 1660822"/>
                <a:gd name="connsiteX8" fmla="*/ 3130202 w 4211600"/>
                <a:gd name="connsiteY8" fmla="*/ 1023386 h 1660822"/>
                <a:gd name="connsiteX9" fmla="*/ 2914657 w 4211600"/>
                <a:gd name="connsiteY9" fmla="*/ 1068058 h 1660822"/>
                <a:gd name="connsiteX10" fmla="*/ 2582149 w 4211600"/>
                <a:gd name="connsiteY10" fmla="*/ 1138924 h 1660822"/>
                <a:gd name="connsiteX11" fmla="*/ 2483958 w 4211600"/>
                <a:gd name="connsiteY11" fmla="*/ 1162356 h 1660822"/>
                <a:gd name="connsiteX12" fmla="*/ 2123750 w 4211600"/>
                <a:gd name="connsiteY12" fmla="*/ 1238651 h 1660822"/>
                <a:gd name="connsiteX13" fmla="*/ 1761444 w 4211600"/>
                <a:gd name="connsiteY13" fmla="*/ 1273417 h 1660822"/>
                <a:gd name="connsiteX14" fmla="*/ 1608382 w 4211600"/>
                <a:gd name="connsiteY14" fmla="*/ 1284466 h 1660822"/>
                <a:gd name="connsiteX15" fmla="*/ 999942 w 4211600"/>
                <a:gd name="connsiteY15" fmla="*/ 1354284 h 1660822"/>
                <a:gd name="connsiteX16" fmla="*/ 484705 w 4211600"/>
                <a:gd name="connsiteY16" fmla="*/ 1450487 h 1660822"/>
                <a:gd name="connsiteX17" fmla="*/ 113310 w 4211600"/>
                <a:gd name="connsiteY17" fmla="*/ 1613700 h 1660822"/>
                <a:gd name="connsiteX18" fmla="*/ 39668 w 4211600"/>
                <a:gd name="connsiteY18" fmla="*/ 1660822 h 1660822"/>
                <a:gd name="connsiteX19" fmla="*/ 0 w 4211600"/>
                <a:gd name="connsiteY19" fmla="*/ 1660822 h 1660822"/>
                <a:gd name="connsiteX20" fmla="*/ 96701 w 4211600"/>
                <a:gd name="connsiteY20" fmla="*/ 1598934 h 1660822"/>
                <a:gd name="connsiteX21" fmla="*/ 474335 w 4211600"/>
                <a:gd name="connsiteY21" fmla="*/ 1433056 h 1660822"/>
                <a:gd name="connsiteX22" fmla="*/ 994299 w 4211600"/>
                <a:gd name="connsiteY22" fmla="*/ 1335806 h 1660822"/>
                <a:gd name="connsiteX23" fmla="*/ 1605231 w 4211600"/>
                <a:gd name="connsiteY23" fmla="*/ 1265702 h 1660822"/>
                <a:gd name="connsiteX24" fmla="*/ 1758819 w 4211600"/>
                <a:gd name="connsiteY24" fmla="*/ 1254558 h 1660822"/>
                <a:gd name="connsiteX25" fmla="*/ 2118106 w 4211600"/>
                <a:gd name="connsiteY25" fmla="*/ 1220077 h 1660822"/>
                <a:gd name="connsiteX26" fmla="*/ 2475557 w 4211600"/>
                <a:gd name="connsiteY26" fmla="*/ 1144353 h 1660822"/>
                <a:gd name="connsiteX27" fmla="*/ 2573878 w 4211600"/>
                <a:gd name="connsiteY27" fmla="*/ 1120827 h 1660822"/>
                <a:gd name="connsiteX28" fmla="*/ 2907437 w 4211600"/>
                <a:gd name="connsiteY28" fmla="*/ 1049675 h 1660822"/>
                <a:gd name="connsiteX29" fmla="*/ 3122589 w 4211600"/>
                <a:gd name="connsiteY29" fmla="*/ 1005098 h 1660822"/>
                <a:gd name="connsiteX30" fmla="*/ 3391169 w 4211600"/>
                <a:gd name="connsiteY30" fmla="*/ 935756 h 1660822"/>
                <a:gd name="connsiteX31" fmla="*/ 3642290 w 4211600"/>
                <a:gd name="connsiteY31" fmla="*/ 806216 h 1660822"/>
                <a:gd name="connsiteX32" fmla="*/ 3825937 w 4211600"/>
                <a:gd name="connsiteY32" fmla="*/ 594475 h 1660822"/>
                <a:gd name="connsiteX33" fmla="*/ 3861381 w 4211600"/>
                <a:gd name="connsiteY33" fmla="*/ 544755 h 1660822"/>
                <a:gd name="connsiteX34" fmla="*/ 3950381 w 4211600"/>
                <a:gd name="connsiteY34" fmla="*/ 427978 h 1660822"/>
                <a:gd name="connsiteX35" fmla="*/ 4112370 w 4211600"/>
                <a:gd name="connsiteY35" fmla="*/ 201378 h 1660822"/>
                <a:gd name="connsiteX36" fmla="*/ 4195989 w 4211600"/>
                <a:gd name="connsiteY36" fmla="*/ 33834 h 166082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Lst>
              <a:rect l="l" t="t" r="r" b="b"/>
              <a:pathLst>
                <a:path w="4211600" h="1660822">
                  <a:moveTo>
                    <a:pt x="4211600" y="0"/>
                  </a:moveTo>
                  <a:lnTo>
                    <a:pt x="4211600" y="58430"/>
                  </a:lnTo>
                  <a:lnTo>
                    <a:pt x="4136524" y="208808"/>
                  </a:lnTo>
                  <a:cubicBezTo>
                    <a:pt x="4089791" y="287770"/>
                    <a:pt x="4030588" y="363780"/>
                    <a:pt x="3973354" y="437313"/>
                  </a:cubicBezTo>
                  <a:cubicBezTo>
                    <a:pt x="3943819" y="475222"/>
                    <a:pt x="3913231" y="514465"/>
                    <a:pt x="3884746" y="553613"/>
                  </a:cubicBezTo>
                  <a:cubicBezTo>
                    <a:pt x="3872801" y="569996"/>
                    <a:pt x="3861119" y="586569"/>
                    <a:pt x="3849435" y="603143"/>
                  </a:cubicBezTo>
                  <a:cubicBezTo>
                    <a:pt x="3796665" y="678009"/>
                    <a:pt x="3742187" y="755352"/>
                    <a:pt x="3661849" y="819075"/>
                  </a:cubicBezTo>
                  <a:cubicBezTo>
                    <a:pt x="3596214" y="871176"/>
                    <a:pt x="3509050" y="916230"/>
                    <a:pt x="3402589" y="952996"/>
                  </a:cubicBezTo>
                  <a:cubicBezTo>
                    <a:pt x="3312406" y="984048"/>
                    <a:pt x="3215660" y="1005003"/>
                    <a:pt x="3130202" y="1023386"/>
                  </a:cubicBezTo>
                  <a:cubicBezTo>
                    <a:pt x="3058529" y="1038816"/>
                    <a:pt x="2985412" y="1053675"/>
                    <a:pt x="2914657" y="1068058"/>
                  </a:cubicBezTo>
                  <a:cubicBezTo>
                    <a:pt x="2805176" y="1090251"/>
                    <a:pt x="2692021" y="1113207"/>
                    <a:pt x="2582149" y="1138924"/>
                  </a:cubicBezTo>
                  <a:cubicBezTo>
                    <a:pt x="2549330" y="1146639"/>
                    <a:pt x="2516644" y="1154450"/>
                    <a:pt x="2483958" y="1162356"/>
                  </a:cubicBezTo>
                  <a:cubicBezTo>
                    <a:pt x="2367257" y="1190550"/>
                    <a:pt x="2246621" y="1219601"/>
                    <a:pt x="2123750" y="1238651"/>
                  </a:cubicBezTo>
                  <a:cubicBezTo>
                    <a:pt x="2004294" y="1257129"/>
                    <a:pt x="1880769" y="1265416"/>
                    <a:pt x="1761444" y="1273417"/>
                  </a:cubicBezTo>
                  <a:cubicBezTo>
                    <a:pt x="1711167" y="1276751"/>
                    <a:pt x="1659184" y="1280275"/>
                    <a:pt x="1608382" y="1284466"/>
                  </a:cubicBezTo>
                  <a:cubicBezTo>
                    <a:pt x="1408589" y="1300944"/>
                    <a:pt x="1214570" y="1325805"/>
                    <a:pt x="999942" y="1354284"/>
                  </a:cubicBezTo>
                  <a:cubicBezTo>
                    <a:pt x="826403" y="1377240"/>
                    <a:pt x="647744" y="1400957"/>
                    <a:pt x="484705" y="1450487"/>
                  </a:cubicBezTo>
                  <a:cubicBezTo>
                    <a:pt x="355831" y="1489635"/>
                    <a:pt x="231387" y="1544374"/>
                    <a:pt x="113310" y="1613700"/>
                  </a:cubicBezTo>
                  <a:lnTo>
                    <a:pt x="39668" y="1660822"/>
                  </a:lnTo>
                  <a:lnTo>
                    <a:pt x="0" y="1660822"/>
                  </a:lnTo>
                  <a:lnTo>
                    <a:pt x="96701" y="1598934"/>
                  </a:lnTo>
                  <a:cubicBezTo>
                    <a:pt x="216635" y="1528533"/>
                    <a:pt x="343196" y="1472919"/>
                    <a:pt x="474335" y="1433056"/>
                  </a:cubicBezTo>
                  <a:cubicBezTo>
                    <a:pt x="639999" y="1382669"/>
                    <a:pt x="820102" y="1358856"/>
                    <a:pt x="994299" y="1335806"/>
                  </a:cubicBezTo>
                  <a:cubicBezTo>
                    <a:pt x="1210239" y="1307231"/>
                    <a:pt x="1404650" y="1282275"/>
                    <a:pt x="1605231" y="1265702"/>
                  </a:cubicBezTo>
                  <a:cubicBezTo>
                    <a:pt x="1656428" y="1261511"/>
                    <a:pt x="1708411" y="1257987"/>
                    <a:pt x="1758819" y="1254558"/>
                  </a:cubicBezTo>
                  <a:cubicBezTo>
                    <a:pt x="1877487" y="1246557"/>
                    <a:pt x="2000094" y="1238365"/>
                    <a:pt x="2118106" y="1220077"/>
                  </a:cubicBezTo>
                  <a:cubicBezTo>
                    <a:pt x="2239531" y="1201313"/>
                    <a:pt x="2359513" y="1172357"/>
                    <a:pt x="2475557" y="1144353"/>
                  </a:cubicBezTo>
                  <a:cubicBezTo>
                    <a:pt x="2508243" y="1136448"/>
                    <a:pt x="2541060" y="1128542"/>
                    <a:pt x="2573878" y="1120827"/>
                  </a:cubicBezTo>
                  <a:cubicBezTo>
                    <a:pt x="2684276" y="1094919"/>
                    <a:pt x="2797694" y="1071963"/>
                    <a:pt x="2907437" y="1049675"/>
                  </a:cubicBezTo>
                  <a:cubicBezTo>
                    <a:pt x="2978061" y="1035387"/>
                    <a:pt x="3051178" y="1020528"/>
                    <a:pt x="3122589" y="1005098"/>
                  </a:cubicBezTo>
                  <a:cubicBezTo>
                    <a:pt x="3206997" y="986810"/>
                    <a:pt x="3302823" y="966141"/>
                    <a:pt x="3391169" y="935756"/>
                  </a:cubicBezTo>
                  <a:cubicBezTo>
                    <a:pt x="3494479" y="900132"/>
                    <a:pt x="3578886" y="856508"/>
                    <a:pt x="3642290" y="806216"/>
                  </a:cubicBezTo>
                  <a:cubicBezTo>
                    <a:pt x="3720133" y="744303"/>
                    <a:pt x="3773953" y="668103"/>
                    <a:pt x="3825937" y="594475"/>
                  </a:cubicBezTo>
                  <a:cubicBezTo>
                    <a:pt x="3837621" y="577902"/>
                    <a:pt x="3849435" y="561233"/>
                    <a:pt x="3861381" y="544755"/>
                  </a:cubicBezTo>
                  <a:cubicBezTo>
                    <a:pt x="3889997" y="505416"/>
                    <a:pt x="3920715" y="465983"/>
                    <a:pt x="3950381" y="427978"/>
                  </a:cubicBezTo>
                  <a:cubicBezTo>
                    <a:pt x="4007353" y="354921"/>
                    <a:pt x="4066163" y="279388"/>
                    <a:pt x="4112370" y="201378"/>
                  </a:cubicBezTo>
                  <a:cubicBezTo>
                    <a:pt x="4144662" y="146800"/>
                    <a:pt x="4170785" y="89364"/>
                    <a:pt x="4195989" y="33834"/>
                  </a:cubicBezTo>
                  <a:close/>
                </a:path>
              </a:pathLst>
            </a:cu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a:p>
          </p:txBody>
        </p:sp>
      </p:grpSp>
    </p:spTree>
    <p:extLst>
      <p:ext uri="{BB962C8B-B14F-4D97-AF65-F5344CB8AC3E}">
        <p14:creationId xmlns:p14="http://schemas.microsoft.com/office/powerpoint/2010/main" val="457769416"/>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148" name="Rectangle 147">
            <a:extLst>
              <a:ext uri="{FF2B5EF4-FFF2-40B4-BE49-F238E27FC236}">
                <a16:creationId xmlns:a16="http://schemas.microsoft.com/office/drawing/2014/main" id="{8651CFA9-6065-4243-AC48-858E359780B1}"/>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88952" cy="6858000"/>
          </a:xfrm>
          <a:prstGeom prst="rect">
            <a:avLst/>
          </a:prstGeom>
          <a:ln>
            <a:solidFill>
              <a:schemeClr val="bg1">
                <a:lumMod val="9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solidFill>
                <a:schemeClr val="tx1">
                  <a:lumMod val="65000"/>
                  <a:lumOff val="35000"/>
                </a:schemeClr>
              </a:solidFill>
              <a:latin typeface="AvenirNext LT Pro Medium" panose="020B0504020202020204" pitchFamily="34" charset="0"/>
            </a:endParaRPr>
          </a:p>
        </p:txBody>
      </p:sp>
      <p:sp>
        <p:nvSpPr>
          <p:cNvPr id="149" name="Rectangle 148">
            <a:extLst>
              <a:ext uri="{FF2B5EF4-FFF2-40B4-BE49-F238E27FC236}">
                <a16:creationId xmlns:a16="http://schemas.microsoft.com/office/drawing/2014/main" id="{37962AE0-6A1C-4B76-9D52-10E5E6D7D3BB}"/>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88952" cy="6858000"/>
          </a:xfrm>
          <a:prstGeom prst="rect">
            <a:avLst/>
          </a:prstGeom>
          <a:solidFill>
            <a:schemeClr val="bg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solidFill>
                <a:schemeClr val="tx1">
                  <a:lumMod val="65000"/>
                  <a:lumOff val="35000"/>
                </a:schemeClr>
              </a:solidFill>
              <a:latin typeface="AvenirNext LT Pro Medium" panose="020B0504020202020204" pitchFamily="34" charset="0"/>
            </a:endParaRPr>
          </a:p>
        </p:txBody>
      </p:sp>
      <p:grpSp>
        <p:nvGrpSpPr>
          <p:cNvPr id="150" name="Top left">
            <a:extLst>
              <a:ext uri="{FF2B5EF4-FFF2-40B4-BE49-F238E27FC236}">
                <a16:creationId xmlns:a16="http://schemas.microsoft.com/office/drawing/2014/main" id="{E8ABCFC2-1187-4EFE-87CB-D1ABA0F5DBC6}"/>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10849" y="-3086"/>
            <a:ext cx="2198951" cy="3349518"/>
            <a:chOff x="10849" y="-3086"/>
            <a:chExt cx="2198951" cy="3349518"/>
          </a:xfrm>
        </p:grpSpPr>
        <p:sp>
          <p:nvSpPr>
            <p:cNvPr id="151" name="Freeform: Shape 127">
              <a:extLst>
                <a:ext uri="{FF2B5EF4-FFF2-40B4-BE49-F238E27FC236}">
                  <a16:creationId xmlns:a16="http://schemas.microsoft.com/office/drawing/2014/main" id="{C4CE539D-89D1-484C-B390-9D60050299B5}"/>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rot="10800000">
              <a:off x="692844" y="-3086"/>
              <a:ext cx="1326111" cy="597603"/>
            </a:xfrm>
            <a:custGeom>
              <a:avLst/>
              <a:gdLst>
                <a:gd name="connsiteX0" fmla="*/ 741051 w 1482102"/>
                <a:gd name="connsiteY0" fmla="*/ 0 h 679363"/>
                <a:gd name="connsiteX1" fmla="*/ 1473822 w 1482102"/>
                <a:gd name="connsiteY1" fmla="*/ 597226 h 679363"/>
                <a:gd name="connsiteX2" fmla="*/ 1482102 w 1482102"/>
                <a:gd name="connsiteY2" fmla="*/ 679363 h 679363"/>
                <a:gd name="connsiteX3" fmla="*/ 0 w 1482102"/>
                <a:gd name="connsiteY3" fmla="*/ 679363 h 679363"/>
                <a:gd name="connsiteX4" fmla="*/ 8280 w 1482102"/>
                <a:gd name="connsiteY4" fmla="*/ 597226 h 679363"/>
                <a:gd name="connsiteX5" fmla="*/ 741051 w 1482102"/>
                <a:gd name="connsiteY5" fmla="*/ 0 h 67936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1482102" h="679363">
                  <a:moveTo>
                    <a:pt x="741051" y="0"/>
                  </a:moveTo>
                  <a:cubicBezTo>
                    <a:pt x="1102506" y="0"/>
                    <a:pt x="1404077" y="256390"/>
                    <a:pt x="1473822" y="597226"/>
                  </a:cubicBezTo>
                  <a:lnTo>
                    <a:pt x="1482102" y="679363"/>
                  </a:lnTo>
                  <a:lnTo>
                    <a:pt x="0" y="679363"/>
                  </a:lnTo>
                  <a:lnTo>
                    <a:pt x="8280" y="597226"/>
                  </a:lnTo>
                  <a:cubicBezTo>
                    <a:pt x="78025" y="256390"/>
                    <a:pt x="379596" y="0"/>
                    <a:pt x="741051" y="0"/>
                  </a:cubicBezTo>
                  <a:close/>
                </a:path>
              </a:pathLst>
            </a:cu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dirty="0">
                <a:solidFill>
                  <a:schemeClr val="tx1">
                    <a:lumMod val="65000"/>
                    <a:lumOff val="35000"/>
                  </a:schemeClr>
                </a:solidFill>
                <a:latin typeface="AvenirNext LT Pro Medium" panose="020B0504020202020204" pitchFamily="34" charset="0"/>
              </a:endParaRPr>
            </a:p>
          </p:txBody>
        </p:sp>
        <p:sp>
          <p:nvSpPr>
            <p:cNvPr id="152" name="Freeform: Shape 128">
              <a:extLst>
                <a:ext uri="{FF2B5EF4-FFF2-40B4-BE49-F238E27FC236}">
                  <a16:creationId xmlns:a16="http://schemas.microsoft.com/office/drawing/2014/main" id="{285D0A74-51B8-440F-8ADF-3F2ED1C84B72}"/>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19394" y="15241"/>
              <a:ext cx="2190406" cy="3331191"/>
            </a:xfrm>
            <a:custGeom>
              <a:avLst/>
              <a:gdLst>
                <a:gd name="connsiteX0" fmla="*/ 0 w 3296088"/>
                <a:gd name="connsiteY0" fmla="*/ 5012722 h 5012722"/>
                <a:gd name="connsiteX1" fmla="*/ 244031 w 3296088"/>
                <a:gd name="connsiteY1" fmla="*/ 4820222 h 5012722"/>
                <a:gd name="connsiteX2" fmla="*/ 729234 w 3296088"/>
                <a:gd name="connsiteY2" fmla="*/ 4360641 h 5012722"/>
                <a:gd name="connsiteX3" fmla="*/ 881444 w 3296088"/>
                <a:gd name="connsiteY3" fmla="*/ 4173950 h 5012722"/>
                <a:gd name="connsiteX4" fmla="*/ 1151287 w 3296088"/>
                <a:gd name="connsiteY4" fmla="*/ 3972877 h 5012722"/>
                <a:gd name="connsiteX5" fmla="*/ 1498664 w 3296088"/>
                <a:gd name="connsiteY5" fmla="*/ 3786188 h 5012722"/>
                <a:gd name="connsiteX6" fmla="*/ 1716881 w 3296088"/>
                <a:gd name="connsiteY6" fmla="*/ 3674174 h 5012722"/>
                <a:gd name="connsiteX7" fmla="*/ 1913573 w 3296088"/>
                <a:gd name="connsiteY7" fmla="*/ 3477387 h 5012722"/>
                <a:gd name="connsiteX8" fmla="*/ 2167700 w 3296088"/>
                <a:gd name="connsiteY8" fmla="*/ 3042190 h 5012722"/>
                <a:gd name="connsiteX9" fmla="*/ 2273903 w 3296088"/>
                <a:gd name="connsiteY9" fmla="*/ 2775014 h 5012722"/>
                <a:gd name="connsiteX10" fmla="*/ 2463356 w 3296088"/>
                <a:gd name="connsiteY10" fmla="*/ 2335530 h 5012722"/>
                <a:gd name="connsiteX11" fmla="*/ 2741866 w 3296088"/>
                <a:gd name="connsiteY11" fmla="*/ 1982248 h 5012722"/>
                <a:gd name="connsiteX12" fmla="*/ 2985897 w 3296088"/>
                <a:gd name="connsiteY12" fmla="*/ 1634681 h 5012722"/>
                <a:gd name="connsiteX13" fmla="*/ 3212687 w 3296088"/>
                <a:gd name="connsiteY13" fmla="*/ 1226820 h 5012722"/>
                <a:gd name="connsiteX14" fmla="*/ 3281553 w 3296088"/>
                <a:gd name="connsiteY14" fmla="*/ 959644 h 5012722"/>
                <a:gd name="connsiteX15" fmla="*/ 3295936 w 3296088"/>
                <a:gd name="connsiteY15" fmla="*/ 701135 h 5012722"/>
                <a:gd name="connsiteX16" fmla="*/ 3267266 w 3296088"/>
                <a:gd name="connsiteY16" fmla="*/ 436817 h 5012722"/>
                <a:gd name="connsiteX17" fmla="*/ 3105341 w 3296088"/>
                <a:gd name="connsiteY17" fmla="*/ 0 h 501272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Lst>
              <a:rect l="l" t="t" r="r" b="b"/>
              <a:pathLst>
                <a:path w="3296088" h="5012722">
                  <a:moveTo>
                    <a:pt x="0" y="5012722"/>
                  </a:moveTo>
                  <a:cubicBezTo>
                    <a:pt x="81820" y="4949095"/>
                    <a:pt x="163544" y="4885468"/>
                    <a:pt x="244031" y="4820222"/>
                  </a:cubicBezTo>
                  <a:cubicBezTo>
                    <a:pt x="417671" y="4679633"/>
                    <a:pt x="589883" y="4535139"/>
                    <a:pt x="729234" y="4360641"/>
                  </a:cubicBezTo>
                  <a:cubicBezTo>
                    <a:pt x="779431" y="4297776"/>
                    <a:pt x="825818" y="4231958"/>
                    <a:pt x="881444" y="4173950"/>
                  </a:cubicBezTo>
                  <a:cubicBezTo>
                    <a:pt x="959358" y="4092607"/>
                    <a:pt x="1054799" y="4031075"/>
                    <a:pt x="1151287" y="3972877"/>
                  </a:cubicBezTo>
                  <a:cubicBezTo>
                    <a:pt x="1263968" y="3904964"/>
                    <a:pt x="1379315" y="3841337"/>
                    <a:pt x="1498664" y="3786188"/>
                  </a:cubicBezTo>
                  <a:cubicBezTo>
                    <a:pt x="1573149" y="3751802"/>
                    <a:pt x="1649159" y="3720179"/>
                    <a:pt x="1716881" y="3674174"/>
                  </a:cubicBezTo>
                  <a:cubicBezTo>
                    <a:pt x="1794034" y="3621691"/>
                    <a:pt x="1856708" y="3551492"/>
                    <a:pt x="1913573" y="3477387"/>
                  </a:cubicBezTo>
                  <a:cubicBezTo>
                    <a:pt x="2016157" y="3343751"/>
                    <a:pt x="2099024" y="3196114"/>
                    <a:pt x="2167700" y="3042190"/>
                  </a:cubicBezTo>
                  <a:cubicBezTo>
                    <a:pt x="2206752" y="2954655"/>
                    <a:pt x="2241233" y="2865215"/>
                    <a:pt x="2273903" y="2775014"/>
                  </a:cubicBezTo>
                  <a:cubicBezTo>
                    <a:pt x="2328482" y="2624423"/>
                    <a:pt x="2379440" y="2471642"/>
                    <a:pt x="2463356" y="2335530"/>
                  </a:cubicBezTo>
                  <a:cubicBezTo>
                    <a:pt x="2542127" y="2207705"/>
                    <a:pt x="2647855" y="2099501"/>
                    <a:pt x="2741866" y="1982248"/>
                  </a:cubicBezTo>
                  <a:cubicBezTo>
                    <a:pt x="2830449" y="1871758"/>
                    <a:pt x="2908554" y="1753362"/>
                    <a:pt x="2985897" y="1634681"/>
                  </a:cubicBezTo>
                  <a:cubicBezTo>
                    <a:pt x="3071146" y="1503902"/>
                    <a:pt x="3156395" y="1372172"/>
                    <a:pt x="3212687" y="1226820"/>
                  </a:cubicBezTo>
                  <a:cubicBezTo>
                    <a:pt x="3246025" y="1140809"/>
                    <a:pt x="3268790" y="1051084"/>
                    <a:pt x="3281553" y="959644"/>
                  </a:cubicBezTo>
                  <a:cubicBezTo>
                    <a:pt x="3293555" y="874014"/>
                    <a:pt x="3296888" y="787527"/>
                    <a:pt x="3295936" y="701135"/>
                  </a:cubicBezTo>
                  <a:cubicBezTo>
                    <a:pt x="3294888" y="612172"/>
                    <a:pt x="3289268" y="523018"/>
                    <a:pt x="3267266" y="436817"/>
                  </a:cubicBezTo>
                  <a:cubicBezTo>
                    <a:pt x="3227832" y="282416"/>
                    <a:pt x="3105341" y="0"/>
                    <a:pt x="3105341" y="0"/>
                  </a:cubicBezTo>
                </a:path>
              </a:pathLst>
            </a:custGeom>
            <a:noFill/>
            <a:ln w="9525" cap="rnd">
              <a:solidFill>
                <a:schemeClr val="accent2">
                  <a:alpha val="50000"/>
                </a:schemeClr>
              </a:solidFill>
              <a:prstDash val="lgDash"/>
              <a:round/>
            </a:ln>
          </p:spPr>
          <p:txBody>
            <a:bodyPr rtlCol="0" anchor="ctr"/>
            <a:lstStyle/>
            <a:p>
              <a:endParaRPr lang="en-US"/>
            </a:p>
          </p:txBody>
        </p:sp>
        <p:sp>
          <p:nvSpPr>
            <p:cNvPr id="153" name="Freeform: Shape 129">
              <a:extLst>
                <a:ext uri="{FF2B5EF4-FFF2-40B4-BE49-F238E27FC236}">
                  <a16:creationId xmlns:a16="http://schemas.microsoft.com/office/drawing/2014/main" id="{A5C9E45B-6B92-475E-8B2E-97729EE8FC69}"/>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10849" y="15178"/>
              <a:ext cx="1978674" cy="3074959"/>
            </a:xfrm>
            <a:custGeom>
              <a:avLst/>
              <a:gdLst>
                <a:gd name="connsiteX0" fmla="*/ 0 w 2977477"/>
                <a:gd name="connsiteY0" fmla="*/ 4627150 h 4627149"/>
                <a:gd name="connsiteX1" fmla="*/ 275082 w 2977477"/>
                <a:gd name="connsiteY1" fmla="*/ 4341590 h 4627149"/>
                <a:gd name="connsiteX2" fmla="*/ 502825 w 2977477"/>
                <a:gd name="connsiteY2" fmla="*/ 4054126 h 4627149"/>
                <a:gd name="connsiteX3" fmla="*/ 666179 w 2977477"/>
                <a:gd name="connsiteY3" fmla="*/ 3890677 h 4627149"/>
                <a:gd name="connsiteX4" fmla="*/ 864203 w 2977477"/>
                <a:gd name="connsiteY4" fmla="*/ 3675983 h 4627149"/>
                <a:gd name="connsiteX5" fmla="*/ 982599 w 2977477"/>
                <a:gd name="connsiteY5" fmla="*/ 3557492 h 4627149"/>
                <a:gd name="connsiteX6" fmla="*/ 1188244 w 2977477"/>
                <a:gd name="connsiteY6" fmla="*/ 3329654 h 4627149"/>
                <a:gd name="connsiteX7" fmla="*/ 1344740 w 2977477"/>
                <a:gd name="connsiteY7" fmla="*/ 3146774 h 4627149"/>
                <a:gd name="connsiteX8" fmla="*/ 1470755 w 2977477"/>
                <a:gd name="connsiteY8" fmla="*/ 2984659 h 4627149"/>
                <a:gd name="connsiteX9" fmla="*/ 1657636 w 2977477"/>
                <a:gd name="connsiteY9" fmla="*/ 2670239 h 4627149"/>
                <a:gd name="connsiteX10" fmla="*/ 1762887 w 2977477"/>
                <a:gd name="connsiteY10" fmla="*/ 2473547 h 4627149"/>
                <a:gd name="connsiteX11" fmla="*/ 1866710 w 2977477"/>
                <a:gd name="connsiteY11" fmla="*/ 2290667 h 4627149"/>
                <a:gd name="connsiteX12" fmla="*/ 2106263 w 2977477"/>
                <a:gd name="connsiteY12" fmla="*/ 2030254 h 4627149"/>
                <a:gd name="connsiteX13" fmla="*/ 2277237 w 2977477"/>
                <a:gd name="connsiteY13" fmla="*/ 1859185 h 4627149"/>
                <a:gd name="connsiteX14" fmla="*/ 2499455 w 2977477"/>
                <a:gd name="connsiteY14" fmla="*/ 1656207 h 4627149"/>
                <a:gd name="connsiteX15" fmla="*/ 2707100 w 2977477"/>
                <a:gd name="connsiteY15" fmla="*/ 1390269 h 4627149"/>
                <a:gd name="connsiteX16" fmla="*/ 2812352 w 2977477"/>
                <a:gd name="connsiteY16" fmla="*/ 1230916 h 4627149"/>
                <a:gd name="connsiteX17" fmla="*/ 2898172 w 2977477"/>
                <a:gd name="connsiteY17" fmla="*/ 1036987 h 4627149"/>
                <a:gd name="connsiteX18" fmla="*/ 2963228 w 2977477"/>
                <a:gd name="connsiteY18" fmla="*/ 850011 h 4627149"/>
                <a:gd name="connsiteX19" fmla="*/ 2977325 w 2977477"/>
                <a:gd name="connsiteY19" fmla="*/ 745427 h 4627149"/>
                <a:gd name="connsiteX20" fmla="*/ 2929509 w 2977477"/>
                <a:gd name="connsiteY20" fmla="*/ 480155 h 4627149"/>
                <a:gd name="connsiteX21" fmla="*/ 2563082 w 2977477"/>
                <a:gd name="connsiteY21" fmla="*/ 0 h 462714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Lst>
              <a:rect l="l" t="t" r="r" b="b"/>
              <a:pathLst>
                <a:path w="2977477" h="4627149">
                  <a:moveTo>
                    <a:pt x="0" y="4627150"/>
                  </a:moveTo>
                  <a:cubicBezTo>
                    <a:pt x="79820" y="4552283"/>
                    <a:pt x="203835" y="4424648"/>
                    <a:pt x="275082" y="4341590"/>
                  </a:cubicBezTo>
                  <a:cubicBezTo>
                    <a:pt x="354711" y="4248722"/>
                    <a:pt x="421005" y="4145090"/>
                    <a:pt x="502825" y="4054126"/>
                  </a:cubicBezTo>
                  <a:cubicBezTo>
                    <a:pt x="554355" y="3996881"/>
                    <a:pt x="612362" y="3945827"/>
                    <a:pt x="666179" y="3890677"/>
                  </a:cubicBezTo>
                  <a:cubicBezTo>
                    <a:pt x="734187" y="3821049"/>
                    <a:pt x="796671" y="3746183"/>
                    <a:pt x="864203" y="3675983"/>
                  </a:cubicBezTo>
                  <a:cubicBezTo>
                    <a:pt x="902875" y="3635788"/>
                    <a:pt x="943642" y="3597593"/>
                    <a:pt x="982599" y="3557492"/>
                  </a:cubicBezTo>
                  <a:cubicBezTo>
                    <a:pt x="1053941" y="3484150"/>
                    <a:pt x="1121378" y="3407093"/>
                    <a:pt x="1188244" y="3329654"/>
                  </a:cubicBezTo>
                  <a:cubicBezTo>
                    <a:pt x="1240631" y="3268885"/>
                    <a:pt x="1293495" y="3208496"/>
                    <a:pt x="1344740" y="3146774"/>
                  </a:cubicBezTo>
                  <a:cubicBezTo>
                    <a:pt x="1388459" y="3094101"/>
                    <a:pt x="1431512" y="3040761"/>
                    <a:pt x="1470755" y="2984659"/>
                  </a:cubicBezTo>
                  <a:cubicBezTo>
                    <a:pt x="1540764" y="2884646"/>
                    <a:pt x="1598771" y="2777109"/>
                    <a:pt x="1657636" y="2670239"/>
                  </a:cubicBezTo>
                  <a:cubicBezTo>
                    <a:pt x="1693545" y="2605088"/>
                    <a:pt x="1728502" y="2539460"/>
                    <a:pt x="1762887" y="2473547"/>
                  </a:cubicBezTo>
                  <a:cubicBezTo>
                    <a:pt x="1795367" y="2411349"/>
                    <a:pt x="1826419" y="2348103"/>
                    <a:pt x="1866710" y="2290667"/>
                  </a:cubicBezTo>
                  <a:cubicBezTo>
                    <a:pt x="1934623" y="2193893"/>
                    <a:pt x="2022729" y="2114169"/>
                    <a:pt x="2106263" y="2030254"/>
                  </a:cubicBezTo>
                  <a:cubicBezTo>
                    <a:pt x="2163128" y="1973104"/>
                    <a:pt x="2218182" y="1914049"/>
                    <a:pt x="2277237" y="1859185"/>
                  </a:cubicBezTo>
                  <a:cubicBezTo>
                    <a:pt x="2350770" y="1790891"/>
                    <a:pt x="2430304" y="1728978"/>
                    <a:pt x="2499455" y="1656207"/>
                  </a:cubicBezTo>
                  <a:cubicBezTo>
                    <a:pt x="2576989" y="1574578"/>
                    <a:pt x="2641568" y="1481900"/>
                    <a:pt x="2707100" y="1390269"/>
                  </a:cubicBezTo>
                  <a:cubicBezTo>
                    <a:pt x="2744153" y="1338453"/>
                    <a:pt x="2781586" y="1286732"/>
                    <a:pt x="2812352" y="1230916"/>
                  </a:cubicBezTo>
                  <a:cubicBezTo>
                    <a:pt x="2846546" y="1168908"/>
                    <a:pt x="2872550" y="1102900"/>
                    <a:pt x="2898172" y="1036987"/>
                  </a:cubicBezTo>
                  <a:cubicBezTo>
                    <a:pt x="2922175" y="975455"/>
                    <a:pt x="2948273" y="914305"/>
                    <a:pt x="2963228" y="850011"/>
                  </a:cubicBezTo>
                  <a:cubicBezTo>
                    <a:pt x="2971229" y="815626"/>
                    <a:pt x="2976563" y="780764"/>
                    <a:pt x="2977325" y="745427"/>
                  </a:cubicBezTo>
                  <a:cubicBezTo>
                    <a:pt x="2979230" y="654844"/>
                    <a:pt x="2963323" y="564261"/>
                    <a:pt x="2929509" y="480155"/>
                  </a:cubicBezTo>
                  <a:cubicBezTo>
                    <a:pt x="2851309" y="285655"/>
                    <a:pt x="2563082" y="0"/>
                    <a:pt x="2563082" y="0"/>
                  </a:cubicBezTo>
                </a:path>
              </a:pathLst>
            </a:custGeom>
            <a:noFill/>
            <a:ln w="9525" cap="rnd">
              <a:solidFill>
                <a:schemeClr val="accent2">
                  <a:alpha val="50000"/>
                </a:schemeClr>
              </a:solidFill>
              <a:prstDash val="lgDash"/>
              <a:round/>
            </a:ln>
          </p:spPr>
          <p:txBody>
            <a:bodyPr rtlCol="0" anchor="ctr"/>
            <a:lstStyle/>
            <a:p>
              <a:endParaRPr lang="en-US"/>
            </a:p>
          </p:txBody>
        </p:sp>
        <p:sp>
          <p:nvSpPr>
            <p:cNvPr id="154" name="Freeform: Shape 130">
              <a:extLst>
                <a:ext uri="{FF2B5EF4-FFF2-40B4-BE49-F238E27FC236}">
                  <a16:creationId xmlns:a16="http://schemas.microsoft.com/office/drawing/2014/main" id="{E7E3A49B-F12C-4355-84DE-0EF54227AAF6}"/>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25092" y="15178"/>
              <a:ext cx="1566146" cy="2737264"/>
            </a:xfrm>
            <a:custGeom>
              <a:avLst/>
              <a:gdLst>
                <a:gd name="connsiteX0" fmla="*/ 1707071 w 2356712"/>
                <a:gd name="connsiteY0" fmla="*/ 0 h 4118991"/>
                <a:gd name="connsiteX1" fmla="*/ 1824514 w 2356712"/>
                <a:gd name="connsiteY1" fmla="*/ 244697 h 4118991"/>
                <a:gd name="connsiteX2" fmla="*/ 1908715 w 2356712"/>
                <a:gd name="connsiteY2" fmla="*/ 328994 h 4118991"/>
                <a:gd name="connsiteX3" fmla="*/ 2226469 w 2356712"/>
                <a:gd name="connsiteY3" fmla="*/ 603695 h 4118991"/>
                <a:gd name="connsiteX4" fmla="*/ 2355628 w 2356712"/>
                <a:gd name="connsiteY4" fmla="*/ 900494 h 4118991"/>
                <a:gd name="connsiteX5" fmla="*/ 2281428 w 2356712"/>
                <a:gd name="connsiteY5" fmla="*/ 1206913 h 4118991"/>
                <a:gd name="connsiteX6" fmla="*/ 2092452 w 2356712"/>
                <a:gd name="connsiteY6" fmla="*/ 1460659 h 4118991"/>
                <a:gd name="connsiteX7" fmla="*/ 1834039 w 2356712"/>
                <a:gd name="connsiteY7" fmla="*/ 1625822 h 4118991"/>
                <a:gd name="connsiteX8" fmla="*/ 1558862 w 2356712"/>
                <a:gd name="connsiteY8" fmla="*/ 1743075 h 4118991"/>
                <a:gd name="connsiteX9" fmla="*/ 1386554 w 2356712"/>
                <a:gd name="connsiteY9" fmla="*/ 1869948 h 4118991"/>
                <a:gd name="connsiteX10" fmla="*/ 1271683 w 2356712"/>
                <a:gd name="connsiteY10" fmla="*/ 2073402 h 4118991"/>
                <a:gd name="connsiteX11" fmla="*/ 1178338 w 2356712"/>
                <a:gd name="connsiteY11" fmla="*/ 2355914 h 4118991"/>
                <a:gd name="connsiteX12" fmla="*/ 1113758 w 2356712"/>
                <a:gd name="connsiteY12" fmla="*/ 2578513 h 4118991"/>
                <a:gd name="connsiteX13" fmla="*/ 1034796 w 2356712"/>
                <a:gd name="connsiteY13" fmla="*/ 2834640 h 4118991"/>
                <a:gd name="connsiteX14" fmla="*/ 905637 w 2356712"/>
                <a:gd name="connsiteY14" fmla="*/ 3081242 h 4118991"/>
                <a:gd name="connsiteX15" fmla="*/ 793147 w 2356712"/>
                <a:gd name="connsiteY15" fmla="*/ 3258407 h 4118991"/>
                <a:gd name="connsiteX16" fmla="*/ 546735 w 2356712"/>
                <a:gd name="connsiteY16" fmla="*/ 3571970 h 4118991"/>
                <a:gd name="connsiteX17" fmla="*/ 346996 w 2356712"/>
                <a:gd name="connsiteY17" fmla="*/ 3771900 h 4118991"/>
                <a:gd name="connsiteX18" fmla="*/ 174689 w 2356712"/>
                <a:gd name="connsiteY18" fmla="*/ 3944207 h 4118991"/>
                <a:gd name="connsiteX19" fmla="*/ 0 w 2356712"/>
                <a:gd name="connsiteY19" fmla="*/ 4118991 h 411899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Lst>
              <a:rect l="l" t="t" r="r" b="b"/>
              <a:pathLst>
                <a:path w="2356712" h="4118991">
                  <a:moveTo>
                    <a:pt x="1707071" y="0"/>
                  </a:moveTo>
                  <a:cubicBezTo>
                    <a:pt x="1715357" y="22098"/>
                    <a:pt x="1812608" y="224409"/>
                    <a:pt x="1824514" y="244697"/>
                  </a:cubicBezTo>
                  <a:cubicBezTo>
                    <a:pt x="1844802" y="279273"/>
                    <a:pt x="1876996" y="304324"/>
                    <a:pt x="1908715" y="328994"/>
                  </a:cubicBezTo>
                  <a:cubicBezTo>
                    <a:pt x="2019967" y="415195"/>
                    <a:pt x="2137886" y="494633"/>
                    <a:pt x="2226469" y="603695"/>
                  </a:cubicBezTo>
                  <a:cubicBezTo>
                    <a:pt x="2296287" y="689610"/>
                    <a:pt x="2347817" y="790480"/>
                    <a:pt x="2355628" y="900494"/>
                  </a:cubicBezTo>
                  <a:cubicBezTo>
                    <a:pt x="2363248" y="1007078"/>
                    <a:pt x="2329910" y="1111187"/>
                    <a:pt x="2281428" y="1206913"/>
                  </a:cubicBezTo>
                  <a:cubicBezTo>
                    <a:pt x="2233422" y="1301877"/>
                    <a:pt x="2170938" y="1388936"/>
                    <a:pt x="2092452" y="1460659"/>
                  </a:cubicBezTo>
                  <a:cubicBezTo>
                    <a:pt x="2016538" y="1530001"/>
                    <a:pt x="1927765" y="1583436"/>
                    <a:pt x="1834039" y="1625822"/>
                  </a:cubicBezTo>
                  <a:cubicBezTo>
                    <a:pt x="1743075" y="1666970"/>
                    <a:pt x="1647730" y="1697736"/>
                    <a:pt x="1558862" y="1743075"/>
                  </a:cubicBezTo>
                  <a:cubicBezTo>
                    <a:pt x="1494758" y="1775841"/>
                    <a:pt x="1434275" y="1816132"/>
                    <a:pt x="1386554" y="1869948"/>
                  </a:cubicBezTo>
                  <a:cubicBezTo>
                    <a:pt x="1334548" y="1928622"/>
                    <a:pt x="1300544" y="2000345"/>
                    <a:pt x="1271683" y="2073402"/>
                  </a:cubicBezTo>
                  <a:cubicBezTo>
                    <a:pt x="1235202" y="2165699"/>
                    <a:pt x="1206722" y="2260759"/>
                    <a:pt x="1178338" y="2355914"/>
                  </a:cubicBezTo>
                  <a:cubicBezTo>
                    <a:pt x="1156240" y="2429923"/>
                    <a:pt x="1134237" y="2504028"/>
                    <a:pt x="1113758" y="2578513"/>
                  </a:cubicBezTo>
                  <a:cubicBezTo>
                    <a:pt x="1090041" y="2664714"/>
                    <a:pt x="1068134" y="2751678"/>
                    <a:pt x="1034796" y="2834640"/>
                  </a:cubicBezTo>
                  <a:cubicBezTo>
                    <a:pt x="1000125" y="2920841"/>
                    <a:pt x="953643" y="3001613"/>
                    <a:pt x="905637" y="3081242"/>
                  </a:cubicBezTo>
                  <a:cubicBezTo>
                    <a:pt x="869442" y="3141155"/>
                    <a:pt x="832295" y="3200400"/>
                    <a:pt x="793147" y="3258407"/>
                  </a:cubicBezTo>
                  <a:cubicBezTo>
                    <a:pt x="718661" y="3368802"/>
                    <a:pt x="637223" y="3474434"/>
                    <a:pt x="546735" y="3571970"/>
                  </a:cubicBezTo>
                  <a:cubicBezTo>
                    <a:pt x="482632" y="3641027"/>
                    <a:pt x="414147" y="3705797"/>
                    <a:pt x="346996" y="3771900"/>
                  </a:cubicBezTo>
                  <a:cubicBezTo>
                    <a:pt x="288989" y="3828764"/>
                    <a:pt x="232029" y="3886676"/>
                    <a:pt x="174689" y="3944207"/>
                  </a:cubicBezTo>
                  <a:cubicBezTo>
                    <a:pt x="116586" y="4002596"/>
                    <a:pt x="58293" y="4060698"/>
                    <a:pt x="0" y="4118991"/>
                  </a:cubicBezTo>
                </a:path>
              </a:pathLst>
            </a:custGeom>
            <a:noFill/>
            <a:ln w="9525" cap="rnd">
              <a:solidFill>
                <a:schemeClr val="accent2">
                  <a:alpha val="50000"/>
                </a:schemeClr>
              </a:solidFill>
              <a:prstDash val="lgDash"/>
              <a:round/>
            </a:ln>
          </p:spPr>
          <p:txBody>
            <a:bodyPr rtlCol="0" anchor="ctr"/>
            <a:lstStyle/>
            <a:p>
              <a:endParaRPr lang="en-US"/>
            </a:p>
          </p:txBody>
        </p:sp>
        <p:sp>
          <p:nvSpPr>
            <p:cNvPr id="155" name="Freeform: Shape 131">
              <a:extLst>
                <a:ext uri="{FF2B5EF4-FFF2-40B4-BE49-F238E27FC236}">
                  <a16:creationId xmlns:a16="http://schemas.microsoft.com/office/drawing/2014/main" id="{3DE6BF50-27B1-444D-9E81-752674A045B2}"/>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10849" y="15178"/>
              <a:ext cx="1368431" cy="2644975"/>
            </a:xfrm>
            <a:custGeom>
              <a:avLst/>
              <a:gdLst>
                <a:gd name="connsiteX0" fmla="*/ 0 w 2059193"/>
                <a:gd name="connsiteY0" fmla="*/ 3980116 h 3980116"/>
                <a:gd name="connsiteX1" fmla="*/ 471583 w 2059193"/>
                <a:gd name="connsiteY1" fmla="*/ 3515678 h 3980116"/>
                <a:gd name="connsiteX2" fmla="*/ 758666 w 2059193"/>
                <a:gd name="connsiteY2" fmla="*/ 3163824 h 3980116"/>
                <a:gd name="connsiteX3" fmla="*/ 940499 w 2059193"/>
                <a:gd name="connsiteY3" fmla="*/ 2780824 h 3980116"/>
                <a:gd name="connsiteX4" fmla="*/ 1055370 w 2059193"/>
                <a:gd name="connsiteY4" fmla="*/ 2242185 h 3980116"/>
                <a:gd name="connsiteX5" fmla="*/ 1136714 w 2059193"/>
                <a:gd name="connsiteY5" fmla="*/ 1878330 h 3980116"/>
                <a:gd name="connsiteX6" fmla="*/ 1246727 w 2059193"/>
                <a:gd name="connsiteY6" fmla="*/ 1562386 h 3980116"/>
                <a:gd name="connsiteX7" fmla="*/ 1378363 w 2059193"/>
                <a:gd name="connsiteY7" fmla="*/ 1430750 h 3980116"/>
                <a:gd name="connsiteX8" fmla="*/ 1691831 w 2059193"/>
                <a:gd name="connsiteY8" fmla="*/ 1394841 h 3980116"/>
                <a:gd name="connsiteX9" fmla="*/ 1914335 w 2059193"/>
                <a:gd name="connsiteY9" fmla="*/ 1323023 h 3980116"/>
                <a:gd name="connsiteX10" fmla="*/ 2055495 w 2059193"/>
                <a:gd name="connsiteY10" fmla="*/ 1098042 h 3980116"/>
                <a:gd name="connsiteX11" fmla="*/ 2033969 w 2059193"/>
                <a:gd name="connsiteY11" fmla="*/ 930497 h 3980116"/>
                <a:gd name="connsiteX12" fmla="*/ 1885664 w 2059193"/>
                <a:gd name="connsiteY12" fmla="*/ 760571 h 3980116"/>
                <a:gd name="connsiteX13" fmla="*/ 1636871 w 2059193"/>
                <a:gd name="connsiteY13" fmla="*/ 612172 h 3980116"/>
                <a:gd name="connsiteX14" fmla="*/ 1335405 w 2059193"/>
                <a:gd name="connsiteY14" fmla="*/ 459010 h 3980116"/>
                <a:gd name="connsiteX15" fmla="*/ 1234916 w 2059193"/>
                <a:gd name="connsiteY15" fmla="*/ 269939 h 3980116"/>
                <a:gd name="connsiteX16" fmla="*/ 1386935 w 2059193"/>
                <a:gd name="connsiteY16" fmla="*/ 0 h 398011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Lst>
              <a:rect l="l" t="t" r="r" b="b"/>
              <a:pathLst>
                <a:path w="2059193" h="3980116">
                  <a:moveTo>
                    <a:pt x="0" y="3980116"/>
                  </a:moveTo>
                  <a:cubicBezTo>
                    <a:pt x="91345" y="3889534"/>
                    <a:pt x="382715" y="3608737"/>
                    <a:pt x="471583" y="3515678"/>
                  </a:cubicBezTo>
                  <a:cubicBezTo>
                    <a:pt x="576358" y="3405949"/>
                    <a:pt x="675989" y="3290983"/>
                    <a:pt x="758666" y="3163824"/>
                  </a:cubicBezTo>
                  <a:cubicBezTo>
                    <a:pt x="836105" y="3044857"/>
                    <a:pt x="897445" y="2916079"/>
                    <a:pt x="940499" y="2780824"/>
                  </a:cubicBezTo>
                  <a:cubicBezTo>
                    <a:pt x="996315" y="2605754"/>
                    <a:pt x="1020985" y="2422874"/>
                    <a:pt x="1055370" y="2242185"/>
                  </a:cubicBezTo>
                  <a:cubicBezTo>
                    <a:pt x="1078611" y="2120075"/>
                    <a:pt x="1107472" y="1999107"/>
                    <a:pt x="1136714" y="1878330"/>
                  </a:cubicBezTo>
                  <a:cubicBezTo>
                    <a:pt x="1163098" y="1769174"/>
                    <a:pt x="1189482" y="1658588"/>
                    <a:pt x="1246727" y="1562386"/>
                  </a:cubicBezTo>
                  <a:cubicBezTo>
                    <a:pt x="1279208" y="1507808"/>
                    <a:pt x="1321689" y="1459039"/>
                    <a:pt x="1378363" y="1430750"/>
                  </a:cubicBezTo>
                  <a:cubicBezTo>
                    <a:pt x="1473327" y="1383221"/>
                    <a:pt x="1584865" y="1402652"/>
                    <a:pt x="1691831" y="1394841"/>
                  </a:cubicBezTo>
                  <a:cubicBezTo>
                    <a:pt x="1771079" y="1389031"/>
                    <a:pt x="1849279" y="1368266"/>
                    <a:pt x="1914335" y="1323023"/>
                  </a:cubicBezTo>
                  <a:cubicBezTo>
                    <a:pt x="1989963" y="1270445"/>
                    <a:pt x="2041493" y="1189101"/>
                    <a:pt x="2055495" y="1098042"/>
                  </a:cubicBezTo>
                  <a:cubicBezTo>
                    <a:pt x="2064258" y="1041178"/>
                    <a:pt x="2057591" y="982980"/>
                    <a:pt x="2033969" y="930497"/>
                  </a:cubicBezTo>
                  <a:cubicBezTo>
                    <a:pt x="2002727" y="861060"/>
                    <a:pt x="1945958" y="807625"/>
                    <a:pt x="1885664" y="760571"/>
                  </a:cubicBezTo>
                  <a:cubicBezTo>
                    <a:pt x="1809179" y="700945"/>
                    <a:pt x="1725549" y="651415"/>
                    <a:pt x="1636871" y="612172"/>
                  </a:cubicBezTo>
                  <a:cubicBezTo>
                    <a:pt x="1532763" y="566071"/>
                    <a:pt x="1421606" y="532543"/>
                    <a:pt x="1335405" y="459010"/>
                  </a:cubicBezTo>
                  <a:cubicBezTo>
                    <a:pt x="1277969" y="409956"/>
                    <a:pt x="1232059" y="344615"/>
                    <a:pt x="1234916" y="269939"/>
                  </a:cubicBezTo>
                  <a:cubicBezTo>
                    <a:pt x="1237012" y="211741"/>
                    <a:pt x="1386935" y="0"/>
                    <a:pt x="1386935" y="0"/>
                  </a:cubicBezTo>
                </a:path>
              </a:pathLst>
            </a:custGeom>
            <a:noFill/>
            <a:ln w="9525" cap="rnd">
              <a:solidFill>
                <a:schemeClr val="accent2">
                  <a:alpha val="50000"/>
                </a:schemeClr>
              </a:solidFill>
              <a:prstDash val="lgDash"/>
              <a:round/>
            </a:ln>
          </p:spPr>
          <p:txBody>
            <a:bodyPr rtlCol="0" anchor="ctr"/>
            <a:lstStyle/>
            <a:p>
              <a:endParaRPr lang="en-US"/>
            </a:p>
          </p:txBody>
        </p:sp>
        <p:sp>
          <p:nvSpPr>
            <p:cNvPr id="156" name="Freeform: Shape 132">
              <a:extLst>
                <a:ext uri="{FF2B5EF4-FFF2-40B4-BE49-F238E27FC236}">
                  <a16:creationId xmlns:a16="http://schemas.microsoft.com/office/drawing/2014/main" id="{C8B7A474-F527-47C3-94C4-A0F4462764EF}"/>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18825" y="543780"/>
              <a:ext cx="494287" cy="1905590"/>
            </a:xfrm>
            <a:custGeom>
              <a:avLst/>
              <a:gdLst>
                <a:gd name="connsiteX0" fmla="*/ 11144 w 743796"/>
                <a:gd name="connsiteY0" fmla="*/ 0 h 2867501"/>
                <a:gd name="connsiteX1" fmla="*/ 353663 w 743796"/>
                <a:gd name="connsiteY1" fmla="*/ 55245 h 2867501"/>
                <a:gd name="connsiteX2" fmla="*/ 571405 w 743796"/>
                <a:gd name="connsiteY2" fmla="*/ 179737 h 2867501"/>
                <a:gd name="connsiteX3" fmla="*/ 688658 w 743796"/>
                <a:gd name="connsiteY3" fmla="*/ 368808 h 2867501"/>
                <a:gd name="connsiteX4" fmla="*/ 731711 w 743796"/>
                <a:gd name="connsiteY4" fmla="*/ 612934 h 2867501"/>
                <a:gd name="connsiteX5" fmla="*/ 725233 w 743796"/>
                <a:gd name="connsiteY5" fmla="*/ 995648 h 2867501"/>
                <a:gd name="connsiteX6" fmla="*/ 742855 w 743796"/>
                <a:gd name="connsiteY6" fmla="*/ 1499330 h 2867501"/>
                <a:gd name="connsiteX7" fmla="*/ 707898 w 743796"/>
                <a:gd name="connsiteY7" fmla="*/ 1793081 h 2867501"/>
                <a:gd name="connsiteX8" fmla="*/ 633222 w 743796"/>
                <a:gd name="connsiteY8" fmla="*/ 2073592 h 2867501"/>
                <a:gd name="connsiteX9" fmla="*/ 404527 w 743796"/>
                <a:gd name="connsiteY9" fmla="*/ 2472404 h 2867501"/>
                <a:gd name="connsiteX10" fmla="*/ 0 w 743796"/>
                <a:gd name="connsiteY10" fmla="*/ 2867501 h 286750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743796" h="2867501">
                  <a:moveTo>
                    <a:pt x="11144" y="0"/>
                  </a:moveTo>
                  <a:cubicBezTo>
                    <a:pt x="101060" y="2953"/>
                    <a:pt x="268796" y="25146"/>
                    <a:pt x="353663" y="55245"/>
                  </a:cubicBezTo>
                  <a:cubicBezTo>
                    <a:pt x="433483" y="83534"/>
                    <a:pt x="510635" y="120967"/>
                    <a:pt x="571405" y="179737"/>
                  </a:cubicBezTo>
                  <a:cubicBezTo>
                    <a:pt x="625412" y="231934"/>
                    <a:pt x="663607" y="297942"/>
                    <a:pt x="688658" y="368808"/>
                  </a:cubicBezTo>
                  <a:cubicBezTo>
                    <a:pt x="716375" y="447103"/>
                    <a:pt x="727996" y="529876"/>
                    <a:pt x="731711" y="612934"/>
                  </a:cubicBezTo>
                  <a:cubicBezTo>
                    <a:pt x="737426" y="740474"/>
                    <a:pt x="724948" y="867918"/>
                    <a:pt x="725233" y="995648"/>
                  </a:cubicBezTo>
                  <a:cubicBezTo>
                    <a:pt x="725710" y="1163765"/>
                    <a:pt x="748665" y="1331309"/>
                    <a:pt x="742855" y="1499330"/>
                  </a:cubicBezTo>
                  <a:cubicBezTo>
                    <a:pt x="739426" y="1598009"/>
                    <a:pt x="725996" y="1696022"/>
                    <a:pt x="707898" y="1793081"/>
                  </a:cubicBezTo>
                  <a:cubicBezTo>
                    <a:pt x="690086" y="1888426"/>
                    <a:pt x="666845" y="1982724"/>
                    <a:pt x="633222" y="2073592"/>
                  </a:cubicBezTo>
                  <a:cubicBezTo>
                    <a:pt x="579692" y="2218182"/>
                    <a:pt x="499682" y="2351056"/>
                    <a:pt x="404527" y="2472404"/>
                  </a:cubicBezTo>
                  <a:cubicBezTo>
                    <a:pt x="266033" y="2648902"/>
                    <a:pt x="179642" y="2732818"/>
                    <a:pt x="0" y="2867501"/>
                  </a:cubicBezTo>
                </a:path>
              </a:pathLst>
            </a:custGeom>
            <a:noFill/>
            <a:ln w="9525" cap="rnd">
              <a:solidFill>
                <a:schemeClr val="accent2">
                  <a:alpha val="50000"/>
                </a:schemeClr>
              </a:solidFill>
              <a:prstDash val="lgDash"/>
              <a:round/>
            </a:ln>
          </p:spPr>
          <p:txBody>
            <a:bodyPr rtlCol="0" anchor="ctr"/>
            <a:lstStyle/>
            <a:p>
              <a:endParaRPr lang="en-US"/>
            </a:p>
          </p:txBody>
        </p:sp>
        <p:sp>
          <p:nvSpPr>
            <p:cNvPr id="157" name="Freeform: Shape 133">
              <a:extLst>
                <a:ext uri="{FF2B5EF4-FFF2-40B4-BE49-F238E27FC236}">
                  <a16:creationId xmlns:a16="http://schemas.microsoft.com/office/drawing/2014/main" id="{2D1AF5A9-1A6C-4F55-B975-879BF9EE3162}"/>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10849" y="672286"/>
              <a:ext cx="396930" cy="1690303"/>
            </a:xfrm>
            <a:custGeom>
              <a:avLst/>
              <a:gdLst>
                <a:gd name="connsiteX0" fmla="*/ 16478 w 597294"/>
                <a:gd name="connsiteY0" fmla="*/ 2079 h 2543540"/>
                <a:gd name="connsiteX1" fmla="*/ 299847 w 597294"/>
                <a:gd name="connsiteY1" fmla="*/ 53991 h 2543540"/>
                <a:gd name="connsiteX2" fmla="*/ 503206 w 597294"/>
                <a:gd name="connsiteY2" fmla="*/ 291354 h 2543540"/>
                <a:gd name="connsiteX3" fmla="*/ 525113 w 597294"/>
                <a:gd name="connsiteY3" fmla="*/ 724265 h 2543540"/>
                <a:gd name="connsiteX4" fmla="*/ 578930 w 597294"/>
                <a:gd name="connsiteY4" fmla="*/ 1117267 h 2543540"/>
                <a:gd name="connsiteX5" fmla="*/ 592931 w 597294"/>
                <a:gd name="connsiteY5" fmla="*/ 1476359 h 2543540"/>
                <a:gd name="connsiteX6" fmla="*/ 503206 w 597294"/>
                <a:gd name="connsiteY6" fmla="*/ 1859359 h 2543540"/>
                <a:gd name="connsiteX7" fmla="*/ 291846 w 597294"/>
                <a:gd name="connsiteY7" fmla="*/ 2250361 h 2543540"/>
                <a:gd name="connsiteX8" fmla="*/ 0 w 597294"/>
                <a:gd name="connsiteY8" fmla="*/ 2543540 h 254354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597294" h="2543540">
                  <a:moveTo>
                    <a:pt x="16478" y="2079"/>
                  </a:moveTo>
                  <a:cubicBezTo>
                    <a:pt x="101441" y="-6684"/>
                    <a:pt x="224885" y="12557"/>
                    <a:pt x="299847" y="53991"/>
                  </a:cubicBezTo>
                  <a:cubicBezTo>
                    <a:pt x="394240" y="106092"/>
                    <a:pt x="468440" y="189341"/>
                    <a:pt x="503206" y="291354"/>
                  </a:cubicBezTo>
                  <a:cubicBezTo>
                    <a:pt x="550069" y="429085"/>
                    <a:pt x="520827" y="577770"/>
                    <a:pt x="525113" y="724265"/>
                  </a:cubicBezTo>
                  <a:cubicBezTo>
                    <a:pt x="529019" y="856472"/>
                    <a:pt x="561118" y="986012"/>
                    <a:pt x="578930" y="1117267"/>
                  </a:cubicBezTo>
                  <a:cubicBezTo>
                    <a:pt x="595122" y="1236234"/>
                    <a:pt x="602742" y="1356630"/>
                    <a:pt x="592931" y="1476359"/>
                  </a:cubicBezTo>
                  <a:cubicBezTo>
                    <a:pt x="582073" y="1607709"/>
                    <a:pt x="549783" y="1736011"/>
                    <a:pt x="503206" y="1859359"/>
                  </a:cubicBezTo>
                  <a:cubicBezTo>
                    <a:pt x="450628" y="1998710"/>
                    <a:pt x="383857" y="2133298"/>
                    <a:pt x="291846" y="2250361"/>
                  </a:cubicBezTo>
                  <a:cubicBezTo>
                    <a:pt x="231553" y="2327132"/>
                    <a:pt x="73819" y="2479532"/>
                    <a:pt x="0" y="2543540"/>
                  </a:cubicBezTo>
                </a:path>
              </a:pathLst>
            </a:custGeom>
            <a:noFill/>
            <a:ln w="9525" cap="rnd">
              <a:solidFill>
                <a:schemeClr val="accent2">
                  <a:alpha val="50000"/>
                </a:schemeClr>
              </a:solidFill>
              <a:prstDash val="lgDash"/>
              <a:round/>
            </a:ln>
          </p:spPr>
          <p:txBody>
            <a:bodyPr rtlCol="0" anchor="ctr"/>
            <a:lstStyle/>
            <a:p>
              <a:endParaRPr lang="en-US"/>
            </a:p>
          </p:txBody>
        </p:sp>
        <p:sp>
          <p:nvSpPr>
            <p:cNvPr id="158" name="Freeform: Shape 134">
              <a:extLst>
                <a:ext uri="{FF2B5EF4-FFF2-40B4-BE49-F238E27FC236}">
                  <a16:creationId xmlns:a16="http://schemas.microsoft.com/office/drawing/2014/main" id="{1039866D-1864-499B-9BD7-C8178A07F0A1}"/>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23002" y="881264"/>
              <a:ext cx="258791" cy="1336561"/>
            </a:xfrm>
            <a:custGeom>
              <a:avLst/>
              <a:gdLst>
                <a:gd name="connsiteX0" fmla="*/ 0 w 389425"/>
                <a:gd name="connsiteY0" fmla="*/ 33 h 2011236"/>
                <a:gd name="connsiteX1" fmla="*/ 171260 w 389425"/>
                <a:gd name="connsiteY1" fmla="*/ 60326 h 2011236"/>
                <a:gd name="connsiteX2" fmla="*/ 211455 w 389425"/>
                <a:gd name="connsiteY2" fmla="*/ 221204 h 2011236"/>
                <a:gd name="connsiteX3" fmla="*/ 243078 w 389425"/>
                <a:gd name="connsiteY3" fmla="*/ 448089 h 2011236"/>
                <a:gd name="connsiteX4" fmla="*/ 346424 w 389425"/>
                <a:gd name="connsiteY4" fmla="*/ 789941 h 2011236"/>
                <a:gd name="connsiteX5" fmla="*/ 372237 w 389425"/>
                <a:gd name="connsiteY5" fmla="*/ 942151 h 2011236"/>
                <a:gd name="connsiteX6" fmla="*/ 386620 w 389425"/>
                <a:gd name="connsiteY6" fmla="*/ 1272478 h 2011236"/>
                <a:gd name="connsiteX7" fmla="*/ 280416 w 389425"/>
                <a:gd name="connsiteY7" fmla="*/ 1660241 h 2011236"/>
                <a:gd name="connsiteX8" fmla="*/ 151257 w 389425"/>
                <a:gd name="connsiteY8" fmla="*/ 1844073 h 2011236"/>
                <a:gd name="connsiteX9" fmla="*/ 1905 w 389425"/>
                <a:gd name="connsiteY9" fmla="*/ 2011237 h 201123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389425" h="2011236">
                  <a:moveTo>
                    <a:pt x="0" y="33"/>
                  </a:moveTo>
                  <a:cubicBezTo>
                    <a:pt x="57912" y="-824"/>
                    <a:pt x="136112" y="14892"/>
                    <a:pt x="171260" y="60326"/>
                  </a:cubicBezTo>
                  <a:cubicBezTo>
                    <a:pt x="205645" y="104903"/>
                    <a:pt x="207740" y="164244"/>
                    <a:pt x="211455" y="221204"/>
                  </a:cubicBezTo>
                  <a:cubicBezTo>
                    <a:pt x="216408" y="297594"/>
                    <a:pt x="225838" y="373604"/>
                    <a:pt x="243078" y="448089"/>
                  </a:cubicBezTo>
                  <a:cubicBezTo>
                    <a:pt x="269939" y="564199"/>
                    <a:pt x="319183" y="673927"/>
                    <a:pt x="346424" y="789941"/>
                  </a:cubicBezTo>
                  <a:cubicBezTo>
                    <a:pt x="358235" y="840043"/>
                    <a:pt x="365951" y="891097"/>
                    <a:pt x="372237" y="942151"/>
                  </a:cubicBezTo>
                  <a:cubicBezTo>
                    <a:pt x="385858" y="1051784"/>
                    <a:pt x="394049" y="1162274"/>
                    <a:pt x="386620" y="1272478"/>
                  </a:cubicBezTo>
                  <a:cubicBezTo>
                    <a:pt x="377476" y="1407828"/>
                    <a:pt x="344996" y="1541178"/>
                    <a:pt x="280416" y="1660241"/>
                  </a:cubicBezTo>
                  <a:cubicBezTo>
                    <a:pt x="244602" y="1726249"/>
                    <a:pt x="199358" y="1786352"/>
                    <a:pt x="151257" y="1844073"/>
                  </a:cubicBezTo>
                  <a:cubicBezTo>
                    <a:pt x="79534" y="1930084"/>
                    <a:pt x="89345" y="1941419"/>
                    <a:pt x="1905" y="2011237"/>
                  </a:cubicBezTo>
                </a:path>
              </a:pathLst>
            </a:custGeom>
            <a:noFill/>
            <a:ln w="9525" cap="rnd">
              <a:solidFill>
                <a:schemeClr val="accent2">
                  <a:alpha val="50000"/>
                </a:schemeClr>
              </a:solidFill>
              <a:prstDash val="lgDash"/>
              <a:round/>
            </a:ln>
          </p:spPr>
          <p:txBody>
            <a:bodyPr rtlCol="0" anchor="ctr"/>
            <a:lstStyle/>
            <a:p>
              <a:endParaRPr lang="en-US" dirty="0"/>
            </a:p>
          </p:txBody>
        </p:sp>
      </p:grpSp>
      <p:sp>
        <p:nvSpPr>
          <p:cNvPr id="2" name="Title 1">
            <a:extLst>
              <a:ext uri="{FF2B5EF4-FFF2-40B4-BE49-F238E27FC236}">
                <a16:creationId xmlns:a16="http://schemas.microsoft.com/office/drawing/2014/main" id="{C2B81DE8-5775-B390-BB8A-C762AC9C3797}"/>
              </a:ext>
            </a:extLst>
          </p:cNvPr>
          <p:cNvSpPr>
            <a:spLocks noGrp="1"/>
          </p:cNvSpPr>
          <p:nvPr>
            <p:ph type="title"/>
          </p:nvPr>
        </p:nvSpPr>
        <p:spPr>
          <a:xfrm>
            <a:off x="1198181" y="168425"/>
            <a:ext cx="4795282" cy="2091782"/>
          </a:xfrm>
        </p:spPr>
        <p:txBody>
          <a:bodyPr anchor="ctr">
            <a:normAutofit/>
          </a:bodyPr>
          <a:lstStyle/>
          <a:p>
            <a:r>
              <a:rPr lang="en-US" dirty="0"/>
              <a:t>Non-Sharded Comparison</a:t>
            </a:r>
          </a:p>
        </p:txBody>
      </p:sp>
      <p:sp>
        <p:nvSpPr>
          <p:cNvPr id="3" name="Content Placeholder 2">
            <a:extLst>
              <a:ext uri="{FF2B5EF4-FFF2-40B4-BE49-F238E27FC236}">
                <a16:creationId xmlns:a16="http://schemas.microsoft.com/office/drawing/2014/main" id="{DEABBBD9-A3B4-99FF-C08E-8DC390AB7EE7}"/>
              </a:ext>
            </a:extLst>
          </p:cNvPr>
          <p:cNvSpPr>
            <a:spLocks noGrp="1"/>
          </p:cNvSpPr>
          <p:nvPr>
            <p:ph idx="1"/>
          </p:nvPr>
        </p:nvSpPr>
        <p:spPr>
          <a:xfrm>
            <a:off x="6195372" y="169025"/>
            <a:ext cx="4977905" cy="2091182"/>
          </a:xfrm>
        </p:spPr>
        <p:txBody>
          <a:bodyPr anchor="ctr">
            <a:normAutofit fontScale="92500" lnSpcReduction="10000"/>
          </a:bodyPr>
          <a:lstStyle/>
          <a:p>
            <a:pPr marL="0" indent="0">
              <a:lnSpc>
                <a:spcPct val="100000"/>
              </a:lnSpc>
              <a:buNone/>
            </a:pPr>
            <a:endParaRPr lang="en-US" sz="1100" dirty="0"/>
          </a:p>
          <a:p>
            <a:pPr>
              <a:lnSpc>
                <a:spcPct val="100000"/>
              </a:lnSpc>
            </a:pPr>
            <a:r>
              <a:rPr lang="en-US" sz="1400" dirty="0"/>
              <a:t>By jointly tuning block size and block time, both Bitcoin-style chains and MEMO (1 shard) can push TPS higher—but only up to the point where network latency and message overhead start to dominate.</a:t>
            </a:r>
          </a:p>
          <a:p>
            <a:pPr>
              <a:lnSpc>
                <a:spcPct val="100000"/>
              </a:lnSpc>
            </a:pPr>
            <a:r>
              <a:rPr lang="en-US" sz="1400" dirty="0"/>
              <a:t>MEMO’s 1-shard configuration reaches comparable or better TPS at smaller block times than non-sharded BTC/BCH/LTC/DOGE, showing that careful parameter tuning alone can close much of the performance gap even without sharding.</a:t>
            </a:r>
          </a:p>
        </p:txBody>
      </p:sp>
      <p:pic>
        <p:nvPicPr>
          <p:cNvPr id="7" name="Picture 6" descr="A graph of different colored lines&#10;&#10;AI-generated content may be incorrect.">
            <a:extLst>
              <a:ext uri="{FF2B5EF4-FFF2-40B4-BE49-F238E27FC236}">
                <a16:creationId xmlns:a16="http://schemas.microsoft.com/office/drawing/2014/main" id="{D0385A12-AA50-C70D-3124-F4E7CA258A3E}"/>
              </a:ext>
            </a:extLst>
          </p:cNvPr>
          <p:cNvPicPr>
            <a:picLocks noChangeAspect="1"/>
          </p:cNvPicPr>
          <p:nvPr/>
        </p:nvPicPr>
        <p:blipFill>
          <a:blip r:embed="rId2"/>
          <a:stretch>
            <a:fillRect/>
          </a:stretch>
        </p:blipFill>
        <p:spPr>
          <a:xfrm>
            <a:off x="862903" y="2630958"/>
            <a:ext cx="5130560" cy="3668352"/>
          </a:xfrm>
          <a:prstGeom prst="rect">
            <a:avLst/>
          </a:prstGeom>
        </p:spPr>
      </p:pic>
      <p:pic>
        <p:nvPicPr>
          <p:cNvPr id="6" name="Picture 5" descr="A graph of different colored lines&#10;&#10;AI-generated content may be incorrect.">
            <a:extLst>
              <a:ext uri="{FF2B5EF4-FFF2-40B4-BE49-F238E27FC236}">
                <a16:creationId xmlns:a16="http://schemas.microsoft.com/office/drawing/2014/main" id="{84598B81-7D7B-CE92-6A7F-C733EDE4F0EF}"/>
              </a:ext>
            </a:extLst>
          </p:cNvPr>
          <p:cNvPicPr>
            <a:picLocks noChangeAspect="1"/>
          </p:cNvPicPr>
          <p:nvPr/>
        </p:nvPicPr>
        <p:blipFill>
          <a:blip r:embed="rId3"/>
          <a:srcRect r="4" b="4153"/>
          <a:stretch>
            <a:fillRect/>
          </a:stretch>
        </p:blipFill>
        <p:spPr>
          <a:xfrm>
            <a:off x="6198537" y="2783164"/>
            <a:ext cx="5130560" cy="3516147"/>
          </a:xfrm>
          <a:prstGeom prst="rect">
            <a:avLst/>
          </a:prstGeom>
        </p:spPr>
      </p:pic>
      <p:grpSp>
        <p:nvGrpSpPr>
          <p:cNvPr id="159" name="Bottom Right">
            <a:extLst>
              <a:ext uri="{FF2B5EF4-FFF2-40B4-BE49-F238E27FC236}">
                <a16:creationId xmlns:a16="http://schemas.microsoft.com/office/drawing/2014/main" id="{CE5E50B5-764C-4CF0-BE62-6330BDB193FE}"/>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7980400" y="3276601"/>
            <a:ext cx="4211600" cy="3581399"/>
            <a:chOff x="7980400" y="3276601"/>
            <a:chExt cx="4211600" cy="3581399"/>
          </a:xfrm>
        </p:grpSpPr>
        <p:grpSp>
          <p:nvGrpSpPr>
            <p:cNvPr id="138" name="Graphic 157">
              <a:extLst>
                <a:ext uri="{FF2B5EF4-FFF2-40B4-BE49-F238E27FC236}">
                  <a16:creationId xmlns:a16="http://schemas.microsoft.com/office/drawing/2014/main" id="{9C1BDBFA-B254-41ED-90D6-17F930A07903}"/>
                </a:ext>
                <a:ext uri="{C183D7F6-B498-43B3-948B-1728B52AA6E4}">
                  <adec:decorative xmlns:adec="http://schemas.microsoft.com/office/drawing/2017/decorative" val="1"/>
                </a:ext>
              </a:extLst>
            </p:cNvPr>
            <p:cNvGrpSpPr/>
            <p:nvPr>
              <p:extLst>
                <p:ext uri="{386F3935-93C4-4BCD-93E2-E3B085C9AB24}">
                  <p16:designElem xmlns:p16="http://schemas.microsoft.com/office/powerpoint/2015/main" val="1"/>
                </p:ext>
              </p:extLst>
            </p:nvPr>
          </p:nvGrpSpPr>
          <p:grpSpPr>
            <a:xfrm>
              <a:off x="8662740" y="3276601"/>
              <a:ext cx="3529260" cy="3581398"/>
              <a:chOff x="4114800" y="1423987"/>
              <a:chExt cx="3961542" cy="4007547"/>
            </a:xfrm>
            <a:noFill/>
          </p:grpSpPr>
          <p:sp>
            <p:nvSpPr>
              <p:cNvPr id="160" name="Freeform: Shape 139">
                <a:extLst>
                  <a:ext uri="{FF2B5EF4-FFF2-40B4-BE49-F238E27FC236}">
                    <a16:creationId xmlns:a16="http://schemas.microsoft.com/office/drawing/2014/main" id="{1E84A133-F5D3-4950-9DC9-A3DEEEBC95B1}"/>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4114800" y="1423987"/>
                <a:ext cx="3946874" cy="3989641"/>
              </a:xfrm>
              <a:custGeom>
                <a:avLst/>
                <a:gdLst>
                  <a:gd name="connsiteX0" fmla="*/ 0 w 3946874"/>
                  <a:gd name="connsiteY0" fmla="*/ 3989641 h 3989641"/>
                  <a:gd name="connsiteX1" fmla="*/ 79439 w 3946874"/>
                  <a:gd name="connsiteY1" fmla="*/ 3891153 h 3989641"/>
                  <a:gd name="connsiteX2" fmla="*/ 297371 w 3946874"/>
                  <a:gd name="connsiteY2" fmla="*/ 3626930 h 3989641"/>
                  <a:gd name="connsiteX3" fmla="*/ 454343 w 3946874"/>
                  <a:gd name="connsiteY3" fmla="*/ 3440335 h 3989641"/>
                  <a:gd name="connsiteX4" fmla="*/ 622363 w 3946874"/>
                  <a:gd name="connsiteY4" fmla="*/ 3290697 h 3989641"/>
                  <a:gd name="connsiteX5" fmla="*/ 927068 w 3946874"/>
                  <a:gd name="connsiteY5" fmla="*/ 3087434 h 3989641"/>
                  <a:gd name="connsiteX6" fmla="*/ 1176338 w 3946874"/>
                  <a:gd name="connsiteY6" fmla="*/ 2915603 h 3989641"/>
                  <a:gd name="connsiteX7" fmla="*/ 1394270 w 3946874"/>
                  <a:gd name="connsiteY7" fmla="*/ 2780729 h 3989641"/>
                  <a:gd name="connsiteX8" fmla="*/ 1601057 w 3946874"/>
                  <a:gd name="connsiteY8" fmla="*/ 2723483 h 3989641"/>
                  <a:gd name="connsiteX9" fmla="*/ 1756220 w 3946874"/>
                  <a:gd name="connsiteY9" fmla="*/ 2743772 h 3989641"/>
                  <a:gd name="connsiteX10" fmla="*/ 1889189 w 3946874"/>
                  <a:gd name="connsiteY10" fmla="*/ 2765965 h 3989641"/>
                  <a:gd name="connsiteX11" fmla="*/ 2007394 w 3946874"/>
                  <a:gd name="connsiteY11" fmla="*/ 2765965 h 3989641"/>
                  <a:gd name="connsiteX12" fmla="*/ 2184654 w 3946874"/>
                  <a:gd name="connsiteY12" fmla="*/ 2671763 h 3989641"/>
                  <a:gd name="connsiteX13" fmla="*/ 2372773 w 3946874"/>
                  <a:gd name="connsiteY13" fmla="*/ 2538984 h 3989641"/>
                  <a:gd name="connsiteX14" fmla="*/ 2439543 w 3946874"/>
                  <a:gd name="connsiteY14" fmla="*/ 2510504 h 3989641"/>
                  <a:gd name="connsiteX15" fmla="*/ 2650617 w 3946874"/>
                  <a:gd name="connsiteY15" fmla="*/ 2434781 h 3989641"/>
                  <a:gd name="connsiteX16" fmla="*/ 2785110 w 3946874"/>
                  <a:gd name="connsiteY16" fmla="*/ 2383060 h 3989641"/>
                  <a:gd name="connsiteX17" fmla="*/ 2897315 w 3946874"/>
                  <a:gd name="connsiteY17" fmla="*/ 2318861 h 3989641"/>
                  <a:gd name="connsiteX18" fmla="*/ 2997994 w 3946874"/>
                  <a:gd name="connsiteY18" fmla="*/ 2226183 h 3989641"/>
                  <a:gd name="connsiteX19" fmla="*/ 3061240 w 3946874"/>
                  <a:gd name="connsiteY19" fmla="*/ 2141506 h 3989641"/>
                  <a:gd name="connsiteX20" fmla="*/ 3152108 w 3946874"/>
                  <a:gd name="connsiteY20" fmla="*/ 2005203 h 3989641"/>
                  <a:gd name="connsiteX21" fmla="*/ 3274124 w 3946874"/>
                  <a:gd name="connsiteY21" fmla="*/ 1871567 h 3989641"/>
                  <a:gd name="connsiteX22" fmla="*/ 3388138 w 3946874"/>
                  <a:gd name="connsiteY22" fmla="*/ 1770888 h 3989641"/>
                  <a:gd name="connsiteX23" fmla="*/ 3466529 w 3946874"/>
                  <a:gd name="connsiteY23" fmla="*/ 1679162 h 3989641"/>
                  <a:gd name="connsiteX24" fmla="*/ 3538633 w 3946874"/>
                  <a:gd name="connsiteY24" fmla="*/ 1551718 h 3989641"/>
                  <a:gd name="connsiteX25" fmla="*/ 3588544 w 3946874"/>
                  <a:gd name="connsiteY25" fmla="*/ 1376172 h 3989641"/>
                  <a:gd name="connsiteX26" fmla="*/ 3597402 w 3946874"/>
                  <a:gd name="connsiteY26" fmla="*/ 1293305 h 3989641"/>
                  <a:gd name="connsiteX27" fmla="*/ 3721227 w 3946874"/>
                  <a:gd name="connsiteY27" fmla="*/ 880491 h 3989641"/>
                  <a:gd name="connsiteX28" fmla="*/ 3761137 w 3946874"/>
                  <a:gd name="connsiteY28" fmla="*/ 463677 h 3989641"/>
                  <a:gd name="connsiteX29" fmla="*/ 3946874 w 3946874"/>
                  <a:gd name="connsiteY29" fmla="*/ 0 h 398964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Lst>
                <a:rect l="l" t="t" r="r" b="b"/>
                <a:pathLst>
                  <a:path w="3946874" h="3989641">
                    <a:moveTo>
                      <a:pt x="0" y="3989641"/>
                    </a:moveTo>
                    <a:cubicBezTo>
                      <a:pt x="19050" y="3957257"/>
                      <a:pt x="50959" y="3916013"/>
                      <a:pt x="79439" y="3891153"/>
                    </a:cubicBezTo>
                    <a:cubicBezTo>
                      <a:pt x="165544" y="3815906"/>
                      <a:pt x="227933" y="3717989"/>
                      <a:pt x="297371" y="3626930"/>
                    </a:cubicBezTo>
                    <a:cubicBezTo>
                      <a:pt x="346615" y="3562255"/>
                      <a:pt x="398050" y="3499009"/>
                      <a:pt x="454343" y="3440335"/>
                    </a:cubicBezTo>
                    <a:cubicBezTo>
                      <a:pt x="506349" y="3386042"/>
                      <a:pt x="562642" y="3336227"/>
                      <a:pt x="622363" y="3290697"/>
                    </a:cubicBezTo>
                    <a:cubicBezTo>
                      <a:pt x="719519" y="3216688"/>
                      <a:pt x="824960" y="3154585"/>
                      <a:pt x="927068" y="3087434"/>
                    </a:cubicBezTo>
                    <a:cubicBezTo>
                      <a:pt x="1011365" y="3031998"/>
                      <a:pt x="1093565" y="2973324"/>
                      <a:pt x="1176338" y="2915603"/>
                    </a:cubicBezTo>
                    <a:cubicBezTo>
                      <a:pt x="1246537" y="2866644"/>
                      <a:pt x="1317308" y="2818066"/>
                      <a:pt x="1394270" y="2780729"/>
                    </a:cubicBezTo>
                    <a:cubicBezTo>
                      <a:pt x="1459421" y="2749106"/>
                      <a:pt x="1528763" y="2724436"/>
                      <a:pt x="1601057" y="2723483"/>
                    </a:cubicBezTo>
                    <a:cubicBezTo>
                      <a:pt x="1653350" y="2722721"/>
                      <a:pt x="1704785" y="2733485"/>
                      <a:pt x="1756220" y="2743772"/>
                    </a:cubicBezTo>
                    <a:cubicBezTo>
                      <a:pt x="1800320" y="2752630"/>
                      <a:pt x="1844612" y="2760250"/>
                      <a:pt x="1889189" y="2765965"/>
                    </a:cubicBezTo>
                    <a:cubicBezTo>
                      <a:pt x="1928622" y="2771013"/>
                      <a:pt x="1968437" y="2773299"/>
                      <a:pt x="2007394" y="2765965"/>
                    </a:cubicBezTo>
                    <a:cubicBezTo>
                      <a:pt x="2073878" y="2753487"/>
                      <a:pt x="2130647" y="2712911"/>
                      <a:pt x="2184654" y="2671763"/>
                    </a:cubicBezTo>
                    <a:cubicBezTo>
                      <a:pt x="2245900" y="2625090"/>
                      <a:pt x="2304002" y="2573465"/>
                      <a:pt x="2372773" y="2538984"/>
                    </a:cubicBezTo>
                    <a:cubicBezTo>
                      <a:pt x="2394395" y="2528126"/>
                      <a:pt x="2416874" y="2518982"/>
                      <a:pt x="2439543" y="2510504"/>
                    </a:cubicBezTo>
                    <a:cubicBezTo>
                      <a:pt x="2509552" y="2484215"/>
                      <a:pt x="2580037" y="2459450"/>
                      <a:pt x="2650617" y="2434781"/>
                    </a:cubicBezTo>
                    <a:cubicBezTo>
                      <a:pt x="2695956" y="2418874"/>
                      <a:pt x="2741295" y="2402872"/>
                      <a:pt x="2785110" y="2383060"/>
                    </a:cubicBezTo>
                    <a:cubicBezTo>
                      <a:pt x="2824448" y="2365248"/>
                      <a:pt x="2862358" y="2344198"/>
                      <a:pt x="2897315" y="2318861"/>
                    </a:cubicBezTo>
                    <a:cubicBezTo>
                      <a:pt x="2934367" y="2292096"/>
                      <a:pt x="2968085" y="2260854"/>
                      <a:pt x="2997994" y="2226183"/>
                    </a:cubicBezTo>
                    <a:cubicBezTo>
                      <a:pt x="3020949" y="2199513"/>
                      <a:pt x="3041714" y="2170938"/>
                      <a:pt x="3061240" y="2141506"/>
                    </a:cubicBezTo>
                    <a:cubicBezTo>
                      <a:pt x="3091529" y="2095976"/>
                      <a:pt x="3119533" y="2049018"/>
                      <a:pt x="3152108" y="2005203"/>
                    </a:cubicBezTo>
                    <a:cubicBezTo>
                      <a:pt x="3188113" y="1956626"/>
                      <a:pt x="3229261" y="1912144"/>
                      <a:pt x="3274124" y="1871567"/>
                    </a:cubicBezTo>
                    <a:cubicBezTo>
                      <a:pt x="3311747" y="1837563"/>
                      <a:pt x="3351848" y="1806321"/>
                      <a:pt x="3388138" y="1770888"/>
                    </a:cubicBezTo>
                    <a:cubicBezTo>
                      <a:pt x="3416999" y="1742694"/>
                      <a:pt x="3443002" y="1711833"/>
                      <a:pt x="3466529" y="1679162"/>
                    </a:cubicBezTo>
                    <a:cubicBezTo>
                      <a:pt x="3495008" y="1639348"/>
                      <a:pt x="3519392" y="1596771"/>
                      <a:pt x="3538633" y="1551718"/>
                    </a:cubicBezTo>
                    <a:cubicBezTo>
                      <a:pt x="3562731" y="1495616"/>
                      <a:pt x="3578924" y="1436465"/>
                      <a:pt x="3588544" y="1376172"/>
                    </a:cubicBezTo>
                    <a:cubicBezTo>
                      <a:pt x="3592925" y="1348740"/>
                      <a:pt x="3595688" y="1321022"/>
                      <a:pt x="3597402" y="1293305"/>
                    </a:cubicBezTo>
                    <a:cubicBezTo>
                      <a:pt x="3605974" y="1155859"/>
                      <a:pt x="3717703" y="1018127"/>
                      <a:pt x="3721227" y="880491"/>
                    </a:cubicBezTo>
                    <a:cubicBezTo>
                      <a:pt x="3724751" y="740855"/>
                      <a:pt x="3743135" y="602171"/>
                      <a:pt x="3761137" y="463677"/>
                    </a:cubicBezTo>
                    <a:cubicBezTo>
                      <a:pt x="3776186" y="347758"/>
                      <a:pt x="3934968" y="116205"/>
                      <a:pt x="3946874" y="0"/>
                    </a:cubicBezTo>
                  </a:path>
                </a:pathLst>
              </a:custGeom>
              <a:noFill/>
              <a:ln w="9525" cap="rnd">
                <a:solidFill>
                  <a:schemeClr val="accent2">
                    <a:alpha val="35000"/>
                  </a:schemeClr>
                </a:solidFill>
                <a:prstDash val="lgDash"/>
                <a:round/>
              </a:ln>
            </p:spPr>
            <p:txBody>
              <a:bodyPr rtlCol="0" anchor="ctr"/>
              <a:lstStyle/>
              <a:p>
                <a:endParaRPr lang="en-US"/>
              </a:p>
            </p:txBody>
          </p:sp>
          <p:sp>
            <p:nvSpPr>
              <p:cNvPr id="161" name="Freeform: Shape 140">
                <a:extLst>
                  <a:ext uri="{FF2B5EF4-FFF2-40B4-BE49-F238E27FC236}">
                    <a16:creationId xmlns:a16="http://schemas.microsoft.com/office/drawing/2014/main" id="{682FFBFE-D99F-4065-9AEC-88E664DB8402}"/>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4395978" y="2441733"/>
                <a:ext cx="3665410" cy="2985611"/>
              </a:xfrm>
              <a:custGeom>
                <a:avLst/>
                <a:gdLst>
                  <a:gd name="connsiteX0" fmla="*/ 0 w 3665410"/>
                  <a:gd name="connsiteY0" fmla="*/ 2985611 h 2985611"/>
                  <a:gd name="connsiteX1" fmla="*/ 166211 w 3665410"/>
                  <a:gd name="connsiteY1" fmla="*/ 2699766 h 2985611"/>
                  <a:gd name="connsiteX2" fmla="*/ 397002 w 3665410"/>
                  <a:gd name="connsiteY2" fmla="*/ 2414969 h 2985611"/>
                  <a:gd name="connsiteX3" fmla="*/ 620173 w 3665410"/>
                  <a:gd name="connsiteY3" fmla="*/ 2237899 h 2985611"/>
                  <a:gd name="connsiteX4" fmla="*/ 823341 w 3665410"/>
                  <a:gd name="connsiteY4" fmla="*/ 2085499 h 2985611"/>
                  <a:gd name="connsiteX5" fmla="*/ 1089565 w 3665410"/>
                  <a:gd name="connsiteY5" fmla="*/ 1911477 h 2985611"/>
                  <a:gd name="connsiteX6" fmla="*/ 1145000 w 3665410"/>
                  <a:gd name="connsiteY6" fmla="*/ 1886807 h 2985611"/>
                  <a:gd name="connsiteX7" fmla="*/ 1375791 w 3665410"/>
                  <a:gd name="connsiteY7" fmla="*/ 1842135 h 2985611"/>
                  <a:gd name="connsiteX8" fmla="*/ 1486567 w 3665410"/>
                  <a:gd name="connsiteY8" fmla="*/ 1857566 h 2985611"/>
                  <a:gd name="connsiteX9" fmla="*/ 1568101 w 3665410"/>
                  <a:gd name="connsiteY9" fmla="*/ 1871377 h 2985611"/>
                  <a:gd name="connsiteX10" fmla="*/ 1810607 w 3665410"/>
                  <a:gd name="connsiteY10" fmla="*/ 1871377 h 2985611"/>
                  <a:gd name="connsiteX11" fmla="*/ 1997964 w 3665410"/>
                  <a:gd name="connsiteY11" fmla="*/ 1790605 h 2985611"/>
                  <a:gd name="connsiteX12" fmla="*/ 2109883 w 3665410"/>
                  <a:gd name="connsiteY12" fmla="*/ 1702784 h 2985611"/>
                  <a:gd name="connsiteX13" fmla="*/ 2321433 w 3665410"/>
                  <a:gd name="connsiteY13" fmla="*/ 1552384 h 2985611"/>
                  <a:gd name="connsiteX14" fmla="*/ 2558891 w 3665410"/>
                  <a:gd name="connsiteY14" fmla="*/ 1453420 h 2985611"/>
                  <a:gd name="connsiteX15" fmla="*/ 2709767 w 3665410"/>
                  <a:gd name="connsiteY15" fmla="*/ 1377887 h 2985611"/>
                  <a:gd name="connsiteX16" fmla="*/ 2885408 w 3665410"/>
                  <a:gd name="connsiteY16" fmla="*/ 1237393 h 2985611"/>
                  <a:gd name="connsiteX17" fmla="*/ 3017711 w 3665410"/>
                  <a:gd name="connsiteY17" fmla="*/ 1072229 h 2985611"/>
                  <a:gd name="connsiteX18" fmla="*/ 3150680 w 3665410"/>
                  <a:gd name="connsiteY18" fmla="*/ 921830 h 2985611"/>
                  <a:gd name="connsiteX19" fmla="*/ 3255169 w 3665410"/>
                  <a:gd name="connsiteY19" fmla="*/ 801815 h 2985611"/>
                  <a:gd name="connsiteX20" fmla="*/ 3339275 w 3665410"/>
                  <a:gd name="connsiteY20" fmla="*/ 694182 h 2985611"/>
                  <a:gd name="connsiteX21" fmla="*/ 3409188 w 3665410"/>
                  <a:gd name="connsiteY21" fmla="*/ 546926 h 2985611"/>
                  <a:gd name="connsiteX22" fmla="*/ 3464243 w 3665410"/>
                  <a:gd name="connsiteY22" fmla="*/ 347663 h 2985611"/>
                  <a:gd name="connsiteX23" fmla="*/ 3665411 w 3665410"/>
                  <a:gd name="connsiteY23" fmla="*/ 0 h 298561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Lst>
                <a:rect l="l" t="t" r="r" b="b"/>
                <a:pathLst>
                  <a:path w="3665410" h="2985611">
                    <a:moveTo>
                      <a:pt x="0" y="2985611"/>
                    </a:moveTo>
                    <a:cubicBezTo>
                      <a:pt x="0" y="2985611"/>
                      <a:pt x="86773" y="2802827"/>
                      <a:pt x="166211" y="2699766"/>
                    </a:cubicBezTo>
                    <a:cubicBezTo>
                      <a:pt x="240983" y="2602706"/>
                      <a:pt x="309182" y="2500122"/>
                      <a:pt x="397002" y="2414969"/>
                    </a:cubicBezTo>
                    <a:cubicBezTo>
                      <a:pt x="465296" y="2348865"/>
                      <a:pt x="543592" y="2294477"/>
                      <a:pt x="620173" y="2237899"/>
                    </a:cubicBezTo>
                    <a:cubicBezTo>
                      <a:pt x="688277" y="2187607"/>
                      <a:pt x="755333" y="2135886"/>
                      <a:pt x="823341" y="2085499"/>
                    </a:cubicBezTo>
                    <a:cubicBezTo>
                      <a:pt x="908685" y="2022253"/>
                      <a:pt x="994791" y="1959197"/>
                      <a:pt x="1089565" y="1911477"/>
                    </a:cubicBezTo>
                    <a:cubicBezTo>
                      <a:pt x="1107662" y="1902428"/>
                      <a:pt x="1126141" y="1894141"/>
                      <a:pt x="1145000" y="1886807"/>
                    </a:cubicBezTo>
                    <a:cubicBezTo>
                      <a:pt x="1218819" y="1858232"/>
                      <a:pt x="1296924" y="1838611"/>
                      <a:pt x="1375791" y="1842135"/>
                    </a:cubicBezTo>
                    <a:cubicBezTo>
                      <a:pt x="1413129" y="1843754"/>
                      <a:pt x="1449896" y="1850422"/>
                      <a:pt x="1486567" y="1857566"/>
                    </a:cubicBezTo>
                    <a:cubicBezTo>
                      <a:pt x="1513618" y="1862804"/>
                      <a:pt x="1540859" y="1867376"/>
                      <a:pt x="1568101" y="1871377"/>
                    </a:cubicBezTo>
                    <a:cubicBezTo>
                      <a:pt x="1648778" y="1883188"/>
                      <a:pt x="1730978" y="1887665"/>
                      <a:pt x="1810607" y="1871377"/>
                    </a:cubicBezTo>
                    <a:cubicBezTo>
                      <a:pt x="1877854" y="1857661"/>
                      <a:pt x="1941100" y="1829086"/>
                      <a:pt x="1997964" y="1790605"/>
                    </a:cubicBezTo>
                    <a:cubicBezTo>
                      <a:pt x="2037302" y="1764030"/>
                      <a:pt x="2073497" y="1733264"/>
                      <a:pt x="2109883" y="1702784"/>
                    </a:cubicBezTo>
                    <a:cubicBezTo>
                      <a:pt x="2176367" y="1647063"/>
                      <a:pt x="2244852" y="1593151"/>
                      <a:pt x="2321433" y="1552384"/>
                    </a:cubicBezTo>
                    <a:cubicBezTo>
                      <a:pt x="2397157" y="1512094"/>
                      <a:pt x="2479548" y="1486281"/>
                      <a:pt x="2558891" y="1453420"/>
                    </a:cubicBezTo>
                    <a:cubicBezTo>
                      <a:pt x="2610898" y="1431798"/>
                      <a:pt x="2661571" y="1407033"/>
                      <a:pt x="2709767" y="1377887"/>
                    </a:cubicBezTo>
                    <a:cubicBezTo>
                      <a:pt x="2774252" y="1338929"/>
                      <a:pt x="2834069" y="1292447"/>
                      <a:pt x="2885408" y="1237393"/>
                    </a:cubicBezTo>
                    <a:cubicBezTo>
                      <a:pt x="2933605" y="1185767"/>
                      <a:pt x="2973324" y="1127093"/>
                      <a:pt x="3017711" y="1072229"/>
                    </a:cubicBezTo>
                    <a:cubicBezTo>
                      <a:pt x="3059811" y="1020223"/>
                      <a:pt x="3105912" y="971645"/>
                      <a:pt x="3150680" y="921830"/>
                    </a:cubicBezTo>
                    <a:cubicBezTo>
                      <a:pt x="3186113" y="882396"/>
                      <a:pt x="3220593" y="842010"/>
                      <a:pt x="3255169" y="801815"/>
                    </a:cubicBezTo>
                    <a:cubicBezTo>
                      <a:pt x="3284887" y="767239"/>
                      <a:pt x="3314605" y="732473"/>
                      <a:pt x="3339275" y="694182"/>
                    </a:cubicBezTo>
                    <a:cubicBezTo>
                      <a:pt x="3368707" y="648367"/>
                      <a:pt x="3390138" y="597980"/>
                      <a:pt x="3409188" y="546926"/>
                    </a:cubicBezTo>
                    <a:cubicBezTo>
                      <a:pt x="3433382" y="482156"/>
                      <a:pt x="3453384" y="415861"/>
                      <a:pt x="3464243" y="347663"/>
                    </a:cubicBezTo>
                    <a:cubicBezTo>
                      <a:pt x="3476244" y="272224"/>
                      <a:pt x="3661696" y="76295"/>
                      <a:pt x="3665411" y="0"/>
                    </a:cubicBezTo>
                  </a:path>
                </a:pathLst>
              </a:custGeom>
              <a:noFill/>
              <a:ln w="9525" cap="rnd">
                <a:solidFill>
                  <a:schemeClr val="accent2">
                    <a:alpha val="35000"/>
                  </a:schemeClr>
                </a:solidFill>
                <a:prstDash val="lgDash"/>
                <a:round/>
              </a:ln>
            </p:spPr>
            <p:txBody>
              <a:bodyPr rtlCol="0" anchor="ctr"/>
              <a:lstStyle/>
              <a:p>
                <a:endParaRPr lang="en-US"/>
              </a:p>
            </p:txBody>
          </p:sp>
          <p:sp>
            <p:nvSpPr>
              <p:cNvPr id="162" name="Freeform: Shape 141">
                <a:extLst>
                  <a:ext uri="{FF2B5EF4-FFF2-40B4-BE49-F238E27FC236}">
                    <a16:creationId xmlns:a16="http://schemas.microsoft.com/office/drawing/2014/main" id="{421980AE-6D2C-4DAE-A7A8-520458372D9E}"/>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7790402" y="5229700"/>
                <a:ext cx="285940" cy="199072"/>
              </a:xfrm>
              <a:custGeom>
                <a:avLst/>
                <a:gdLst>
                  <a:gd name="connsiteX0" fmla="*/ 0 w 285940"/>
                  <a:gd name="connsiteY0" fmla="*/ 199073 h 199072"/>
                  <a:gd name="connsiteX1" fmla="*/ 285940 w 285940"/>
                  <a:gd name="connsiteY1" fmla="*/ 0 h 199072"/>
                </a:gdLst>
                <a:ahLst/>
                <a:cxnLst>
                  <a:cxn ang="0">
                    <a:pos x="connsiteX0" y="connsiteY0"/>
                  </a:cxn>
                  <a:cxn ang="0">
                    <a:pos x="connsiteX1" y="connsiteY1"/>
                  </a:cxn>
                </a:cxnLst>
                <a:rect l="l" t="t" r="r" b="b"/>
                <a:pathLst>
                  <a:path w="285940" h="199072">
                    <a:moveTo>
                      <a:pt x="0" y="199073"/>
                    </a:moveTo>
                    <a:cubicBezTo>
                      <a:pt x="0" y="199073"/>
                      <a:pt x="242125" y="39243"/>
                      <a:pt x="285940" y="0"/>
                    </a:cubicBezTo>
                  </a:path>
                </a:pathLst>
              </a:custGeom>
              <a:noFill/>
              <a:ln w="9525" cap="rnd">
                <a:solidFill>
                  <a:schemeClr val="accent2">
                    <a:alpha val="35000"/>
                  </a:schemeClr>
                </a:solidFill>
                <a:prstDash val="lgDash"/>
                <a:round/>
              </a:ln>
            </p:spPr>
            <p:txBody>
              <a:bodyPr rtlCol="0" anchor="ctr"/>
              <a:lstStyle/>
              <a:p>
                <a:endParaRPr lang="en-US"/>
              </a:p>
            </p:txBody>
          </p:sp>
          <p:sp>
            <p:nvSpPr>
              <p:cNvPr id="163" name="Freeform: Shape 142">
                <a:extLst>
                  <a:ext uri="{FF2B5EF4-FFF2-40B4-BE49-F238E27FC236}">
                    <a16:creationId xmlns:a16="http://schemas.microsoft.com/office/drawing/2014/main" id="{63B2229E-2951-41E8-AD53-08D800523808}"/>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7393114" y="5049773"/>
                <a:ext cx="655796" cy="381190"/>
              </a:xfrm>
              <a:custGeom>
                <a:avLst/>
                <a:gdLst>
                  <a:gd name="connsiteX0" fmla="*/ 0 w 655796"/>
                  <a:gd name="connsiteY0" fmla="*/ 381190 h 381190"/>
                  <a:gd name="connsiteX1" fmla="*/ 655796 w 655796"/>
                  <a:gd name="connsiteY1" fmla="*/ 0 h 381190"/>
                </a:gdLst>
                <a:ahLst/>
                <a:cxnLst>
                  <a:cxn ang="0">
                    <a:pos x="connsiteX0" y="connsiteY0"/>
                  </a:cxn>
                  <a:cxn ang="0">
                    <a:pos x="connsiteX1" y="connsiteY1"/>
                  </a:cxn>
                </a:cxnLst>
                <a:rect l="l" t="t" r="r" b="b"/>
                <a:pathLst>
                  <a:path w="655796" h="381190">
                    <a:moveTo>
                      <a:pt x="0" y="381190"/>
                    </a:moveTo>
                    <a:cubicBezTo>
                      <a:pt x="0" y="381190"/>
                      <a:pt x="461105" y="172117"/>
                      <a:pt x="655796" y="0"/>
                    </a:cubicBezTo>
                  </a:path>
                </a:pathLst>
              </a:custGeom>
              <a:noFill/>
              <a:ln w="9525" cap="rnd">
                <a:solidFill>
                  <a:schemeClr val="accent2">
                    <a:alpha val="35000"/>
                  </a:schemeClr>
                </a:solidFill>
                <a:prstDash val="lgDash"/>
                <a:round/>
              </a:ln>
            </p:spPr>
            <p:txBody>
              <a:bodyPr rtlCol="0" anchor="ctr"/>
              <a:lstStyle/>
              <a:p>
                <a:endParaRPr lang="en-US"/>
              </a:p>
            </p:txBody>
          </p:sp>
          <p:sp>
            <p:nvSpPr>
              <p:cNvPr id="164" name="Freeform: Shape 143">
                <a:extLst>
                  <a:ext uri="{FF2B5EF4-FFF2-40B4-BE49-F238E27FC236}">
                    <a16:creationId xmlns:a16="http://schemas.microsoft.com/office/drawing/2014/main" id="{82D20C4F-2AC9-44DD-9092-45ACB8A175EB}"/>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154072" y="3867816"/>
                <a:ext cx="2907315" cy="1544764"/>
              </a:xfrm>
              <a:custGeom>
                <a:avLst/>
                <a:gdLst>
                  <a:gd name="connsiteX0" fmla="*/ 0 w 2907315"/>
                  <a:gd name="connsiteY0" fmla="*/ 1544764 h 1544764"/>
                  <a:gd name="connsiteX1" fmla="*/ 201644 w 2907315"/>
                  <a:gd name="connsiteY1" fmla="*/ 1352550 h 1544764"/>
                  <a:gd name="connsiteX2" fmla="*/ 423196 w 2907315"/>
                  <a:gd name="connsiteY2" fmla="*/ 1196054 h 1544764"/>
                  <a:gd name="connsiteX3" fmla="*/ 782193 w 2907315"/>
                  <a:gd name="connsiteY3" fmla="*/ 1099947 h 1544764"/>
                  <a:gd name="connsiteX4" fmla="*/ 1052513 w 2907315"/>
                  <a:gd name="connsiteY4" fmla="*/ 1042321 h 1544764"/>
                  <a:gd name="connsiteX5" fmla="*/ 1311783 w 2907315"/>
                  <a:gd name="connsiteY5" fmla="*/ 1056037 h 1544764"/>
                  <a:gd name="connsiteX6" fmla="*/ 1484662 w 2907315"/>
                  <a:gd name="connsiteY6" fmla="*/ 1083469 h 1544764"/>
                  <a:gd name="connsiteX7" fmla="*/ 1788224 w 2907315"/>
                  <a:gd name="connsiteY7" fmla="*/ 1023080 h 1544764"/>
                  <a:gd name="connsiteX8" fmla="*/ 2269045 w 2907315"/>
                  <a:gd name="connsiteY8" fmla="*/ 734758 h 1544764"/>
                  <a:gd name="connsiteX9" fmla="*/ 2534984 w 2907315"/>
                  <a:gd name="connsiteY9" fmla="*/ 572738 h 1544764"/>
                  <a:gd name="connsiteX10" fmla="*/ 2907316 w 2907315"/>
                  <a:gd name="connsiteY10" fmla="*/ 0 h 154476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2907315" h="1544764">
                    <a:moveTo>
                      <a:pt x="0" y="1544764"/>
                    </a:moveTo>
                    <a:cubicBezTo>
                      <a:pt x="0" y="1544764"/>
                      <a:pt x="98012" y="1443990"/>
                      <a:pt x="201644" y="1352550"/>
                    </a:cubicBezTo>
                    <a:cubicBezTo>
                      <a:pt x="271272" y="1291209"/>
                      <a:pt x="343662" y="1234249"/>
                      <a:pt x="423196" y="1196054"/>
                    </a:cubicBezTo>
                    <a:cubicBezTo>
                      <a:pt x="537591" y="1141095"/>
                      <a:pt x="661226" y="1127189"/>
                      <a:pt x="782193" y="1099947"/>
                    </a:cubicBezTo>
                    <a:cubicBezTo>
                      <a:pt x="872300" y="1079659"/>
                      <a:pt x="961358" y="1051370"/>
                      <a:pt x="1052513" y="1042321"/>
                    </a:cubicBezTo>
                    <a:cubicBezTo>
                      <a:pt x="1139000" y="1033653"/>
                      <a:pt x="1225868" y="1040321"/>
                      <a:pt x="1311783" y="1056037"/>
                    </a:cubicBezTo>
                    <a:cubicBezTo>
                      <a:pt x="1369314" y="1066609"/>
                      <a:pt x="1426559" y="1079373"/>
                      <a:pt x="1484662" y="1083469"/>
                    </a:cubicBezTo>
                    <a:cubicBezTo>
                      <a:pt x="1587913" y="1090803"/>
                      <a:pt x="1690402" y="1064800"/>
                      <a:pt x="1788224" y="1023080"/>
                    </a:cubicBezTo>
                    <a:cubicBezTo>
                      <a:pt x="1956721" y="951262"/>
                      <a:pt x="2106549" y="825722"/>
                      <a:pt x="2269045" y="734758"/>
                    </a:cubicBezTo>
                    <a:cubicBezTo>
                      <a:pt x="2359438" y="684181"/>
                      <a:pt x="2452497" y="640556"/>
                      <a:pt x="2534984" y="572738"/>
                    </a:cubicBezTo>
                    <a:cubicBezTo>
                      <a:pt x="2673001" y="459391"/>
                      <a:pt x="2847023" y="191453"/>
                      <a:pt x="2907316" y="0"/>
                    </a:cubicBezTo>
                  </a:path>
                </a:pathLst>
              </a:custGeom>
              <a:noFill/>
              <a:ln w="9525" cap="rnd">
                <a:solidFill>
                  <a:schemeClr val="accent2">
                    <a:alpha val="35000"/>
                  </a:schemeClr>
                </a:solidFill>
                <a:prstDash val="lgDash"/>
                <a:round/>
              </a:ln>
            </p:spPr>
            <p:txBody>
              <a:bodyPr rtlCol="0" anchor="ctr"/>
              <a:lstStyle/>
              <a:p>
                <a:endParaRPr lang="en-US"/>
              </a:p>
            </p:txBody>
          </p:sp>
          <p:sp>
            <p:nvSpPr>
              <p:cNvPr id="165" name="Freeform: Shape 144">
                <a:extLst>
                  <a:ext uri="{FF2B5EF4-FFF2-40B4-BE49-F238E27FC236}">
                    <a16:creationId xmlns:a16="http://schemas.microsoft.com/office/drawing/2014/main" id="{08C98BF0-6D5F-4454-8756-16602535A070}"/>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4907946" y="3479100"/>
                <a:ext cx="3168300" cy="1952434"/>
              </a:xfrm>
              <a:custGeom>
                <a:avLst/>
                <a:gdLst>
                  <a:gd name="connsiteX0" fmla="*/ 0 w 3168300"/>
                  <a:gd name="connsiteY0" fmla="*/ 1952435 h 1952434"/>
                  <a:gd name="connsiteX1" fmla="*/ 202121 w 3168300"/>
                  <a:gd name="connsiteY1" fmla="*/ 1687068 h 1952434"/>
                  <a:gd name="connsiteX2" fmla="*/ 545116 w 3168300"/>
                  <a:gd name="connsiteY2" fmla="*/ 1450277 h 1952434"/>
                  <a:gd name="connsiteX3" fmla="*/ 906780 w 3168300"/>
                  <a:gd name="connsiteY3" fmla="*/ 1354455 h 1952434"/>
                  <a:gd name="connsiteX4" fmla="*/ 1332262 w 3168300"/>
                  <a:gd name="connsiteY4" fmla="*/ 1285304 h 1952434"/>
                  <a:gd name="connsiteX5" fmla="*/ 1691259 w 3168300"/>
                  <a:gd name="connsiteY5" fmla="*/ 1240060 h 1952434"/>
                  <a:gd name="connsiteX6" fmla="*/ 2010346 w 3168300"/>
                  <a:gd name="connsiteY6" fmla="*/ 1141667 h 1952434"/>
                  <a:gd name="connsiteX7" fmla="*/ 2393252 w 3168300"/>
                  <a:gd name="connsiteY7" fmla="*/ 1027271 h 1952434"/>
                  <a:gd name="connsiteX8" fmla="*/ 2582037 w 3168300"/>
                  <a:gd name="connsiteY8" fmla="*/ 958120 h 1952434"/>
                  <a:gd name="connsiteX9" fmla="*/ 2760155 w 3168300"/>
                  <a:gd name="connsiteY9" fmla="*/ 827723 h 1952434"/>
                  <a:gd name="connsiteX10" fmla="*/ 2914364 w 3168300"/>
                  <a:gd name="connsiteY10" fmla="*/ 567023 h 1952434"/>
                  <a:gd name="connsiteX11" fmla="*/ 3168301 w 3168300"/>
                  <a:gd name="connsiteY11" fmla="*/ 0 h 195243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3168300" h="1952434">
                    <a:moveTo>
                      <a:pt x="0" y="1952435"/>
                    </a:moveTo>
                    <a:cubicBezTo>
                      <a:pt x="0" y="1952435"/>
                      <a:pt x="91059" y="1796415"/>
                      <a:pt x="202121" y="1687068"/>
                    </a:cubicBezTo>
                    <a:cubicBezTo>
                      <a:pt x="301943" y="1588675"/>
                      <a:pt x="416528" y="1505617"/>
                      <a:pt x="545116" y="1450277"/>
                    </a:cubicBezTo>
                    <a:cubicBezTo>
                      <a:pt x="659987" y="1400747"/>
                      <a:pt x="783622" y="1377601"/>
                      <a:pt x="906780" y="1354455"/>
                    </a:cubicBezTo>
                    <a:cubicBezTo>
                      <a:pt x="1048036" y="1327976"/>
                      <a:pt x="1189482" y="1301972"/>
                      <a:pt x="1332262" y="1285304"/>
                    </a:cubicBezTo>
                    <a:cubicBezTo>
                      <a:pt x="1452182" y="1271302"/>
                      <a:pt x="1573340" y="1265873"/>
                      <a:pt x="1691259" y="1240060"/>
                    </a:cubicBezTo>
                    <a:cubicBezTo>
                      <a:pt x="1800035" y="1216247"/>
                      <a:pt x="1904619" y="1176718"/>
                      <a:pt x="2010346" y="1141667"/>
                    </a:cubicBezTo>
                    <a:cubicBezTo>
                      <a:pt x="2136743" y="1099661"/>
                      <a:pt x="2265902" y="1066229"/>
                      <a:pt x="2393252" y="1027271"/>
                    </a:cubicBezTo>
                    <a:cubicBezTo>
                      <a:pt x="2457450" y="1007650"/>
                      <a:pt x="2521744" y="987552"/>
                      <a:pt x="2582037" y="958120"/>
                    </a:cubicBezTo>
                    <a:cubicBezTo>
                      <a:pt x="2648807" y="925449"/>
                      <a:pt x="2710815" y="883349"/>
                      <a:pt x="2760155" y="827723"/>
                    </a:cubicBezTo>
                    <a:cubicBezTo>
                      <a:pt x="2827496" y="751904"/>
                      <a:pt x="2867978" y="657511"/>
                      <a:pt x="2914364" y="567023"/>
                    </a:cubicBezTo>
                    <a:cubicBezTo>
                      <a:pt x="2972753" y="453200"/>
                      <a:pt x="3119152" y="118015"/>
                      <a:pt x="3168301" y="0"/>
                    </a:cubicBezTo>
                  </a:path>
                </a:pathLst>
              </a:custGeom>
              <a:noFill/>
              <a:ln w="9525" cap="rnd">
                <a:solidFill>
                  <a:schemeClr val="accent2">
                    <a:alpha val="35000"/>
                  </a:schemeClr>
                </a:solidFill>
                <a:prstDash val="lgDash"/>
                <a:round/>
              </a:ln>
            </p:spPr>
            <p:txBody>
              <a:bodyPr rtlCol="0" anchor="ctr"/>
              <a:lstStyle/>
              <a:p>
                <a:endParaRPr lang="en-US"/>
              </a:p>
            </p:txBody>
          </p:sp>
          <p:sp>
            <p:nvSpPr>
              <p:cNvPr id="166" name="Freeform: Shape 145">
                <a:extLst>
                  <a:ext uri="{FF2B5EF4-FFF2-40B4-BE49-F238E27FC236}">
                    <a16:creationId xmlns:a16="http://schemas.microsoft.com/office/drawing/2014/main" id="{B6F1B3E8-AAFA-43AA-9872-DF033CCBF624}"/>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4704778" y="2976752"/>
                <a:ext cx="3356800" cy="2452020"/>
              </a:xfrm>
              <a:custGeom>
                <a:avLst/>
                <a:gdLst>
                  <a:gd name="connsiteX0" fmla="*/ 0 w 3356800"/>
                  <a:gd name="connsiteY0" fmla="*/ 2452021 h 2452020"/>
                  <a:gd name="connsiteX1" fmla="*/ 130874 w 3356800"/>
                  <a:gd name="connsiteY1" fmla="*/ 2247710 h 2452020"/>
                  <a:gd name="connsiteX2" fmla="*/ 437197 w 3356800"/>
                  <a:gd name="connsiteY2" fmla="*/ 1941195 h 2452020"/>
                  <a:gd name="connsiteX3" fmla="*/ 737140 w 3356800"/>
                  <a:gd name="connsiteY3" fmla="*/ 1736884 h 2452020"/>
                  <a:gd name="connsiteX4" fmla="*/ 1031843 w 3356800"/>
                  <a:gd name="connsiteY4" fmla="*/ 1685068 h 2452020"/>
                  <a:gd name="connsiteX5" fmla="*/ 1287304 w 3356800"/>
                  <a:gd name="connsiteY5" fmla="*/ 1655826 h 2452020"/>
                  <a:gd name="connsiteX6" fmla="*/ 1471994 w 3356800"/>
                  <a:gd name="connsiteY6" fmla="*/ 1634300 h 2452020"/>
                  <a:gd name="connsiteX7" fmla="*/ 1898237 w 3356800"/>
                  <a:gd name="connsiteY7" fmla="*/ 1512665 h 2452020"/>
                  <a:gd name="connsiteX8" fmla="*/ 2229136 w 3356800"/>
                  <a:gd name="connsiteY8" fmla="*/ 1355598 h 2452020"/>
                  <a:gd name="connsiteX9" fmla="*/ 2512314 w 3356800"/>
                  <a:gd name="connsiteY9" fmla="*/ 1238631 h 2452020"/>
                  <a:gd name="connsiteX10" fmla="*/ 2758535 w 3356800"/>
                  <a:gd name="connsiteY10" fmla="*/ 1096994 h 2452020"/>
                  <a:gd name="connsiteX11" fmla="*/ 2935510 w 3356800"/>
                  <a:gd name="connsiteY11" fmla="*/ 919925 h 2452020"/>
                  <a:gd name="connsiteX12" fmla="*/ 3081719 w 3356800"/>
                  <a:gd name="connsiteY12" fmla="*/ 687419 h 2452020"/>
                  <a:gd name="connsiteX13" fmla="*/ 3356800 w 3356800"/>
                  <a:gd name="connsiteY13" fmla="*/ 0 h 245202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Lst>
                <a:rect l="l" t="t" r="r" b="b"/>
                <a:pathLst>
                  <a:path w="3356800" h="2452020">
                    <a:moveTo>
                      <a:pt x="0" y="2452021"/>
                    </a:moveTo>
                    <a:cubicBezTo>
                      <a:pt x="0" y="2452021"/>
                      <a:pt x="57150" y="2344198"/>
                      <a:pt x="130874" y="2247710"/>
                    </a:cubicBezTo>
                    <a:cubicBezTo>
                      <a:pt x="218694" y="2132648"/>
                      <a:pt x="328136" y="2036635"/>
                      <a:pt x="437197" y="1941195"/>
                    </a:cubicBezTo>
                    <a:cubicBezTo>
                      <a:pt x="529304" y="1860709"/>
                      <a:pt x="623030" y="1779556"/>
                      <a:pt x="737140" y="1736884"/>
                    </a:cubicBezTo>
                    <a:cubicBezTo>
                      <a:pt x="830866" y="1701736"/>
                      <a:pt x="932021" y="1695450"/>
                      <a:pt x="1031843" y="1685068"/>
                    </a:cubicBezTo>
                    <a:cubicBezTo>
                      <a:pt x="1117092" y="1676210"/>
                      <a:pt x="1202055" y="1665160"/>
                      <a:pt x="1287304" y="1655826"/>
                    </a:cubicBezTo>
                    <a:cubicBezTo>
                      <a:pt x="1348931" y="1649063"/>
                      <a:pt x="1410653" y="1643539"/>
                      <a:pt x="1471994" y="1634300"/>
                    </a:cubicBezTo>
                    <a:cubicBezTo>
                      <a:pt x="1618679" y="1612011"/>
                      <a:pt x="1761935" y="1571149"/>
                      <a:pt x="1898237" y="1512665"/>
                    </a:cubicBezTo>
                    <a:cubicBezTo>
                      <a:pt x="2010442" y="1464564"/>
                      <a:pt x="2117503" y="1405128"/>
                      <a:pt x="2229136" y="1355598"/>
                    </a:cubicBezTo>
                    <a:cubicBezTo>
                      <a:pt x="2322481" y="1314164"/>
                      <a:pt x="2418969" y="1280160"/>
                      <a:pt x="2512314" y="1238631"/>
                    </a:cubicBezTo>
                    <a:cubicBezTo>
                      <a:pt x="2599087" y="1199960"/>
                      <a:pt x="2683193" y="1154811"/>
                      <a:pt x="2758535" y="1096994"/>
                    </a:cubicBezTo>
                    <a:cubicBezTo>
                      <a:pt x="2825020" y="1046035"/>
                      <a:pt x="2883789" y="985837"/>
                      <a:pt x="2935510" y="919925"/>
                    </a:cubicBezTo>
                    <a:cubicBezTo>
                      <a:pt x="2992184" y="847725"/>
                      <a:pt x="3039904" y="769144"/>
                      <a:pt x="3081719" y="687419"/>
                    </a:cubicBezTo>
                    <a:cubicBezTo>
                      <a:pt x="3138297" y="576739"/>
                      <a:pt x="3314129" y="116776"/>
                      <a:pt x="3356800" y="0"/>
                    </a:cubicBezTo>
                  </a:path>
                </a:pathLst>
              </a:custGeom>
              <a:noFill/>
              <a:ln w="9525" cap="rnd">
                <a:solidFill>
                  <a:schemeClr val="accent2">
                    <a:alpha val="35000"/>
                  </a:schemeClr>
                </a:solidFill>
                <a:prstDash val="lgDash"/>
                <a:round/>
              </a:ln>
            </p:spPr>
            <p:txBody>
              <a:bodyPr rtlCol="0" anchor="ctr"/>
              <a:lstStyle/>
              <a:p>
                <a:endParaRPr lang="en-US"/>
              </a:p>
            </p:txBody>
          </p:sp>
        </p:grpSp>
        <p:sp>
          <p:nvSpPr>
            <p:cNvPr id="167" name="Freeform: Shape 138">
              <a:extLst>
                <a:ext uri="{FF2B5EF4-FFF2-40B4-BE49-F238E27FC236}">
                  <a16:creationId xmlns:a16="http://schemas.microsoft.com/office/drawing/2014/main" id="{ECAE8F4B-267D-4381-A9FD-CEF14AE69365}"/>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7980400" y="5197178"/>
              <a:ext cx="4211600" cy="1660822"/>
            </a:xfrm>
            <a:custGeom>
              <a:avLst/>
              <a:gdLst>
                <a:gd name="connsiteX0" fmla="*/ 4211600 w 4211600"/>
                <a:gd name="connsiteY0" fmla="*/ 0 h 1660822"/>
                <a:gd name="connsiteX1" fmla="*/ 4211600 w 4211600"/>
                <a:gd name="connsiteY1" fmla="*/ 58430 h 1660822"/>
                <a:gd name="connsiteX2" fmla="*/ 4136524 w 4211600"/>
                <a:gd name="connsiteY2" fmla="*/ 208808 h 1660822"/>
                <a:gd name="connsiteX3" fmla="*/ 3973354 w 4211600"/>
                <a:gd name="connsiteY3" fmla="*/ 437313 h 1660822"/>
                <a:gd name="connsiteX4" fmla="*/ 3884746 w 4211600"/>
                <a:gd name="connsiteY4" fmla="*/ 553613 h 1660822"/>
                <a:gd name="connsiteX5" fmla="*/ 3849435 w 4211600"/>
                <a:gd name="connsiteY5" fmla="*/ 603143 h 1660822"/>
                <a:gd name="connsiteX6" fmla="*/ 3661849 w 4211600"/>
                <a:gd name="connsiteY6" fmla="*/ 819075 h 1660822"/>
                <a:gd name="connsiteX7" fmla="*/ 3402589 w 4211600"/>
                <a:gd name="connsiteY7" fmla="*/ 952996 h 1660822"/>
                <a:gd name="connsiteX8" fmla="*/ 3130202 w 4211600"/>
                <a:gd name="connsiteY8" fmla="*/ 1023386 h 1660822"/>
                <a:gd name="connsiteX9" fmla="*/ 2914657 w 4211600"/>
                <a:gd name="connsiteY9" fmla="*/ 1068058 h 1660822"/>
                <a:gd name="connsiteX10" fmla="*/ 2582149 w 4211600"/>
                <a:gd name="connsiteY10" fmla="*/ 1138924 h 1660822"/>
                <a:gd name="connsiteX11" fmla="*/ 2483958 w 4211600"/>
                <a:gd name="connsiteY11" fmla="*/ 1162356 h 1660822"/>
                <a:gd name="connsiteX12" fmla="*/ 2123750 w 4211600"/>
                <a:gd name="connsiteY12" fmla="*/ 1238651 h 1660822"/>
                <a:gd name="connsiteX13" fmla="*/ 1761444 w 4211600"/>
                <a:gd name="connsiteY13" fmla="*/ 1273417 h 1660822"/>
                <a:gd name="connsiteX14" fmla="*/ 1608382 w 4211600"/>
                <a:gd name="connsiteY14" fmla="*/ 1284466 h 1660822"/>
                <a:gd name="connsiteX15" fmla="*/ 999942 w 4211600"/>
                <a:gd name="connsiteY15" fmla="*/ 1354284 h 1660822"/>
                <a:gd name="connsiteX16" fmla="*/ 484705 w 4211600"/>
                <a:gd name="connsiteY16" fmla="*/ 1450487 h 1660822"/>
                <a:gd name="connsiteX17" fmla="*/ 113310 w 4211600"/>
                <a:gd name="connsiteY17" fmla="*/ 1613700 h 1660822"/>
                <a:gd name="connsiteX18" fmla="*/ 39668 w 4211600"/>
                <a:gd name="connsiteY18" fmla="*/ 1660822 h 1660822"/>
                <a:gd name="connsiteX19" fmla="*/ 0 w 4211600"/>
                <a:gd name="connsiteY19" fmla="*/ 1660822 h 1660822"/>
                <a:gd name="connsiteX20" fmla="*/ 96701 w 4211600"/>
                <a:gd name="connsiteY20" fmla="*/ 1598934 h 1660822"/>
                <a:gd name="connsiteX21" fmla="*/ 474335 w 4211600"/>
                <a:gd name="connsiteY21" fmla="*/ 1433056 h 1660822"/>
                <a:gd name="connsiteX22" fmla="*/ 994299 w 4211600"/>
                <a:gd name="connsiteY22" fmla="*/ 1335806 h 1660822"/>
                <a:gd name="connsiteX23" fmla="*/ 1605231 w 4211600"/>
                <a:gd name="connsiteY23" fmla="*/ 1265702 h 1660822"/>
                <a:gd name="connsiteX24" fmla="*/ 1758819 w 4211600"/>
                <a:gd name="connsiteY24" fmla="*/ 1254558 h 1660822"/>
                <a:gd name="connsiteX25" fmla="*/ 2118106 w 4211600"/>
                <a:gd name="connsiteY25" fmla="*/ 1220077 h 1660822"/>
                <a:gd name="connsiteX26" fmla="*/ 2475557 w 4211600"/>
                <a:gd name="connsiteY26" fmla="*/ 1144353 h 1660822"/>
                <a:gd name="connsiteX27" fmla="*/ 2573878 w 4211600"/>
                <a:gd name="connsiteY27" fmla="*/ 1120827 h 1660822"/>
                <a:gd name="connsiteX28" fmla="*/ 2907437 w 4211600"/>
                <a:gd name="connsiteY28" fmla="*/ 1049675 h 1660822"/>
                <a:gd name="connsiteX29" fmla="*/ 3122589 w 4211600"/>
                <a:gd name="connsiteY29" fmla="*/ 1005098 h 1660822"/>
                <a:gd name="connsiteX30" fmla="*/ 3391169 w 4211600"/>
                <a:gd name="connsiteY30" fmla="*/ 935756 h 1660822"/>
                <a:gd name="connsiteX31" fmla="*/ 3642290 w 4211600"/>
                <a:gd name="connsiteY31" fmla="*/ 806216 h 1660822"/>
                <a:gd name="connsiteX32" fmla="*/ 3825937 w 4211600"/>
                <a:gd name="connsiteY32" fmla="*/ 594475 h 1660822"/>
                <a:gd name="connsiteX33" fmla="*/ 3861381 w 4211600"/>
                <a:gd name="connsiteY33" fmla="*/ 544755 h 1660822"/>
                <a:gd name="connsiteX34" fmla="*/ 3950381 w 4211600"/>
                <a:gd name="connsiteY34" fmla="*/ 427978 h 1660822"/>
                <a:gd name="connsiteX35" fmla="*/ 4112370 w 4211600"/>
                <a:gd name="connsiteY35" fmla="*/ 201378 h 1660822"/>
                <a:gd name="connsiteX36" fmla="*/ 4195989 w 4211600"/>
                <a:gd name="connsiteY36" fmla="*/ 33834 h 166082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Lst>
              <a:rect l="l" t="t" r="r" b="b"/>
              <a:pathLst>
                <a:path w="4211600" h="1660822">
                  <a:moveTo>
                    <a:pt x="4211600" y="0"/>
                  </a:moveTo>
                  <a:lnTo>
                    <a:pt x="4211600" y="58430"/>
                  </a:lnTo>
                  <a:lnTo>
                    <a:pt x="4136524" y="208808"/>
                  </a:lnTo>
                  <a:cubicBezTo>
                    <a:pt x="4089791" y="287770"/>
                    <a:pt x="4030588" y="363780"/>
                    <a:pt x="3973354" y="437313"/>
                  </a:cubicBezTo>
                  <a:cubicBezTo>
                    <a:pt x="3943819" y="475222"/>
                    <a:pt x="3913231" y="514465"/>
                    <a:pt x="3884746" y="553613"/>
                  </a:cubicBezTo>
                  <a:cubicBezTo>
                    <a:pt x="3872801" y="569996"/>
                    <a:pt x="3861119" y="586569"/>
                    <a:pt x="3849435" y="603143"/>
                  </a:cubicBezTo>
                  <a:cubicBezTo>
                    <a:pt x="3796665" y="678009"/>
                    <a:pt x="3742187" y="755352"/>
                    <a:pt x="3661849" y="819075"/>
                  </a:cubicBezTo>
                  <a:cubicBezTo>
                    <a:pt x="3596214" y="871176"/>
                    <a:pt x="3509050" y="916230"/>
                    <a:pt x="3402589" y="952996"/>
                  </a:cubicBezTo>
                  <a:cubicBezTo>
                    <a:pt x="3312406" y="984048"/>
                    <a:pt x="3215660" y="1005003"/>
                    <a:pt x="3130202" y="1023386"/>
                  </a:cubicBezTo>
                  <a:cubicBezTo>
                    <a:pt x="3058529" y="1038816"/>
                    <a:pt x="2985412" y="1053675"/>
                    <a:pt x="2914657" y="1068058"/>
                  </a:cubicBezTo>
                  <a:cubicBezTo>
                    <a:pt x="2805176" y="1090251"/>
                    <a:pt x="2692021" y="1113207"/>
                    <a:pt x="2582149" y="1138924"/>
                  </a:cubicBezTo>
                  <a:cubicBezTo>
                    <a:pt x="2549330" y="1146639"/>
                    <a:pt x="2516644" y="1154450"/>
                    <a:pt x="2483958" y="1162356"/>
                  </a:cubicBezTo>
                  <a:cubicBezTo>
                    <a:pt x="2367257" y="1190550"/>
                    <a:pt x="2246621" y="1219601"/>
                    <a:pt x="2123750" y="1238651"/>
                  </a:cubicBezTo>
                  <a:cubicBezTo>
                    <a:pt x="2004294" y="1257129"/>
                    <a:pt x="1880769" y="1265416"/>
                    <a:pt x="1761444" y="1273417"/>
                  </a:cubicBezTo>
                  <a:cubicBezTo>
                    <a:pt x="1711167" y="1276751"/>
                    <a:pt x="1659184" y="1280275"/>
                    <a:pt x="1608382" y="1284466"/>
                  </a:cubicBezTo>
                  <a:cubicBezTo>
                    <a:pt x="1408589" y="1300944"/>
                    <a:pt x="1214570" y="1325805"/>
                    <a:pt x="999942" y="1354284"/>
                  </a:cubicBezTo>
                  <a:cubicBezTo>
                    <a:pt x="826403" y="1377240"/>
                    <a:pt x="647744" y="1400957"/>
                    <a:pt x="484705" y="1450487"/>
                  </a:cubicBezTo>
                  <a:cubicBezTo>
                    <a:pt x="355831" y="1489635"/>
                    <a:pt x="231387" y="1544374"/>
                    <a:pt x="113310" y="1613700"/>
                  </a:cubicBezTo>
                  <a:lnTo>
                    <a:pt x="39668" y="1660822"/>
                  </a:lnTo>
                  <a:lnTo>
                    <a:pt x="0" y="1660822"/>
                  </a:lnTo>
                  <a:lnTo>
                    <a:pt x="96701" y="1598934"/>
                  </a:lnTo>
                  <a:cubicBezTo>
                    <a:pt x="216635" y="1528533"/>
                    <a:pt x="343196" y="1472919"/>
                    <a:pt x="474335" y="1433056"/>
                  </a:cubicBezTo>
                  <a:cubicBezTo>
                    <a:pt x="639999" y="1382669"/>
                    <a:pt x="820102" y="1358856"/>
                    <a:pt x="994299" y="1335806"/>
                  </a:cubicBezTo>
                  <a:cubicBezTo>
                    <a:pt x="1210239" y="1307231"/>
                    <a:pt x="1404650" y="1282275"/>
                    <a:pt x="1605231" y="1265702"/>
                  </a:cubicBezTo>
                  <a:cubicBezTo>
                    <a:pt x="1656428" y="1261511"/>
                    <a:pt x="1708411" y="1257987"/>
                    <a:pt x="1758819" y="1254558"/>
                  </a:cubicBezTo>
                  <a:cubicBezTo>
                    <a:pt x="1877487" y="1246557"/>
                    <a:pt x="2000094" y="1238365"/>
                    <a:pt x="2118106" y="1220077"/>
                  </a:cubicBezTo>
                  <a:cubicBezTo>
                    <a:pt x="2239531" y="1201313"/>
                    <a:pt x="2359513" y="1172357"/>
                    <a:pt x="2475557" y="1144353"/>
                  </a:cubicBezTo>
                  <a:cubicBezTo>
                    <a:pt x="2508243" y="1136448"/>
                    <a:pt x="2541060" y="1128542"/>
                    <a:pt x="2573878" y="1120827"/>
                  </a:cubicBezTo>
                  <a:cubicBezTo>
                    <a:pt x="2684276" y="1094919"/>
                    <a:pt x="2797694" y="1071963"/>
                    <a:pt x="2907437" y="1049675"/>
                  </a:cubicBezTo>
                  <a:cubicBezTo>
                    <a:pt x="2978061" y="1035387"/>
                    <a:pt x="3051178" y="1020528"/>
                    <a:pt x="3122589" y="1005098"/>
                  </a:cubicBezTo>
                  <a:cubicBezTo>
                    <a:pt x="3206997" y="986810"/>
                    <a:pt x="3302823" y="966141"/>
                    <a:pt x="3391169" y="935756"/>
                  </a:cubicBezTo>
                  <a:cubicBezTo>
                    <a:pt x="3494479" y="900132"/>
                    <a:pt x="3578886" y="856508"/>
                    <a:pt x="3642290" y="806216"/>
                  </a:cubicBezTo>
                  <a:cubicBezTo>
                    <a:pt x="3720133" y="744303"/>
                    <a:pt x="3773953" y="668103"/>
                    <a:pt x="3825937" y="594475"/>
                  </a:cubicBezTo>
                  <a:cubicBezTo>
                    <a:pt x="3837621" y="577902"/>
                    <a:pt x="3849435" y="561233"/>
                    <a:pt x="3861381" y="544755"/>
                  </a:cubicBezTo>
                  <a:cubicBezTo>
                    <a:pt x="3889997" y="505416"/>
                    <a:pt x="3920715" y="465983"/>
                    <a:pt x="3950381" y="427978"/>
                  </a:cubicBezTo>
                  <a:cubicBezTo>
                    <a:pt x="4007353" y="354921"/>
                    <a:pt x="4066163" y="279388"/>
                    <a:pt x="4112370" y="201378"/>
                  </a:cubicBezTo>
                  <a:cubicBezTo>
                    <a:pt x="4144662" y="146800"/>
                    <a:pt x="4170785" y="89364"/>
                    <a:pt x="4195989" y="33834"/>
                  </a:cubicBezTo>
                  <a:close/>
                </a:path>
              </a:pathLst>
            </a:cu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a:p>
          </p:txBody>
        </p:sp>
      </p:grpSp>
    </p:spTree>
    <p:extLst>
      <p:ext uri="{BB962C8B-B14F-4D97-AF65-F5344CB8AC3E}">
        <p14:creationId xmlns:p14="http://schemas.microsoft.com/office/powerpoint/2010/main" val="3366310806"/>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EB323DE4-2D5D-2DBA-8237-D560F7960FE5}"/>
            </a:ext>
          </a:extLst>
        </p:cNvPr>
        <p:cNvGrpSpPr/>
        <p:nvPr/>
      </p:nvGrpSpPr>
      <p:grpSpPr>
        <a:xfrm>
          <a:off x="0" y="0"/>
          <a:ext cx="0" cy="0"/>
          <a:chOff x="0" y="0"/>
          <a:chExt cx="0" cy="0"/>
        </a:xfrm>
      </p:grpSpPr>
      <p:sp useBgFill="1">
        <p:nvSpPr>
          <p:cNvPr id="232" name="Rectangle 231">
            <a:extLst>
              <a:ext uri="{FF2B5EF4-FFF2-40B4-BE49-F238E27FC236}">
                <a16:creationId xmlns:a16="http://schemas.microsoft.com/office/drawing/2014/main" id="{8651CFA9-6065-4243-AC48-858E359780B1}"/>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88952" cy="6858000"/>
          </a:xfrm>
          <a:prstGeom prst="rect">
            <a:avLst/>
          </a:prstGeom>
          <a:ln>
            <a:solidFill>
              <a:schemeClr val="bg1">
                <a:lumMod val="9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solidFill>
                <a:schemeClr val="tx1">
                  <a:lumMod val="65000"/>
                  <a:lumOff val="35000"/>
                </a:schemeClr>
              </a:solidFill>
              <a:latin typeface="AvenirNext LT Pro Medium" panose="020B0504020202020204" pitchFamily="34" charset="0"/>
            </a:endParaRPr>
          </a:p>
        </p:txBody>
      </p:sp>
      <p:sp>
        <p:nvSpPr>
          <p:cNvPr id="234" name="Rectangle 233">
            <a:extLst>
              <a:ext uri="{FF2B5EF4-FFF2-40B4-BE49-F238E27FC236}">
                <a16:creationId xmlns:a16="http://schemas.microsoft.com/office/drawing/2014/main" id="{37962AE0-6A1C-4B76-9D52-10E5E6D7D3BB}"/>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88952" cy="6858000"/>
          </a:xfrm>
          <a:prstGeom prst="rect">
            <a:avLst/>
          </a:prstGeom>
          <a:solidFill>
            <a:schemeClr val="bg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solidFill>
                <a:schemeClr val="tx1">
                  <a:lumMod val="65000"/>
                  <a:lumOff val="35000"/>
                </a:schemeClr>
              </a:solidFill>
              <a:latin typeface="AvenirNext LT Pro Medium" panose="020B0504020202020204" pitchFamily="34" charset="0"/>
            </a:endParaRPr>
          </a:p>
        </p:txBody>
      </p:sp>
      <p:grpSp>
        <p:nvGrpSpPr>
          <p:cNvPr id="236" name="Top left">
            <a:extLst>
              <a:ext uri="{FF2B5EF4-FFF2-40B4-BE49-F238E27FC236}">
                <a16:creationId xmlns:a16="http://schemas.microsoft.com/office/drawing/2014/main" id="{30C2D420-03A9-4AB5-9C8A-784654664B68}"/>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10849" y="-3086"/>
            <a:ext cx="2198951" cy="3349518"/>
            <a:chOff x="10849" y="-3086"/>
            <a:chExt cx="2198951" cy="3349518"/>
          </a:xfrm>
        </p:grpSpPr>
        <p:sp>
          <p:nvSpPr>
            <p:cNvPr id="237" name="Freeform: Shape 236">
              <a:extLst>
                <a:ext uri="{FF2B5EF4-FFF2-40B4-BE49-F238E27FC236}">
                  <a16:creationId xmlns:a16="http://schemas.microsoft.com/office/drawing/2014/main" id="{8ACABB24-F7CD-4FB6-ADC2-BA8B6090F47A}"/>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rot="10800000">
              <a:off x="692844" y="-3086"/>
              <a:ext cx="1326111" cy="597603"/>
            </a:xfrm>
            <a:custGeom>
              <a:avLst/>
              <a:gdLst>
                <a:gd name="connsiteX0" fmla="*/ 741051 w 1482102"/>
                <a:gd name="connsiteY0" fmla="*/ 0 h 679363"/>
                <a:gd name="connsiteX1" fmla="*/ 1473822 w 1482102"/>
                <a:gd name="connsiteY1" fmla="*/ 597226 h 679363"/>
                <a:gd name="connsiteX2" fmla="*/ 1482102 w 1482102"/>
                <a:gd name="connsiteY2" fmla="*/ 679363 h 679363"/>
                <a:gd name="connsiteX3" fmla="*/ 0 w 1482102"/>
                <a:gd name="connsiteY3" fmla="*/ 679363 h 679363"/>
                <a:gd name="connsiteX4" fmla="*/ 8280 w 1482102"/>
                <a:gd name="connsiteY4" fmla="*/ 597226 h 679363"/>
                <a:gd name="connsiteX5" fmla="*/ 741051 w 1482102"/>
                <a:gd name="connsiteY5" fmla="*/ 0 h 67936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1482102" h="679363">
                  <a:moveTo>
                    <a:pt x="741051" y="0"/>
                  </a:moveTo>
                  <a:cubicBezTo>
                    <a:pt x="1102506" y="0"/>
                    <a:pt x="1404077" y="256390"/>
                    <a:pt x="1473822" y="597226"/>
                  </a:cubicBezTo>
                  <a:lnTo>
                    <a:pt x="1482102" y="679363"/>
                  </a:lnTo>
                  <a:lnTo>
                    <a:pt x="0" y="679363"/>
                  </a:lnTo>
                  <a:lnTo>
                    <a:pt x="8280" y="597226"/>
                  </a:lnTo>
                  <a:cubicBezTo>
                    <a:pt x="78025" y="256390"/>
                    <a:pt x="379596" y="0"/>
                    <a:pt x="741051" y="0"/>
                  </a:cubicBezTo>
                  <a:close/>
                </a:path>
              </a:pathLst>
            </a:cu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dirty="0">
                <a:solidFill>
                  <a:schemeClr val="tx1">
                    <a:lumMod val="65000"/>
                    <a:lumOff val="35000"/>
                  </a:schemeClr>
                </a:solidFill>
                <a:latin typeface="AvenirNext LT Pro Medium" panose="020B0504020202020204" pitchFamily="34" charset="0"/>
              </a:endParaRPr>
            </a:p>
          </p:txBody>
        </p:sp>
        <p:sp>
          <p:nvSpPr>
            <p:cNvPr id="238" name="Freeform: Shape 237">
              <a:extLst>
                <a:ext uri="{FF2B5EF4-FFF2-40B4-BE49-F238E27FC236}">
                  <a16:creationId xmlns:a16="http://schemas.microsoft.com/office/drawing/2014/main" id="{F63CD70C-B739-42A7-9846-79FB2804E246}"/>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19394" y="15241"/>
              <a:ext cx="2190406" cy="3331191"/>
            </a:xfrm>
            <a:custGeom>
              <a:avLst/>
              <a:gdLst>
                <a:gd name="connsiteX0" fmla="*/ 0 w 3296088"/>
                <a:gd name="connsiteY0" fmla="*/ 5012722 h 5012722"/>
                <a:gd name="connsiteX1" fmla="*/ 244031 w 3296088"/>
                <a:gd name="connsiteY1" fmla="*/ 4820222 h 5012722"/>
                <a:gd name="connsiteX2" fmla="*/ 729234 w 3296088"/>
                <a:gd name="connsiteY2" fmla="*/ 4360641 h 5012722"/>
                <a:gd name="connsiteX3" fmla="*/ 881444 w 3296088"/>
                <a:gd name="connsiteY3" fmla="*/ 4173950 h 5012722"/>
                <a:gd name="connsiteX4" fmla="*/ 1151287 w 3296088"/>
                <a:gd name="connsiteY4" fmla="*/ 3972877 h 5012722"/>
                <a:gd name="connsiteX5" fmla="*/ 1498664 w 3296088"/>
                <a:gd name="connsiteY5" fmla="*/ 3786188 h 5012722"/>
                <a:gd name="connsiteX6" fmla="*/ 1716881 w 3296088"/>
                <a:gd name="connsiteY6" fmla="*/ 3674174 h 5012722"/>
                <a:gd name="connsiteX7" fmla="*/ 1913573 w 3296088"/>
                <a:gd name="connsiteY7" fmla="*/ 3477387 h 5012722"/>
                <a:gd name="connsiteX8" fmla="*/ 2167700 w 3296088"/>
                <a:gd name="connsiteY8" fmla="*/ 3042190 h 5012722"/>
                <a:gd name="connsiteX9" fmla="*/ 2273903 w 3296088"/>
                <a:gd name="connsiteY9" fmla="*/ 2775014 h 5012722"/>
                <a:gd name="connsiteX10" fmla="*/ 2463356 w 3296088"/>
                <a:gd name="connsiteY10" fmla="*/ 2335530 h 5012722"/>
                <a:gd name="connsiteX11" fmla="*/ 2741866 w 3296088"/>
                <a:gd name="connsiteY11" fmla="*/ 1982248 h 5012722"/>
                <a:gd name="connsiteX12" fmla="*/ 2985897 w 3296088"/>
                <a:gd name="connsiteY12" fmla="*/ 1634681 h 5012722"/>
                <a:gd name="connsiteX13" fmla="*/ 3212687 w 3296088"/>
                <a:gd name="connsiteY13" fmla="*/ 1226820 h 5012722"/>
                <a:gd name="connsiteX14" fmla="*/ 3281553 w 3296088"/>
                <a:gd name="connsiteY14" fmla="*/ 959644 h 5012722"/>
                <a:gd name="connsiteX15" fmla="*/ 3295936 w 3296088"/>
                <a:gd name="connsiteY15" fmla="*/ 701135 h 5012722"/>
                <a:gd name="connsiteX16" fmla="*/ 3267266 w 3296088"/>
                <a:gd name="connsiteY16" fmla="*/ 436817 h 5012722"/>
                <a:gd name="connsiteX17" fmla="*/ 3105341 w 3296088"/>
                <a:gd name="connsiteY17" fmla="*/ 0 h 501272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Lst>
              <a:rect l="l" t="t" r="r" b="b"/>
              <a:pathLst>
                <a:path w="3296088" h="5012722">
                  <a:moveTo>
                    <a:pt x="0" y="5012722"/>
                  </a:moveTo>
                  <a:cubicBezTo>
                    <a:pt x="81820" y="4949095"/>
                    <a:pt x="163544" y="4885468"/>
                    <a:pt x="244031" y="4820222"/>
                  </a:cubicBezTo>
                  <a:cubicBezTo>
                    <a:pt x="417671" y="4679633"/>
                    <a:pt x="589883" y="4535139"/>
                    <a:pt x="729234" y="4360641"/>
                  </a:cubicBezTo>
                  <a:cubicBezTo>
                    <a:pt x="779431" y="4297776"/>
                    <a:pt x="825818" y="4231958"/>
                    <a:pt x="881444" y="4173950"/>
                  </a:cubicBezTo>
                  <a:cubicBezTo>
                    <a:pt x="959358" y="4092607"/>
                    <a:pt x="1054799" y="4031075"/>
                    <a:pt x="1151287" y="3972877"/>
                  </a:cubicBezTo>
                  <a:cubicBezTo>
                    <a:pt x="1263968" y="3904964"/>
                    <a:pt x="1379315" y="3841337"/>
                    <a:pt x="1498664" y="3786188"/>
                  </a:cubicBezTo>
                  <a:cubicBezTo>
                    <a:pt x="1573149" y="3751802"/>
                    <a:pt x="1649159" y="3720179"/>
                    <a:pt x="1716881" y="3674174"/>
                  </a:cubicBezTo>
                  <a:cubicBezTo>
                    <a:pt x="1794034" y="3621691"/>
                    <a:pt x="1856708" y="3551492"/>
                    <a:pt x="1913573" y="3477387"/>
                  </a:cubicBezTo>
                  <a:cubicBezTo>
                    <a:pt x="2016157" y="3343751"/>
                    <a:pt x="2099024" y="3196114"/>
                    <a:pt x="2167700" y="3042190"/>
                  </a:cubicBezTo>
                  <a:cubicBezTo>
                    <a:pt x="2206752" y="2954655"/>
                    <a:pt x="2241233" y="2865215"/>
                    <a:pt x="2273903" y="2775014"/>
                  </a:cubicBezTo>
                  <a:cubicBezTo>
                    <a:pt x="2328482" y="2624423"/>
                    <a:pt x="2379440" y="2471642"/>
                    <a:pt x="2463356" y="2335530"/>
                  </a:cubicBezTo>
                  <a:cubicBezTo>
                    <a:pt x="2542127" y="2207705"/>
                    <a:pt x="2647855" y="2099501"/>
                    <a:pt x="2741866" y="1982248"/>
                  </a:cubicBezTo>
                  <a:cubicBezTo>
                    <a:pt x="2830449" y="1871758"/>
                    <a:pt x="2908554" y="1753362"/>
                    <a:pt x="2985897" y="1634681"/>
                  </a:cubicBezTo>
                  <a:cubicBezTo>
                    <a:pt x="3071146" y="1503902"/>
                    <a:pt x="3156395" y="1372172"/>
                    <a:pt x="3212687" y="1226820"/>
                  </a:cubicBezTo>
                  <a:cubicBezTo>
                    <a:pt x="3246025" y="1140809"/>
                    <a:pt x="3268790" y="1051084"/>
                    <a:pt x="3281553" y="959644"/>
                  </a:cubicBezTo>
                  <a:cubicBezTo>
                    <a:pt x="3293555" y="874014"/>
                    <a:pt x="3296888" y="787527"/>
                    <a:pt x="3295936" y="701135"/>
                  </a:cubicBezTo>
                  <a:cubicBezTo>
                    <a:pt x="3294888" y="612172"/>
                    <a:pt x="3289268" y="523018"/>
                    <a:pt x="3267266" y="436817"/>
                  </a:cubicBezTo>
                  <a:cubicBezTo>
                    <a:pt x="3227832" y="282416"/>
                    <a:pt x="3105341" y="0"/>
                    <a:pt x="3105341" y="0"/>
                  </a:cubicBezTo>
                </a:path>
              </a:pathLst>
            </a:custGeom>
            <a:noFill/>
            <a:ln w="9525" cap="rnd">
              <a:solidFill>
                <a:schemeClr val="accent2">
                  <a:alpha val="50000"/>
                </a:schemeClr>
              </a:solidFill>
              <a:prstDash val="lgDash"/>
              <a:round/>
            </a:ln>
          </p:spPr>
          <p:txBody>
            <a:bodyPr rtlCol="0" anchor="ctr"/>
            <a:lstStyle/>
            <a:p>
              <a:endParaRPr lang="en-US"/>
            </a:p>
          </p:txBody>
        </p:sp>
        <p:sp>
          <p:nvSpPr>
            <p:cNvPr id="239" name="Freeform: Shape 238">
              <a:extLst>
                <a:ext uri="{FF2B5EF4-FFF2-40B4-BE49-F238E27FC236}">
                  <a16:creationId xmlns:a16="http://schemas.microsoft.com/office/drawing/2014/main" id="{C0BC00AE-5BBE-4063-8F83-D4A141B48915}"/>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10849" y="15178"/>
              <a:ext cx="1978674" cy="3074959"/>
            </a:xfrm>
            <a:custGeom>
              <a:avLst/>
              <a:gdLst>
                <a:gd name="connsiteX0" fmla="*/ 0 w 2977477"/>
                <a:gd name="connsiteY0" fmla="*/ 4627150 h 4627149"/>
                <a:gd name="connsiteX1" fmla="*/ 275082 w 2977477"/>
                <a:gd name="connsiteY1" fmla="*/ 4341590 h 4627149"/>
                <a:gd name="connsiteX2" fmla="*/ 502825 w 2977477"/>
                <a:gd name="connsiteY2" fmla="*/ 4054126 h 4627149"/>
                <a:gd name="connsiteX3" fmla="*/ 666179 w 2977477"/>
                <a:gd name="connsiteY3" fmla="*/ 3890677 h 4627149"/>
                <a:gd name="connsiteX4" fmla="*/ 864203 w 2977477"/>
                <a:gd name="connsiteY4" fmla="*/ 3675983 h 4627149"/>
                <a:gd name="connsiteX5" fmla="*/ 982599 w 2977477"/>
                <a:gd name="connsiteY5" fmla="*/ 3557492 h 4627149"/>
                <a:gd name="connsiteX6" fmla="*/ 1188244 w 2977477"/>
                <a:gd name="connsiteY6" fmla="*/ 3329654 h 4627149"/>
                <a:gd name="connsiteX7" fmla="*/ 1344740 w 2977477"/>
                <a:gd name="connsiteY7" fmla="*/ 3146774 h 4627149"/>
                <a:gd name="connsiteX8" fmla="*/ 1470755 w 2977477"/>
                <a:gd name="connsiteY8" fmla="*/ 2984659 h 4627149"/>
                <a:gd name="connsiteX9" fmla="*/ 1657636 w 2977477"/>
                <a:gd name="connsiteY9" fmla="*/ 2670239 h 4627149"/>
                <a:gd name="connsiteX10" fmla="*/ 1762887 w 2977477"/>
                <a:gd name="connsiteY10" fmla="*/ 2473547 h 4627149"/>
                <a:gd name="connsiteX11" fmla="*/ 1866710 w 2977477"/>
                <a:gd name="connsiteY11" fmla="*/ 2290667 h 4627149"/>
                <a:gd name="connsiteX12" fmla="*/ 2106263 w 2977477"/>
                <a:gd name="connsiteY12" fmla="*/ 2030254 h 4627149"/>
                <a:gd name="connsiteX13" fmla="*/ 2277237 w 2977477"/>
                <a:gd name="connsiteY13" fmla="*/ 1859185 h 4627149"/>
                <a:gd name="connsiteX14" fmla="*/ 2499455 w 2977477"/>
                <a:gd name="connsiteY14" fmla="*/ 1656207 h 4627149"/>
                <a:gd name="connsiteX15" fmla="*/ 2707100 w 2977477"/>
                <a:gd name="connsiteY15" fmla="*/ 1390269 h 4627149"/>
                <a:gd name="connsiteX16" fmla="*/ 2812352 w 2977477"/>
                <a:gd name="connsiteY16" fmla="*/ 1230916 h 4627149"/>
                <a:gd name="connsiteX17" fmla="*/ 2898172 w 2977477"/>
                <a:gd name="connsiteY17" fmla="*/ 1036987 h 4627149"/>
                <a:gd name="connsiteX18" fmla="*/ 2963228 w 2977477"/>
                <a:gd name="connsiteY18" fmla="*/ 850011 h 4627149"/>
                <a:gd name="connsiteX19" fmla="*/ 2977325 w 2977477"/>
                <a:gd name="connsiteY19" fmla="*/ 745427 h 4627149"/>
                <a:gd name="connsiteX20" fmla="*/ 2929509 w 2977477"/>
                <a:gd name="connsiteY20" fmla="*/ 480155 h 4627149"/>
                <a:gd name="connsiteX21" fmla="*/ 2563082 w 2977477"/>
                <a:gd name="connsiteY21" fmla="*/ 0 h 462714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Lst>
              <a:rect l="l" t="t" r="r" b="b"/>
              <a:pathLst>
                <a:path w="2977477" h="4627149">
                  <a:moveTo>
                    <a:pt x="0" y="4627150"/>
                  </a:moveTo>
                  <a:cubicBezTo>
                    <a:pt x="79820" y="4552283"/>
                    <a:pt x="203835" y="4424648"/>
                    <a:pt x="275082" y="4341590"/>
                  </a:cubicBezTo>
                  <a:cubicBezTo>
                    <a:pt x="354711" y="4248722"/>
                    <a:pt x="421005" y="4145090"/>
                    <a:pt x="502825" y="4054126"/>
                  </a:cubicBezTo>
                  <a:cubicBezTo>
                    <a:pt x="554355" y="3996881"/>
                    <a:pt x="612362" y="3945827"/>
                    <a:pt x="666179" y="3890677"/>
                  </a:cubicBezTo>
                  <a:cubicBezTo>
                    <a:pt x="734187" y="3821049"/>
                    <a:pt x="796671" y="3746183"/>
                    <a:pt x="864203" y="3675983"/>
                  </a:cubicBezTo>
                  <a:cubicBezTo>
                    <a:pt x="902875" y="3635788"/>
                    <a:pt x="943642" y="3597593"/>
                    <a:pt x="982599" y="3557492"/>
                  </a:cubicBezTo>
                  <a:cubicBezTo>
                    <a:pt x="1053941" y="3484150"/>
                    <a:pt x="1121378" y="3407093"/>
                    <a:pt x="1188244" y="3329654"/>
                  </a:cubicBezTo>
                  <a:cubicBezTo>
                    <a:pt x="1240631" y="3268885"/>
                    <a:pt x="1293495" y="3208496"/>
                    <a:pt x="1344740" y="3146774"/>
                  </a:cubicBezTo>
                  <a:cubicBezTo>
                    <a:pt x="1388459" y="3094101"/>
                    <a:pt x="1431512" y="3040761"/>
                    <a:pt x="1470755" y="2984659"/>
                  </a:cubicBezTo>
                  <a:cubicBezTo>
                    <a:pt x="1540764" y="2884646"/>
                    <a:pt x="1598771" y="2777109"/>
                    <a:pt x="1657636" y="2670239"/>
                  </a:cubicBezTo>
                  <a:cubicBezTo>
                    <a:pt x="1693545" y="2605088"/>
                    <a:pt x="1728502" y="2539460"/>
                    <a:pt x="1762887" y="2473547"/>
                  </a:cubicBezTo>
                  <a:cubicBezTo>
                    <a:pt x="1795367" y="2411349"/>
                    <a:pt x="1826419" y="2348103"/>
                    <a:pt x="1866710" y="2290667"/>
                  </a:cubicBezTo>
                  <a:cubicBezTo>
                    <a:pt x="1934623" y="2193893"/>
                    <a:pt x="2022729" y="2114169"/>
                    <a:pt x="2106263" y="2030254"/>
                  </a:cubicBezTo>
                  <a:cubicBezTo>
                    <a:pt x="2163128" y="1973104"/>
                    <a:pt x="2218182" y="1914049"/>
                    <a:pt x="2277237" y="1859185"/>
                  </a:cubicBezTo>
                  <a:cubicBezTo>
                    <a:pt x="2350770" y="1790891"/>
                    <a:pt x="2430304" y="1728978"/>
                    <a:pt x="2499455" y="1656207"/>
                  </a:cubicBezTo>
                  <a:cubicBezTo>
                    <a:pt x="2576989" y="1574578"/>
                    <a:pt x="2641568" y="1481900"/>
                    <a:pt x="2707100" y="1390269"/>
                  </a:cubicBezTo>
                  <a:cubicBezTo>
                    <a:pt x="2744153" y="1338453"/>
                    <a:pt x="2781586" y="1286732"/>
                    <a:pt x="2812352" y="1230916"/>
                  </a:cubicBezTo>
                  <a:cubicBezTo>
                    <a:pt x="2846546" y="1168908"/>
                    <a:pt x="2872550" y="1102900"/>
                    <a:pt x="2898172" y="1036987"/>
                  </a:cubicBezTo>
                  <a:cubicBezTo>
                    <a:pt x="2922175" y="975455"/>
                    <a:pt x="2948273" y="914305"/>
                    <a:pt x="2963228" y="850011"/>
                  </a:cubicBezTo>
                  <a:cubicBezTo>
                    <a:pt x="2971229" y="815626"/>
                    <a:pt x="2976563" y="780764"/>
                    <a:pt x="2977325" y="745427"/>
                  </a:cubicBezTo>
                  <a:cubicBezTo>
                    <a:pt x="2979230" y="654844"/>
                    <a:pt x="2963323" y="564261"/>
                    <a:pt x="2929509" y="480155"/>
                  </a:cubicBezTo>
                  <a:cubicBezTo>
                    <a:pt x="2851309" y="285655"/>
                    <a:pt x="2563082" y="0"/>
                    <a:pt x="2563082" y="0"/>
                  </a:cubicBezTo>
                </a:path>
              </a:pathLst>
            </a:custGeom>
            <a:noFill/>
            <a:ln w="9525" cap="rnd">
              <a:solidFill>
                <a:schemeClr val="accent2">
                  <a:alpha val="50000"/>
                </a:schemeClr>
              </a:solidFill>
              <a:prstDash val="lgDash"/>
              <a:round/>
            </a:ln>
          </p:spPr>
          <p:txBody>
            <a:bodyPr rtlCol="0" anchor="ctr"/>
            <a:lstStyle/>
            <a:p>
              <a:endParaRPr lang="en-US"/>
            </a:p>
          </p:txBody>
        </p:sp>
        <p:sp>
          <p:nvSpPr>
            <p:cNvPr id="240" name="Freeform: Shape 239">
              <a:extLst>
                <a:ext uri="{FF2B5EF4-FFF2-40B4-BE49-F238E27FC236}">
                  <a16:creationId xmlns:a16="http://schemas.microsoft.com/office/drawing/2014/main" id="{3EECB1B8-9A34-47D7-B4F5-0D8B80D86182}"/>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25092" y="15178"/>
              <a:ext cx="1566146" cy="2737264"/>
            </a:xfrm>
            <a:custGeom>
              <a:avLst/>
              <a:gdLst>
                <a:gd name="connsiteX0" fmla="*/ 1707071 w 2356712"/>
                <a:gd name="connsiteY0" fmla="*/ 0 h 4118991"/>
                <a:gd name="connsiteX1" fmla="*/ 1824514 w 2356712"/>
                <a:gd name="connsiteY1" fmla="*/ 244697 h 4118991"/>
                <a:gd name="connsiteX2" fmla="*/ 1908715 w 2356712"/>
                <a:gd name="connsiteY2" fmla="*/ 328994 h 4118991"/>
                <a:gd name="connsiteX3" fmla="*/ 2226469 w 2356712"/>
                <a:gd name="connsiteY3" fmla="*/ 603695 h 4118991"/>
                <a:gd name="connsiteX4" fmla="*/ 2355628 w 2356712"/>
                <a:gd name="connsiteY4" fmla="*/ 900494 h 4118991"/>
                <a:gd name="connsiteX5" fmla="*/ 2281428 w 2356712"/>
                <a:gd name="connsiteY5" fmla="*/ 1206913 h 4118991"/>
                <a:gd name="connsiteX6" fmla="*/ 2092452 w 2356712"/>
                <a:gd name="connsiteY6" fmla="*/ 1460659 h 4118991"/>
                <a:gd name="connsiteX7" fmla="*/ 1834039 w 2356712"/>
                <a:gd name="connsiteY7" fmla="*/ 1625822 h 4118991"/>
                <a:gd name="connsiteX8" fmla="*/ 1558862 w 2356712"/>
                <a:gd name="connsiteY8" fmla="*/ 1743075 h 4118991"/>
                <a:gd name="connsiteX9" fmla="*/ 1386554 w 2356712"/>
                <a:gd name="connsiteY9" fmla="*/ 1869948 h 4118991"/>
                <a:gd name="connsiteX10" fmla="*/ 1271683 w 2356712"/>
                <a:gd name="connsiteY10" fmla="*/ 2073402 h 4118991"/>
                <a:gd name="connsiteX11" fmla="*/ 1178338 w 2356712"/>
                <a:gd name="connsiteY11" fmla="*/ 2355914 h 4118991"/>
                <a:gd name="connsiteX12" fmla="*/ 1113758 w 2356712"/>
                <a:gd name="connsiteY12" fmla="*/ 2578513 h 4118991"/>
                <a:gd name="connsiteX13" fmla="*/ 1034796 w 2356712"/>
                <a:gd name="connsiteY13" fmla="*/ 2834640 h 4118991"/>
                <a:gd name="connsiteX14" fmla="*/ 905637 w 2356712"/>
                <a:gd name="connsiteY14" fmla="*/ 3081242 h 4118991"/>
                <a:gd name="connsiteX15" fmla="*/ 793147 w 2356712"/>
                <a:gd name="connsiteY15" fmla="*/ 3258407 h 4118991"/>
                <a:gd name="connsiteX16" fmla="*/ 546735 w 2356712"/>
                <a:gd name="connsiteY16" fmla="*/ 3571970 h 4118991"/>
                <a:gd name="connsiteX17" fmla="*/ 346996 w 2356712"/>
                <a:gd name="connsiteY17" fmla="*/ 3771900 h 4118991"/>
                <a:gd name="connsiteX18" fmla="*/ 174689 w 2356712"/>
                <a:gd name="connsiteY18" fmla="*/ 3944207 h 4118991"/>
                <a:gd name="connsiteX19" fmla="*/ 0 w 2356712"/>
                <a:gd name="connsiteY19" fmla="*/ 4118991 h 411899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Lst>
              <a:rect l="l" t="t" r="r" b="b"/>
              <a:pathLst>
                <a:path w="2356712" h="4118991">
                  <a:moveTo>
                    <a:pt x="1707071" y="0"/>
                  </a:moveTo>
                  <a:cubicBezTo>
                    <a:pt x="1715357" y="22098"/>
                    <a:pt x="1812608" y="224409"/>
                    <a:pt x="1824514" y="244697"/>
                  </a:cubicBezTo>
                  <a:cubicBezTo>
                    <a:pt x="1844802" y="279273"/>
                    <a:pt x="1876996" y="304324"/>
                    <a:pt x="1908715" y="328994"/>
                  </a:cubicBezTo>
                  <a:cubicBezTo>
                    <a:pt x="2019967" y="415195"/>
                    <a:pt x="2137886" y="494633"/>
                    <a:pt x="2226469" y="603695"/>
                  </a:cubicBezTo>
                  <a:cubicBezTo>
                    <a:pt x="2296287" y="689610"/>
                    <a:pt x="2347817" y="790480"/>
                    <a:pt x="2355628" y="900494"/>
                  </a:cubicBezTo>
                  <a:cubicBezTo>
                    <a:pt x="2363248" y="1007078"/>
                    <a:pt x="2329910" y="1111187"/>
                    <a:pt x="2281428" y="1206913"/>
                  </a:cubicBezTo>
                  <a:cubicBezTo>
                    <a:pt x="2233422" y="1301877"/>
                    <a:pt x="2170938" y="1388936"/>
                    <a:pt x="2092452" y="1460659"/>
                  </a:cubicBezTo>
                  <a:cubicBezTo>
                    <a:pt x="2016538" y="1530001"/>
                    <a:pt x="1927765" y="1583436"/>
                    <a:pt x="1834039" y="1625822"/>
                  </a:cubicBezTo>
                  <a:cubicBezTo>
                    <a:pt x="1743075" y="1666970"/>
                    <a:pt x="1647730" y="1697736"/>
                    <a:pt x="1558862" y="1743075"/>
                  </a:cubicBezTo>
                  <a:cubicBezTo>
                    <a:pt x="1494758" y="1775841"/>
                    <a:pt x="1434275" y="1816132"/>
                    <a:pt x="1386554" y="1869948"/>
                  </a:cubicBezTo>
                  <a:cubicBezTo>
                    <a:pt x="1334548" y="1928622"/>
                    <a:pt x="1300544" y="2000345"/>
                    <a:pt x="1271683" y="2073402"/>
                  </a:cubicBezTo>
                  <a:cubicBezTo>
                    <a:pt x="1235202" y="2165699"/>
                    <a:pt x="1206722" y="2260759"/>
                    <a:pt x="1178338" y="2355914"/>
                  </a:cubicBezTo>
                  <a:cubicBezTo>
                    <a:pt x="1156240" y="2429923"/>
                    <a:pt x="1134237" y="2504028"/>
                    <a:pt x="1113758" y="2578513"/>
                  </a:cubicBezTo>
                  <a:cubicBezTo>
                    <a:pt x="1090041" y="2664714"/>
                    <a:pt x="1068134" y="2751678"/>
                    <a:pt x="1034796" y="2834640"/>
                  </a:cubicBezTo>
                  <a:cubicBezTo>
                    <a:pt x="1000125" y="2920841"/>
                    <a:pt x="953643" y="3001613"/>
                    <a:pt x="905637" y="3081242"/>
                  </a:cubicBezTo>
                  <a:cubicBezTo>
                    <a:pt x="869442" y="3141155"/>
                    <a:pt x="832295" y="3200400"/>
                    <a:pt x="793147" y="3258407"/>
                  </a:cubicBezTo>
                  <a:cubicBezTo>
                    <a:pt x="718661" y="3368802"/>
                    <a:pt x="637223" y="3474434"/>
                    <a:pt x="546735" y="3571970"/>
                  </a:cubicBezTo>
                  <a:cubicBezTo>
                    <a:pt x="482632" y="3641027"/>
                    <a:pt x="414147" y="3705797"/>
                    <a:pt x="346996" y="3771900"/>
                  </a:cubicBezTo>
                  <a:cubicBezTo>
                    <a:pt x="288989" y="3828764"/>
                    <a:pt x="232029" y="3886676"/>
                    <a:pt x="174689" y="3944207"/>
                  </a:cubicBezTo>
                  <a:cubicBezTo>
                    <a:pt x="116586" y="4002596"/>
                    <a:pt x="58293" y="4060698"/>
                    <a:pt x="0" y="4118991"/>
                  </a:cubicBezTo>
                </a:path>
              </a:pathLst>
            </a:custGeom>
            <a:noFill/>
            <a:ln w="9525" cap="rnd">
              <a:solidFill>
                <a:schemeClr val="accent2">
                  <a:alpha val="50000"/>
                </a:schemeClr>
              </a:solidFill>
              <a:prstDash val="lgDash"/>
              <a:round/>
            </a:ln>
          </p:spPr>
          <p:txBody>
            <a:bodyPr rtlCol="0" anchor="ctr"/>
            <a:lstStyle/>
            <a:p>
              <a:endParaRPr lang="en-US"/>
            </a:p>
          </p:txBody>
        </p:sp>
        <p:sp>
          <p:nvSpPr>
            <p:cNvPr id="241" name="Freeform: Shape 240">
              <a:extLst>
                <a:ext uri="{FF2B5EF4-FFF2-40B4-BE49-F238E27FC236}">
                  <a16:creationId xmlns:a16="http://schemas.microsoft.com/office/drawing/2014/main" id="{DCDCDB07-106E-4AD6-8CD4-927831694097}"/>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10849" y="15178"/>
              <a:ext cx="1368431" cy="2644975"/>
            </a:xfrm>
            <a:custGeom>
              <a:avLst/>
              <a:gdLst>
                <a:gd name="connsiteX0" fmla="*/ 0 w 2059193"/>
                <a:gd name="connsiteY0" fmla="*/ 3980116 h 3980116"/>
                <a:gd name="connsiteX1" fmla="*/ 471583 w 2059193"/>
                <a:gd name="connsiteY1" fmla="*/ 3515678 h 3980116"/>
                <a:gd name="connsiteX2" fmla="*/ 758666 w 2059193"/>
                <a:gd name="connsiteY2" fmla="*/ 3163824 h 3980116"/>
                <a:gd name="connsiteX3" fmla="*/ 940499 w 2059193"/>
                <a:gd name="connsiteY3" fmla="*/ 2780824 h 3980116"/>
                <a:gd name="connsiteX4" fmla="*/ 1055370 w 2059193"/>
                <a:gd name="connsiteY4" fmla="*/ 2242185 h 3980116"/>
                <a:gd name="connsiteX5" fmla="*/ 1136714 w 2059193"/>
                <a:gd name="connsiteY5" fmla="*/ 1878330 h 3980116"/>
                <a:gd name="connsiteX6" fmla="*/ 1246727 w 2059193"/>
                <a:gd name="connsiteY6" fmla="*/ 1562386 h 3980116"/>
                <a:gd name="connsiteX7" fmla="*/ 1378363 w 2059193"/>
                <a:gd name="connsiteY7" fmla="*/ 1430750 h 3980116"/>
                <a:gd name="connsiteX8" fmla="*/ 1691831 w 2059193"/>
                <a:gd name="connsiteY8" fmla="*/ 1394841 h 3980116"/>
                <a:gd name="connsiteX9" fmla="*/ 1914335 w 2059193"/>
                <a:gd name="connsiteY9" fmla="*/ 1323023 h 3980116"/>
                <a:gd name="connsiteX10" fmla="*/ 2055495 w 2059193"/>
                <a:gd name="connsiteY10" fmla="*/ 1098042 h 3980116"/>
                <a:gd name="connsiteX11" fmla="*/ 2033969 w 2059193"/>
                <a:gd name="connsiteY11" fmla="*/ 930497 h 3980116"/>
                <a:gd name="connsiteX12" fmla="*/ 1885664 w 2059193"/>
                <a:gd name="connsiteY12" fmla="*/ 760571 h 3980116"/>
                <a:gd name="connsiteX13" fmla="*/ 1636871 w 2059193"/>
                <a:gd name="connsiteY13" fmla="*/ 612172 h 3980116"/>
                <a:gd name="connsiteX14" fmla="*/ 1335405 w 2059193"/>
                <a:gd name="connsiteY14" fmla="*/ 459010 h 3980116"/>
                <a:gd name="connsiteX15" fmla="*/ 1234916 w 2059193"/>
                <a:gd name="connsiteY15" fmla="*/ 269939 h 3980116"/>
                <a:gd name="connsiteX16" fmla="*/ 1386935 w 2059193"/>
                <a:gd name="connsiteY16" fmla="*/ 0 h 398011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Lst>
              <a:rect l="l" t="t" r="r" b="b"/>
              <a:pathLst>
                <a:path w="2059193" h="3980116">
                  <a:moveTo>
                    <a:pt x="0" y="3980116"/>
                  </a:moveTo>
                  <a:cubicBezTo>
                    <a:pt x="91345" y="3889534"/>
                    <a:pt x="382715" y="3608737"/>
                    <a:pt x="471583" y="3515678"/>
                  </a:cubicBezTo>
                  <a:cubicBezTo>
                    <a:pt x="576358" y="3405949"/>
                    <a:pt x="675989" y="3290983"/>
                    <a:pt x="758666" y="3163824"/>
                  </a:cubicBezTo>
                  <a:cubicBezTo>
                    <a:pt x="836105" y="3044857"/>
                    <a:pt x="897445" y="2916079"/>
                    <a:pt x="940499" y="2780824"/>
                  </a:cubicBezTo>
                  <a:cubicBezTo>
                    <a:pt x="996315" y="2605754"/>
                    <a:pt x="1020985" y="2422874"/>
                    <a:pt x="1055370" y="2242185"/>
                  </a:cubicBezTo>
                  <a:cubicBezTo>
                    <a:pt x="1078611" y="2120075"/>
                    <a:pt x="1107472" y="1999107"/>
                    <a:pt x="1136714" y="1878330"/>
                  </a:cubicBezTo>
                  <a:cubicBezTo>
                    <a:pt x="1163098" y="1769174"/>
                    <a:pt x="1189482" y="1658588"/>
                    <a:pt x="1246727" y="1562386"/>
                  </a:cubicBezTo>
                  <a:cubicBezTo>
                    <a:pt x="1279208" y="1507808"/>
                    <a:pt x="1321689" y="1459039"/>
                    <a:pt x="1378363" y="1430750"/>
                  </a:cubicBezTo>
                  <a:cubicBezTo>
                    <a:pt x="1473327" y="1383221"/>
                    <a:pt x="1584865" y="1402652"/>
                    <a:pt x="1691831" y="1394841"/>
                  </a:cubicBezTo>
                  <a:cubicBezTo>
                    <a:pt x="1771079" y="1389031"/>
                    <a:pt x="1849279" y="1368266"/>
                    <a:pt x="1914335" y="1323023"/>
                  </a:cubicBezTo>
                  <a:cubicBezTo>
                    <a:pt x="1989963" y="1270445"/>
                    <a:pt x="2041493" y="1189101"/>
                    <a:pt x="2055495" y="1098042"/>
                  </a:cubicBezTo>
                  <a:cubicBezTo>
                    <a:pt x="2064258" y="1041178"/>
                    <a:pt x="2057591" y="982980"/>
                    <a:pt x="2033969" y="930497"/>
                  </a:cubicBezTo>
                  <a:cubicBezTo>
                    <a:pt x="2002727" y="861060"/>
                    <a:pt x="1945958" y="807625"/>
                    <a:pt x="1885664" y="760571"/>
                  </a:cubicBezTo>
                  <a:cubicBezTo>
                    <a:pt x="1809179" y="700945"/>
                    <a:pt x="1725549" y="651415"/>
                    <a:pt x="1636871" y="612172"/>
                  </a:cubicBezTo>
                  <a:cubicBezTo>
                    <a:pt x="1532763" y="566071"/>
                    <a:pt x="1421606" y="532543"/>
                    <a:pt x="1335405" y="459010"/>
                  </a:cubicBezTo>
                  <a:cubicBezTo>
                    <a:pt x="1277969" y="409956"/>
                    <a:pt x="1232059" y="344615"/>
                    <a:pt x="1234916" y="269939"/>
                  </a:cubicBezTo>
                  <a:cubicBezTo>
                    <a:pt x="1237012" y="211741"/>
                    <a:pt x="1386935" y="0"/>
                    <a:pt x="1386935" y="0"/>
                  </a:cubicBezTo>
                </a:path>
              </a:pathLst>
            </a:custGeom>
            <a:noFill/>
            <a:ln w="9525" cap="rnd">
              <a:solidFill>
                <a:schemeClr val="accent2">
                  <a:alpha val="50000"/>
                </a:schemeClr>
              </a:solidFill>
              <a:prstDash val="lgDash"/>
              <a:round/>
            </a:ln>
          </p:spPr>
          <p:txBody>
            <a:bodyPr rtlCol="0" anchor="ctr"/>
            <a:lstStyle/>
            <a:p>
              <a:endParaRPr lang="en-US"/>
            </a:p>
          </p:txBody>
        </p:sp>
        <p:sp>
          <p:nvSpPr>
            <p:cNvPr id="242" name="Freeform: Shape 241">
              <a:extLst>
                <a:ext uri="{FF2B5EF4-FFF2-40B4-BE49-F238E27FC236}">
                  <a16:creationId xmlns:a16="http://schemas.microsoft.com/office/drawing/2014/main" id="{7283BD4B-51FB-4643-A52C-2E4111966EE1}"/>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18825" y="543780"/>
              <a:ext cx="494287" cy="1905590"/>
            </a:xfrm>
            <a:custGeom>
              <a:avLst/>
              <a:gdLst>
                <a:gd name="connsiteX0" fmla="*/ 11144 w 743796"/>
                <a:gd name="connsiteY0" fmla="*/ 0 h 2867501"/>
                <a:gd name="connsiteX1" fmla="*/ 353663 w 743796"/>
                <a:gd name="connsiteY1" fmla="*/ 55245 h 2867501"/>
                <a:gd name="connsiteX2" fmla="*/ 571405 w 743796"/>
                <a:gd name="connsiteY2" fmla="*/ 179737 h 2867501"/>
                <a:gd name="connsiteX3" fmla="*/ 688658 w 743796"/>
                <a:gd name="connsiteY3" fmla="*/ 368808 h 2867501"/>
                <a:gd name="connsiteX4" fmla="*/ 731711 w 743796"/>
                <a:gd name="connsiteY4" fmla="*/ 612934 h 2867501"/>
                <a:gd name="connsiteX5" fmla="*/ 725233 w 743796"/>
                <a:gd name="connsiteY5" fmla="*/ 995648 h 2867501"/>
                <a:gd name="connsiteX6" fmla="*/ 742855 w 743796"/>
                <a:gd name="connsiteY6" fmla="*/ 1499330 h 2867501"/>
                <a:gd name="connsiteX7" fmla="*/ 707898 w 743796"/>
                <a:gd name="connsiteY7" fmla="*/ 1793081 h 2867501"/>
                <a:gd name="connsiteX8" fmla="*/ 633222 w 743796"/>
                <a:gd name="connsiteY8" fmla="*/ 2073592 h 2867501"/>
                <a:gd name="connsiteX9" fmla="*/ 404527 w 743796"/>
                <a:gd name="connsiteY9" fmla="*/ 2472404 h 2867501"/>
                <a:gd name="connsiteX10" fmla="*/ 0 w 743796"/>
                <a:gd name="connsiteY10" fmla="*/ 2867501 h 286750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743796" h="2867501">
                  <a:moveTo>
                    <a:pt x="11144" y="0"/>
                  </a:moveTo>
                  <a:cubicBezTo>
                    <a:pt x="101060" y="2953"/>
                    <a:pt x="268796" y="25146"/>
                    <a:pt x="353663" y="55245"/>
                  </a:cubicBezTo>
                  <a:cubicBezTo>
                    <a:pt x="433483" y="83534"/>
                    <a:pt x="510635" y="120967"/>
                    <a:pt x="571405" y="179737"/>
                  </a:cubicBezTo>
                  <a:cubicBezTo>
                    <a:pt x="625412" y="231934"/>
                    <a:pt x="663607" y="297942"/>
                    <a:pt x="688658" y="368808"/>
                  </a:cubicBezTo>
                  <a:cubicBezTo>
                    <a:pt x="716375" y="447103"/>
                    <a:pt x="727996" y="529876"/>
                    <a:pt x="731711" y="612934"/>
                  </a:cubicBezTo>
                  <a:cubicBezTo>
                    <a:pt x="737426" y="740474"/>
                    <a:pt x="724948" y="867918"/>
                    <a:pt x="725233" y="995648"/>
                  </a:cubicBezTo>
                  <a:cubicBezTo>
                    <a:pt x="725710" y="1163765"/>
                    <a:pt x="748665" y="1331309"/>
                    <a:pt x="742855" y="1499330"/>
                  </a:cubicBezTo>
                  <a:cubicBezTo>
                    <a:pt x="739426" y="1598009"/>
                    <a:pt x="725996" y="1696022"/>
                    <a:pt x="707898" y="1793081"/>
                  </a:cubicBezTo>
                  <a:cubicBezTo>
                    <a:pt x="690086" y="1888426"/>
                    <a:pt x="666845" y="1982724"/>
                    <a:pt x="633222" y="2073592"/>
                  </a:cubicBezTo>
                  <a:cubicBezTo>
                    <a:pt x="579692" y="2218182"/>
                    <a:pt x="499682" y="2351056"/>
                    <a:pt x="404527" y="2472404"/>
                  </a:cubicBezTo>
                  <a:cubicBezTo>
                    <a:pt x="266033" y="2648902"/>
                    <a:pt x="179642" y="2732818"/>
                    <a:pt x="0" y="2867501"/>
                  </a:cubicBezTo>
                </a:path>
              </a:pathLst>
            </a:custGeom>
            <a:noFill/>
            <a:ln w="9525" cap="rnd">
              <a:solidFill>
                <a:schemeClr val="accent2">
                  <a:alpha val="50000"/>
                </a:schemeClr>
              </a:solidFill>
              <a:prstDash val="lgDash"/>
              <a:round/>
            </a:ln>
          </p:spPr>
          <p:txBody>
            <a:bodyPr rtlCol="0" anchor="ctr"/>
            <a:lstStyle/>
            <a:p>
              <a:endParaRPr lang="en-US"/>
            </a:p>
          </p:txBody>
        </p:sp>
        <p:sp>
          <p:nvSpPr>
            <p:cNvPr id="243" name="Freeform: Shape 242">
              <a:extLst>
                <a:ext uri="{FF2B5EF4-FFF2-40B4-BE49-F238E27FC236}">
                  <a16:creationId xmlns:a16="http://schemas.microsoft.com/office/drawing/2014/main" id="{5F1AD6CE-5252-4F04-9CA4-6B5B26CB7158}"/>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10849" y="672286"/>
              <a:ext cx="396930" cy="1690303"/>
            </a:xfrm>
            <a:custGeom>
              <a:avLst/>
              <a:gdLst>
                <a:gd name="connsiteX0" fmla="*/ 16478 w 597294"/>
                <a:gd name="connsiteY0" fmla="*/ 2079 h 2543540"/>
                <a:gd name="connsiteX1" fmla="*/ 299847 w 597294"/>
                <a:gd name="connsiteY1" fmla="*/ 53991 h 2543540"/>
                <a:gd name="connsiteX2" fmla="*/ 503206 w 597294"/>
                <a:gd name="connsiteY2" fmla="*/ 291354 h 2543540"/>
                <a:gd name="connsiteX3" fmla="*/ 525113 w 597294"/>
                <a:gd name="connsiteY3" fmla="*/ 724265 h 2543540"/>
                <a:gd name="connsiteX4" fmla="*/ 578930 w 597294"/>
                <a:gd name="connsiteY4" fmla="*/ 1117267 h 2543540"/>
                <a:gd name="connsiteX5" fmla="*/ 592931 w 597294"/>
                <a:gd name="connsiteY5" fmla="*/ 1476359 h 2543540"/>
                <a:gd name="connsiteX6" fmla="*/ 503206 w 597294"/>
                <a:gd name="connsiteY6" fmla="*/ 1859359 h 2543540"/>
                <a:gd name="connsiteX7" fmla="*/ 291846 w 597294"/>
                <a:gd name="connsiteY7" fmla="*/ 2250361 h 2543540"/>
                <a:gd name="connsiteX8" fmla="*/ 0 w 597294"/>
                <a:gd name="connsiteY8" fmla="*/ 2543540 h 254354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597294" h="2543540">
                  <a:moveTo>
                    <a:pt x="16478" y="2079"/>
                  </a:moveTo>
                  <a:cubicBezTo>
                    <a:pt x="101441" y="-6684"/>
                    <a:pt x="224885" y="12557"/>
                    <a:pt x="299847" y="53991"/>
                  </a:cubicBezTo>
                  <a:cubicBezTo>
                    <a:pt x="394240" y="106092"/>
                    <a:pt x="468440" y="189341"/>
                    <a:pt x="503206" y="291354"/>
                  </a:cubicBezTo>
                  <a:cubicBezTo>
                    <a:pt x="550069" y="429085"/>
                    <a:pt x="520827" y="577770"/>
                    <a:pt x="525113" y="724265"/>
                  </a:cubicBezTo>
                  <a:cubicBezTo>
                    <a:pt x="529019" y="856472"/>
                    <a:pt x="561118" y="986012"/>
                    <a:pt x="578930" y="1117267"/>
                  </a:cubicBezTo>
                  <a:cubicBezTo>
                    <a:pt x="595122" y="1236234"/>
                    <a:pt x="602742" y="1356630"/>
                    <a:pt x="592931" y="1476359"/>
                  </a:cubicBezTo>
                  <a:cubicBezTo>
                    <a:pt x="582073" y="1607709"/>
                    <a:pt x="549783" y="1736011"/>
                    <a:pt x="503206" y="1859359"/>
                  </a:cubicBezTo>
                  <a:cubicBezTo>
                    <a:pt x="450628" y="1998710"/>
                    <a:pt x="383857" y="2133298"/>
                    <a:pt x="291846" y="2250361"/>
                  </a:cubicBezTo>
                  <a:cubicBezTo>
                    <a:pt x="231553" y="2327132"/>
                    <a:pt x="73819" y="2479532"/>
                    <a:pt x="0" y="2543540"/>
                  </a:cubicBezTo>
                </a:path>
              </a:pathLst>
            </a:custGeom>
            <a:noFill/>
            <a:ln w="9525" cap="rnd">
              <a:solidFill>
                <a:schemeClr val="accent2">
                  <a:alpha val="50000"/>
                </a:schemeClr>
              </a:solidFill>
              <a:prstDash val="lgDash"/>
              <a:round/>
            </a:ln>
          </p:spPr>
          <p:txBody>
            <a:bodyPr rtlCol="0" anchor="ctr"/>
            <a:lstStyle/>
            <a:p>
              <a:endParaRPr lang="en-US"/>
            </a:p>
          </p:txBody>
        </p:sp>
        <p:sp>
          <p:nvSpPr>
            <p:cNvPr id="244" name="Freeform: Shape 243">
              <a:extLst>
                <a:ext uri="{FF2B5EF4-FFF2-40B4-BE49-F238E27FC236}">
                  <a16:creationId xmlns:a16="http://schemas.microsoft.com/office/drawing/2014/main" id="{6FBA2D29-8DB1-44B7-8310-7FA36270A4B4}"/>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23002" y="881264"/>
              <a:ext cx="258791" cy="1336561"/>
            </a:xfrm>
            <a:custGeom>
              <a:avLst/>
              <a:gdLst>
                <a:gd name="connsiteX0" fmla="*/ 0 w 389425"/>
                <a:gd name="connsiteY0" fmla="*/ 33 h 2011236"/>
                <a:gd name="connsiteX1" fmla="*/ 171260 w 389425"/>
                <a:gd name="connsiteY1" fmla="*/ 60326 h 2011236"/>
                <a:gd name="connsiteX2" fmla="*/ 211455 w 389425"/>
                <a:gd name="connsiteY2" fmla="*/ 221204 h 2011236"/>
                <a:gd name="connsiteX3" fmla="*/ 243078 w 389425"/>
                <a:gd name="connsiteY3" fmla="*/ 448089 h 2011236"/>
                <a:gd name="connsiteX4" fmla="*/ 346424 w 389425"/>
                <a:gd name="connsiteY4" fmla="*/ 789941 h 2011236"/>
                <a:gd name="connsiteX5" fmla="*/ 372237 w 389425"/>
                <a:gd name="connsiteY5" fmla="*/ 942151 h 2011236"/>
                <a:gd name="connsiteX6" fmla="*/ 386620 w 389425"/>
                <a:gd name="connsiteY6" fmla="*/ 1272478 h 2011236"/>
                <a:gd name="connsiteX7" fmla="*/ 280416 w 389425"/>
                <a:gd name="connsiteY7" fmla="*/ 1660241 h 2011236"/>
                <a:gd name="connsiteX8" fmla="*/ 151257 w 389425"/>
                <a:gd name="connsiteY8" fmla="*/ 1844073 h 2011236"/>
                <a:gd name="connsiteX9" fmla="*/ 1905 w 389425"/>
                <a:gd name="connsiteY9" fmla="*/ 2011237 h 201123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389425" h="2011236">
                  <a:moveTo>
                    <a:pt x="0" y="33"/>
                  </a:moveTo>
                  <a:cubicBezTo>
                    <a:pt x="57912" y="-824"/>
                    <a:pt x="136112" y="14892"/>
                    <a:pt x="171260" y="60326"/>
                  </a:cubicBezTo>
                  <a:cubicBezTo>
                    <a:pt x="205645" y="104903"/>
                    <a:pt x="207740" y="164244"/>
                    <a:pt x="211455" y="221204"/>
                  </a:cubicBezTo>
                  <a:cubicBezTo>
                    <a:pt x="216408" y="297594"/>
                    <a:pt x="225838" y="373604"/>
                    <a:pt x="243078" y="448089"/>
                  </a:cubicBezTo>
                  <a:cubicBezTo>
                    <a:pt x="269939" y="564199"/>
                    <a:pt x="319183" y="673927"/>
                    <a:pt x="346424" y="789941"/>
                  </a:cubicBezTo>
                  <a:cubicBezTo>
                    <a:pt x="358235" y="840043"/>
                    <a:pt x="365951" y="891097"/>
                    <a:pt x="372237" y="942151"/>
                  </a:cubicBezTo>
                  <a:cubicBezTo>
                    <a:pt x="385858" y="1051784"/>
                    <a:pt x="394049" y="1162274"/>
                    <a:pt x="386620" y="1272478"/>
                  </a:cubicBezTo>
                  <a:cubicBezTo>
                    <a:pt x="377476" y="1407828"/>
                    <a:pt x="344996" y="1541178"/>
                    <a:pt x="280416" y="1660241"/>
                  </a:cubicBezTo>
                  <a:cubicBezTo>
                    <a:pt x="244602" y="1726249"/>
                    <a:pt x="199358" y="1786352"/>
                    <a:pt x="151257" y="1844073"/>
                  </a:cubicBezTo>
                  <a:cubicBezTo>
                    <a:pt x="79534" y="1930084"/>
                    <a:pt x="89345" y="1941419"/>
                    <a:pt x="1905" y="2011237"/>
                  </a:cubicBezTo>
                </a:path>
              </a:pathLst>
            </a:custGeom>
            <a:noFill/>
            <a:ln w="9525" cap="rnd">
              <a:solidFill>
                <a:schemeClr val="accent2">
                  <a:alpha val="50000"/>
                </a:schemeClr>
              </a:solidFill>
              <a:prstDash val="lgDash"/>
              <a:round/>
            </a:ln>
          </p:spPr>
          <p:txBody>
            <a:bodyPr rtlCol="0" anchor="ctr"/>
            <a:lstStyle/>
            <a:p>
              <a:endParaRPr lang="en-US" dirty="0"/>
            </a:p>
          </p:txBody>
        </p:sp>
      </p:grpSp>
      <p:sp>
        <p:nvSpPr>
          <p:cNvPr id="2" name="Title 1">
            <a:extLst>
              <a:ext uri="{FF2B5EF4-FFF2-40B4-BE49-F238E27FC236}">
                <a16:creationId xmlns:a16="http://schemas.microsoft.com/office/drawing/2014/main" id="{199EC26C-7FDF-C9DE-7B7F-20B729131611}"/>
              </a:ext>
            </a:extLst>
          </p:cNvPr>
          <p:cNvSpPr>
            <a:spLocks noGrp="1"/>
          </p:cNvSpPr>
          <p:nvPr>
            <p:ph type="title"/>
          </p:nvPr>
        </p:nvSpPr>
        <p:spPr>
          <a:xfrm>
            <a:off x="1198181" y="168425"/>
            <a:ext cx="4795282" cy="2091782"/>
          </a:xfrm>
        </p:spPr>
        <p:txBody>
          <a:bodyPr anchor="ctr">
            <a:normAutofit/>
          </a:bodyPr>
          <a:lstStyle/>
          <a:p>
            <a:pPr>
              <a:lnSpc>
                <a:spcPct val="90000"/>
              </a:lnSpc>
            </a:pPr>
            <a:r>
              <a:rPr lang="en-US"/>
              <a:t>Our Approach – Results of Simulation</a:t>
            </a:r>
          </a:p>
        </p:txBody>
      </p:sp>
      <p:sp>
        <p:nvSpPr>
          <p:cNvPr id="3" name="Content Placeholder 2">
            <a:extLst>
              <a:ext uri="{FF2B5EF4-FFF2-40B4-BE49-F238E27FC236}">
                <a16:creationId xmlns:a16="http://schemas.microsoft.com/office/drawing/2014/main" id="{D2A181AE-0D24-08AA-15CC-114A4EC42C81}"/>
              </a:ext>
            </a:extLst>
          </p:cNvPr>
          <p:cNvSpPr>
            <a:spLocks noGrp="1"/>
          </p:cNvSpPr>
          <p:nvPr>
            <p:ph idx="1"/>
          </p:nvPr>
        </p:nvSpPr>
        <p:spPr>
          <a:xfrm>
            <a:off x="6195372" y="169025"/>
            <a:ext cx="4977905" cy="2091182"/>
          </a:xfrm>
        </p:spPr>
        <p:txBody>
          <a:bodyPr anchor="ctr">
            <a:normAutofit/>
          </a:bodyPr>
          <a:lstStyle/>
          <a:p>
            <a:r>
              <a:rPr lang="en-US" sz="1800" dirty="0"/>
              <a:t>TPS, Messages and block time vs shards</a:t>
            </a:r>
          </a:p>
          <a:p>
            <a:pPr lvl="1"/>
            <a:r>
              <a:rPr lang="en-US" sz="1800" dirty="0"/>
              <a:t>Here is one of the memo results that proves that increasing the shards itself while keeping the block-size same can help a lot in scaling in terms of TPS and block time at the same time.</a:t>
            </a:r>
          </a:p>
        </p:txBody>
      </p:sp>
      <p:pic>
        <p:nvPicPr>
          <p:cNvPr id="5" name="Picture 4" descr="A graph with blue and white bars&#10;&#10;AI-generated content may be incorrect.">
            <a:extLst>
              <a:ext uri="{FF2B5EF4-FFF2-40B4-BE49-F238E27FC236}">
                <a16:creationId xmlns:a16="http://schemas.microsoft.com/office/drawing/2014/main" id="{26534F2D-04D1-7A0A-676F-F8DEAF3B4E76}"/>
              </a:ext>
            </a:extLst>
          </p:cNvPr>
          <p:cNvPicPr>
            <a:picLocks noChangeAspect="1"/>
          </p:cNvPicPr>
          <p:nvPr/>
        </p:nvPicPr>
        <p:blipFill>
          <a:blip r:embed="rId2"/>
          <a:stretch>
            <a:fillRect/>
          </a:stretch>
        </p:blipFill>
        <p:spPr>
          <a:xfrm>
            <a:off x="862903" y="3486384"/>
            <a:ext cx="10515600" cy="2812927"/>
          </a:xfrm>
          <a:prstGeom prst="rect">
            <a:avLst/>
          </a:prstGeom>
        </p:spPr>
      </p:pic>
      <p:grpSp>
        <p:nvGrpSpPr>
          <p:cNvPr id="246" name="Bottom Right">
            <a:extLst>
              <a:ext uri="{FF2B5EF4-FFF2-40B4-BE49-F238E27FC236}">
                <a16:creationId xmlns:a16="http://schemas.microsoft.com/office/drawing/2014/main" id="{B1974323-6061-403E-B0D1-A73F2837522F}"/>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7980400" y="3276601"/>
            <a:ext cx="4211600" cy="3581399"/>
            <a:chOff x="7980400" y="3276601"/>
            <a:chExt cx="4211600" cy="3581399"/>
          </a:xfrm>
        </p:grpSpPr>
        <p:sp>
          <p:nvSpPr>
            <p:cNvPr id="247" name="Freeform: Shape 246">
              <a:extLst>
                <a:ext uri="{FF2B5EF4-FFF2-40B4-BE49-F238E27FC236}">
                  <a16:creationId xmlns:a16="http://schemas.microsoft.com/office/drawing/2014/main" id="{8361968C-F531-4231-BBDC-3415177EAC35}"/>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10439256" y="6178637"/>
              <a:ext cx="1482102" cy="679363"/>
            </a:xfrm>
            <a:custGeom>
              <a:avLst/>
              <a:gdLst>
                <a:gd name="connsiteX0" fmla="*/ 741051 w 1482102"/>
                <a:gd name="connsiteY0" fmla="*/ 0 h 679363"/>
                <a:gd name="connsiteX1" fmla="*/ 1473822 w 1482102"/>
                <a:gd name="connsiteY1" fmla="*/ 597226 h 679363"/>
                <a:gd name="connsiteX2" fmla="*/ 1482102 w 1482102"/>
                <a:gd name="connsiteY2" fmla="*/ 679363 h 679363"/>
                <a:gd name="connsiteX3" fmla="*/ 0 w 1482102"/>
                <a:gd name="connsiteY3" fmla="*/ 679363 h 679363"/>
                <a:gd name="connsiteX4" fmla="*/ 8280 w 1482102"/>
                <a:gd name="connsiteY4" fmla="*/ 597226 h 679363"/>
                <a:gd name="connsiteX5" fmla="*/ 741051 w 1482102"/>
                <a:gd name="connsiteY5" fmla="*/ 0 h 67936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1482102" h="679363">
                  <a:moveTo>
                    <a:pt x="741051" y="0"/>
                  </a:moveTo>
                  <a:cubicBezTo>
                    <a:pt x="1102506" y="0"/>
                    <a:pt x="1404077" y="256390"/>
                    <a:pt x="1473822" y="597226"/>
                  </a:cubicBezTo>
                  <a:lnTo>
                    <a:pt x="1482102" y="679363"/>
                  </a:lnTo>
                  <a:lnTo>
                    <a:pt x="0" y="679363"/>
                  </a:lnTo>
                  <a:lnTo>
                    <a:pt x="8280" y="597226"/>
                  </a:lnTo>
                  <a:cubicBezTo>
                    <a:pt x="78025" y="256390"/>
                    <a:pt x="379596" y="0"/>
                    <a:pt x="741051" y="0"/>
                  </a:cubicBezTo>
                  <a:close/>
                </a:path>
              </a:pathLst>
            </a:cu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dirty="0">
                <a:solidFill>
                  <a:schemeClr val="tx1">
                    <a:lumMod val="65000"/>
                    <a:lumOff val="35000"/>
                  </a:schemeClr>
                </a:solidFill>
                <a:latin typeface="AvenirNext LT Pro Medium" panose="020B0504020202020204" pitchFamily="34" charset="0"/>
              </a:endParaRPr>
            </a:p>
          </p:txBody>
        </p:sp>
        <p:grpSp>
          <p:nvGrpSpPr>
            <p:cNvPr id="248" name="Graphic 157">
              <a:extLst>
                <a:ext uri="{FF2B5EF4-FFF2-40B4-BE49-F238E27FC236}">
                  <a16:creationId xmlns:a16="http://schemas.microsoft.com/office/drawing/2014/main" id="{E72294A1-7036-4100-8596-574E6EEB0BBE}"/>
                </a:ext>
                <a:ext uri="{C183D7F6-B498-43B3-948B-1728B52AA6E4}">
                  <adec:decorative xmlns:adec="http://schemas.microsoft.com/office/drawing/2017/decorative" val="1"/>
                </a:ext>
              </a:extLst>
            </p:cNvPr>
            <p:cNvGrpSpPr/>
            <p:nvPr>
              <p:extLst>
                <p:ext uri="{386F3935-93C4-4BCD-93E2-E3B085C9AB24}">
                  <p16:designElem xmlns:p16="http://schemas.microsoft.com/office/powerpoint/2015/main" val="1"/>
                </p:ext>
              </p:extLst>
            </p:nvPr>
          </p:nvGrpSpPr>
          <p:grpSpPr>
            <a:xfrm>
              <a:off x="8662740" y="3276601"/>
              <a:ext cx="3529260" cy="3581398"/>
              <a:chOff x="4114800" y="1423987"/>
              <a:chExt cx="3961542" cy="4007547"/>
            </a:xfrm>
            <a:noFill/>
          </p:grpSpPr>
          <p:sp>
            <p:nvSpPr>
              <p:cNvPr id="250" name="Freeform: Shape 249">
                <a:extLst>
                  <a:ext uri="{FF2B5EF4-FFF2-40B4-BE49-F238E27FC236}">
                    <a16:creationId xmlns:a16="http://schemas.microsoft.com/office/drawing/2014/main" id="{BEDBF857-3C89-44F9-9C0D-B5439C63DBB8}"/>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4114800" y="1423987"/>
                <a:ext cx="3946874" cy="3989641"/>
              </a:xfrm>
              <a:custGeom>
                <a:avLst/>
                <a:gdLst>
                  <a:gd name="connsiteX0" fmla="*/ 0 w 3946874"/>
                  <a:gd name="connsiteY0" fmla="*/ 3989641 h 3989641"/>
                  <a:gd name="connsiteX1" fmla="*/ 79439 w 3946874"/>
                  <a:gd name="connsiteY1" fmla="*/ 3891153 h 3989641"/>
                  <a:gd name="connsiteX2" fmla="*/ 297371 w 3946874"/>
                  <a:gd name="connsiteY2" fmla="*/ 3626930 h 3989641"/>
                  <a:gd name="connsiteX3" fmla="*/ 454343 w 3946874"/>
                  <a:gd name="connsiteY3" fmla="*/ 3440335 h 3989641"/>
                  <a:gd name="connsiteX4" fmla="*/ 622363 w 3946874"/>
                  <a:gd name="connsiteY4" fmla="*/ 3290697 h 3989641"/>
                  <a:gd name="connsiteX5" fmla="*/ 927068 w 3946874"/>
                  <a:gd name="connsiteY5" fmla="*/ 3087434 h 3989641"/>
                  <a:gd name="connsiteX6" fmla="*/ 1176338 w 3946874"/>
                  <a:gd name="connsiteY6" fmla="*/ 2915603 h 3989641"/>
                  <a:gd name="connsiteX7" fmla="*/ 1394270 w 3946874"/>
                  <a:gd name="connsiteY7" fmla="*/ 2780729 h 3989641"/>
                  <a:gd name="connsiteX8" fmla="*/ 1601057 w 3946874"/>
                  <a:gd name="connsiteY8" fmla="*/ 2723483 h 3989641"/>
                  <a:gd name="connsiteX9" fmla="*/ 1756220 w 3946874"/>
                  <a:gd name="connsiteY9" fmla="*/ 2743772 h 3989641"/>
                  <a:gd name="connsiteX10" fmla="*/ 1889189 w 3946874"/>
                  <a:gd name="connsiteY10" fmla="*/ 2765965 h 3989641"/>
                  <a:gd name="connsiteX11" fmla="*/ 2007394 w 3946874"/>
                  <a:gd name="connsiteY11" fmla="*/ 2765965 h 3989641"/>
                  <a:gd name="connsiteX12" fmla="*/ 2184654 w 3946874"/>
                  <a:gd name="connsiteY12" fmla="*/ 2671763 h 3989641"/>
                  <a:gd name="connsiteX13" fmla="*/ 2372773 w 3946874"/>
                  <a:gd name="connsiteY13" fmla="*/ 2538984 h 3989641"/>
                  <a:gd name="connsiteX14" fmla="*/ 2439543 w 3946874"/>
                  <a:gd name="connsiteY14" fmla="*/ 2510504 h 3989641"/>
                  <a:gd name="connsiteX15" fmla="*/ 2650617 w 3946874"/>
                  <a:gd name="connsiteY15" fmla="*/ 2434781 h 3989641"/>
                  <a:gd name="connsiteX16" fmla="*/ 2785110 w 3946874"/>
                  <a:gd name="connsiteY16" fmla="*/ 2383060 h 3989641"/>
                  <a:gd name="connsiteX17" fmla="*/ 2897315 w 3946874"/>
                  <a:gd name="connsiteY17" fmla="*/ 2318861 h 3989641"/>
                  <a:gd name="connsiteX18" fmla="*/ 2997994 w 3946874"/>
                  <a:gd name="connsiteY18" fmla="*/ 2226183 h 3989641"/>
                  <a:gd name="connsiteX19" fmla="*/ 3061240 w 3946874"/>
                  <a:gd name="connsiteY19" fmla="*/ 2141506 h 3989641"/>
                  <a:gd name="connsiteX20" fmla="*/ 3152108 w 3946874"/>
                  <a:gd name="connsiteY20" fmla="*/ 2005203 h 3989641"/>
                  <a:gd name="connsiteX21" fmla="*/ 3274124 w 3946874"/>
                  <a:gd name="connsiteY21" fmla="*/ 1871567 h 3989641"/>
                  <a:gd name="connsiteX22" fmla="*/ 3388138 w 3946874"/>
                  <a:gd name="connsiteY22" fmla="*/ 1770888 h 3989641"/>
                  <a:gd name="connsiteX23" fmla="*/ 3466529 w 3946874"/>
                  <a:gd name="connsiteY23" fmla="*/ 1679162 h 3989641"/>
                  <a:gd name="connsiteX24" fmla="*/ 3538633 w 3946874"/>
                  <a:gd name="connsiteY24" fmla="*/ 1551718 h 3989641"/>
                  <a:gd name="connsiteX25" fmla="*/ 3588544 w 3946874"/>
                  <a:gd name="connsiteY25" fmla="*/ 1376172 h 3989641"/>
                  <a:gd name="connsiteX26" fmla="*/ 3597402 w 3946874"/>
                  <a:gd name="connsiteY26" fmla="*/ 1293305 h 3989641"/>
                  <a:gd name="connsiteX27" fmla="*/ 3721227 w 3946874"/>
                  <a:gd name="connsiteY27" fmla="*/ 880491 h 3989641"/>
                  <a:gd name="connsiteX28" fmla="*/ 3761137 w 3946874"/>
                  <a:gd name="connsiteY28" fmla="*/ 463677 h 3989641"/>
                  <a:gd name="connsiteX29" fmla="*/ 3946874 w 3946874"/>
                  <a:gd name="connsiteY29" fmla="*/ 0 h 398964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Lst>
                <a:rect l="l" t="t" r="r" b="b"/>
                <a:pathLst>
                  <a:path w="3946874" h="3989641">
                    <a:moveTo>
                      <a:pt x="0" y="3989641"/>
                    </a:moveTo>
                    <a:cubicBezTo>
                      <a:pt x="19050" y="3957257"/>
                      <a:pt x="50959" y="3916013"/>
                      <a:pt x="79439" y="3891153"/>
                    </a:cubicBezTo>
                    <a:cubicBezTo>
                      <a:pt x="165544" y="3815906"/>
                      <a:pt x="227933" y="3717989"/>
                      <a:pt x="297371" y="3626930"/>
                    </a:cubicBezTo>
                    <a:cubicBezTo>
                      <a:pt x="346615" y="3562255"/>
                      <a:pt x="398050" y="3499009"/>
                      <a:pt x="454343" y="3440335"/>
                    </a:cubicBezTo>
                    <a:cubicBezTo>
                      <a:pt x="506349" y="3386042"/>
                      <a:pt x="562642" y="3336227"/>
                      <a:pt x="622363" y="3290697"/>
                    </a:cubicBezTo>
                    <a:cubicBezTo>
                      <a:pt x="719519" y="3216688"/>
                      <a:pt x="824960" y="3154585"/>
                      <a:pt x="927068" y="3087434"/>
                    </a:cubicBezTo>
                    <a:cubicBezTo>
                      <a:pt x="1011365" y="3031998"/>
                      <a:pt x="1093565" y="2973324"/>
                      <a:pt x="1176338" y="2915603"/>
                    </a:cubicBezTo>
                    <a:cubicBezTo>
                      <a:pt x="1246537" y="2866644"/>
                      <a:pt x="1317308" y="2818066"/>
                      <a:pt x="1394270" y="2780729"/>
                    </a:cubicBezTo>
                    <a:cubicBezTo>
                      <a:pt x="1459421" y="2749106"/>
                      <a:pt x="1528763" y="2724436"/>
                      <a:pt x="1601057" y="2723483"/>
                    </a:cubicBezTo>
                    <a:cubicBezTo>
                      <a:pt x="1653350" y="2722721"/>
                      <a:pt x="1704785" y="2733485"/>
                      <a:pt x="1756220" y="2743772"/>
                    </a:cubicBezTo>
                    <a:cubicBezTo>
                      <a:pt x="1800320" y="2752630"/>
                      <a:pt x="1844612" y="2760250"/>
                      <a:pt x="1889189" y="2765965"/>
                    </a:cubicBezTo>
                    <a:cubicBezTo>
                      <a:pt x="1928622" y="2771013"/>
                      <a:pt x="1968437" y="2773299"/>
                      <a:pt x="2007394" y="2765965"/>
                    </a:cubicBezTo>
                    <a:cubicBezTo>
                      <a:pt x="2073878" y="2753487"/>
                      <a:pt x="2130647" y="2712911"/>
                      <a:pt x="2184654" y="2671763"/>
                    </a:cubicBezTo>
                    <a:cubicBezTo>
                      <a:pt x="2245900" y="2625090"/>
                      <a:pt x="2304002" y="2573465"/>
                      <a:pt x="2372773" y="2538984"/>
                    </a:cubicBezTo>
                    <a:cubicBezTo>
                      <a:pt x="2394395" y="2528126"/>
                      <a:pt x="2416874" y="2518982"/>
                      <a:pt x="2439543" y="2510504"/>
                    </a:cubicBezTo>
                    <a:cubicBezTo>
                      <a:pt x="2509552" y="2484215"/>
                      <a:pt x="2580037" y="2459450"/>
                      <a:pt x="2650617" y="2434781"/>
                    </a:cubicBezTo>
                    <a:cubicBezTo>
                      <a:pt x="2695956" y="2418874"/>
                      <a:pt x="2741295" y="2402872"/>
                      <a:pt x="2785110" y="2383060"/>
                    </a:cubicBezTo>
                    <a:cubicBezTo>
                      <a:pt x="2824448" y="2365248"/>
                      <a:pt x="2862358" y="2344198"/>
                      <a:pt x="2897315" y="2318861"/>
                    </a:cubicBezTo>
                    <a:cubicBezTo>
                      <a:pt x="2934367" y="2292096"/>
                      <a:pt x="2968085" y="2260854"/>
                      <a:pt x="2997994" y="2226183"/>
                    </a:cubicBezTo>
                    <a:cubicBezTo>
                      <a:pt x="3020949" y="2199513"/>
                      <a:pt x="3041714" y="2170938"/>
                      <a:pt x="3061240" y="2141506"/>
                    </a:cubicBezTo>
                    <a:cubicBezTo>
                      <a:pt x="3091529" y="2095976"/>
                      <a:pt x="3119533" y="2049018"/>
                      <a:pt x="3152108" y="2005203"/>
                    </a:cubicBezTo>
                    <a:cubicBezTo>
                      <a:pt x="3188113" y="1956626"/>
                      <a:pt x="3229261" y="1912144"/>
                      <a:pt x="3274124" y="1871567"/>
                    </a:cubicBezTo>
                    <a:cubicBezTo>
                      <a:pt x="3311747" y="1837563"/>
                      <a:pt x="3351848" y="1806321"/>
                      <a:pt x="3388138" y="1770888"/>
                    </a:cubicBezTo>
                    <a:cubicBezTo>
                      <a:pt x="3416999" y="1742694"/>
                      <a:pt x="3443002" y="1711833"/>
                      <a:pt x="3466529" y="1679162"/>
                    </a:cubicBezTo>
                    <a:cubicBezTo>
                      <a:pt x="3495008" y="1639348"/>
                      <a:pt x="3519392" y="1596771"/>
                      <a:pt x="3538633" y="1551718"/>
                    </a:cubicBezTo>
                    <a:cubicBezTo>
                      <a:pt x="3562731" y="1495616"/>
                      <a:pt x="3578924" y="1436465"/>
                      <a:pt x="3588544" y="1376172"/>
                    </a:cubicBezTo>
                    <a:cubicBezTo>
                      <a:pt x="3592925" y="1348740"/>
                      <a:pt x="3595688" y="1321022"/>
                      <a:pt x="3597402" y="1293305"/>
                    </a:cubicBezTo>
                    <a:cubicBezTo>
                      <a:pt x="3605974" y="1155859"/>
                      <a:pt x="3717703" y="1018127"/>
                      <a:pt x="3721227" y="880491"/>
                    </a:cubicBezTo>
                    <a:cubicBezTo>
                      <a:pt x="3724751" y="740855"/>
                      <a:pt x="3743135" y="602171"/>
                      <a:pt x="3761137" y="463677"/>
                    </a:cubicBezTo>
                    <a:cubicBezTo>
                      <a:pt x="3776186" y="347758"/>
                      <a:pt x="3934968" y="116205"/>
                      <a:pt x="3946874" y="0"/>
                    </a:cubicBezTo>
                  </a:path>
                </a:pathLst>
              </a:custGeom>
              <a:noFill/>
              <a:ln w="9525" cap="rnd">
                <a:solidFill>
                  <a:schemeClr val="accent2">
                    <a:alpha val="35000"/>
                  </a:schemeClr>
                </a:solidFill>
                <a:prstDash val="lgDash"/>
                <a:round/>
              </a:ln>
            </p:spPr>
            <p:txBody>
              <a:bodyPr rtlCol="0" anchor="ctr"/>
              <a:lstStyle/>
              <a:p>
                <a:endParaRPr lang="en-US"/>
              </a:p>
            </p:txBody>
          </p:sp>
          <p:sp>
            <p:nvSpPr>
              <p:cNvPr id="251" name="Freeform: Shape 250">
                <a:extLst>
                  <a:ext uri="{FF2B5EF4-FFF2-40B4-BE49-F238E27FC236}">
                    <a16:creationId xmlns:a16="http://schemas.microsoft.com/office/drawing/2014/main" id="{3F3B354C-0CC2-421F-89E2-6AA4EB15CF5E}"/>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4395978" y="2441733"/>
                <a:ext cx="3665410" cy="2985611"/>
              </a:xfrm>
              <a:custGeom>
                <a:avLst/>
                <a:gdLst>
                  <a:gd name="connsiteX0" fmla="*/ 0 w 3665410"/>
                  <a:gd name="connsiteY0" fmla="*/ 2985611 h 2985611"/>
                  <a:gd name="connsiteX1" fmla="*/ 166211 w 3665410"/>
                  <a:gd name="connsiteY1" fmla="*/ 2699766 h 2985611"/>
                  <a:gd name="connsiteX2" fmla="*/ 397002 w 3665410"/>
                  <a:gd name="connsiteY2" fmla="*/ 2414969 h 2985611"/>
                  <a:gd name="connsiteX3" fmla="*/ 620173 w 3665410"/>
                  <a:gd name="connsiteY3" fmla="*/ 2237899 h 2985611"/>
                  <a:gd name="connsiteX4" fmla="*/ 823341 w 3665410"/>
                  <a:gd name="connsiteY4" fmla="*/ 2085499 h 2985611"/>
                  <a:gd name="connsiteX5" fmla="*/ 1089565 w 3665410"/>
                  <a:gd name="connsiteY5" fmla="*/ 1911477 h 2985611"/>
                  <a:gd name="connsiteX6" fmla="*/ 1145000 w 3665410"/>
                  <a:gd name="connsiteY6" fmla="*/ 1886807 h 2985611"/>
                  <a:gd name="connsiteX7" fmla="*/ 1375791 w 3665410"/>
                  <a:gd name="connsiteY7" fmla="*/ 1842135 h 2985611"/>
                  <a:gd name="connsiteX8" fmla="*/ 1486567 w 3665410"/>
                  <a:gd name="connsiteY8" fmla="*/ 1857566 h 2985611"/>
                  <a:gd name="connsiteX9" fmla="*/ 1568101 w 3665410"/>
                  <a:gd name="connsiteY9" fmla="*/ 1871377 h 2985611"/>
                  <a:gd name="connsiteX10" fmla="*/ 1810607 w 3665410"/>
                  <a:gd name="connsiteY10" fmla="*/ 1871377 h 2985611"/>
                  <a:gd name="connsiteX11" fmla="*/ 1997964 w 3665410"/>
                  <a:gd name="connsiteY11" fmla="*/ 1790605 h 2985611"/>
                  <a:gd name="connsiteX12" fmla="*/ 2109883 w 3665410"/>
                  <a:gd name="connsiteY12" fmla="*/ 1702784 h 2985611"/>
                  <a:gd name="connsiteX13" fmla="*/ 2321433 w 3665410"/>
                  <a:gd name="connsiteY13" fmla="*/ 1552384 h 2985611"/>
                  <a:gd name="connsiteX14" fmla="*/ 2558891 w 3665410"/>
                  <a:gd name="connsiteY14" fmla="*/ 1453420 h 2985611"/>
                  <a:gd name="connsiteX15" fmla="*/ 2709767 w 3665410"/>
                  <a:gd name="connsiteY15" fmla="*/ 1377887 h 2985611"/>
                  <a:gd name="connsiteX16" fmla="*/ 2885408 w 3665410"/>
                  <a:gd name="connsiteY16" fmla="*/ 1237393 h 2985611"/>
                  <a:gd name="connsiteX17" fmla="*/ 3017711 w 3665410"/>
                  <a:gd name="connsiteY17" fmla="*/ 1072229 h 2985611"/>
                  <a:gd name="connsiteX18" fmla="*/ 3150680 w 3665410"/>
                  <a:gd name="connsiteY18" fmla="*/ 921830 h 2985611"/>
                  <a:gd name="connsiteX19" fmla="*/ 3255169 w 3665410"/>
                  <a:gd name="connsiteY19" fmla="*/ 801815 h 2985611"/>
                  <a:gd name="connsiteX20" fmla="*/ 3339275 w 3665410"/>
                  <a:gd name="connsiteY20" fmla="*/ 694182 h 2985611"/>
                  <a:gd name="connsiteX21" fmla="*/ 3409188 w 3665410"/>
                  <a:gd name="connsiteY21" fmla="*/ 546926 h 2985611"/>
                  <a:gd name="connsiteX22" fmla="*/ 3464243 w 3665410"/>
                  <a:gd name="connsiteY22" fmla="*/ 347663 h 2985611"/>
                  <a:gd name="connsiteX23" fmla="*/ 3665411 w 3665410"/>
                  <a:gd name="connsiteY23" fmla="*/ 0 h 298561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Lst>
                <a:rect l="l" t="t" r="r" b="b"/>
                <a:pathLst>
                  <a:path w="3665410" h="2985611">
                    <a:moveTo>
                      <a:pt x="0" y="2985611"/>
                    </a:moveTo>
                    <a:cubicBezTo>
                      <a:pt x="0" y="2985611"/>
                      <a:pt x="86773" y="2802827"/>
                      <a:pt x="166211" y="2699766"/>
                    </a:cubicBezTo>
                    <a:cubicBezTo>
                      <a:pt x="240983" y="2602706"/>
                      <a:pt x="309182" y="2500122"/>
                      <a:pt x="397002" y="2414969"/>
                    </a:cubicBezTo>
                    <a:cubicBezTo>
                      <a:pt x="465296" y="2348865"/>
                      <a:pt x="543592" y="2294477"/>
                      <a:pt x="620173" y="2237899"/>
                    </a:cubicBezTo>
                    <a:cubicBezTo>
                      <a:pt x="688277" y="2187607"/>
                      <a:pt x="755333" y="2135886"/>
                      <a:pt x="823341" y="2085499"/>
                    </a:cubicBezTo>
                    <a:cubicBezTo>
                      <a:pt x="908685" y="2022253"/>
                      <a:pt x="994791" y="1959197"/>
                      <a:pt x="1089565" y="1911477"/>
                    </a:cubicBezTo>
                    <a:cubicBezTo>
                      <a:pt x="1107662" y="1902428"/>
                      <a:pt x="1126141" y="1894141"/>
                      <a:pt x="1145000" y="1886807"/>
                    </a:cubicBezTo>
                    <a:cubicBezTo>
                      <a:pt x="1218819" y="1858232"/>
                      <a:pt x="1296924" y="1838611"/>
                      <a:pt x="1375791" y="1842135"/>
                    </a:cubicBezTo>
                    <a:cubicBezTo>
                      <a:pt x="1413129" y="1843754"/>
                      <a:pt x="1449896" y="1850422"/>
                      <a:pt x="1486567" y="1857566"/>
                    </a:cubicBezTo>
                    <a:cubicBezTo>
                      <a:pt x="1513618" y="1862804"/>
                      <a:pt x="1540859" y="1867376"/>
                      <a:pt x="1568101" y="1871377"/>
                    </a:cubicBezTo>
                    <a:cubicBezTo>
                      <a:pt x="1648778" y="1883188"/>
                      <a:pt x="1730978" y="1887665"/>
                      <a:pt x="1810607" y="1871377"/>
                    </a:cubicBezTo>
                    <a:cubicBezTo>
                      <a:pt x="1877854" y="1857661"/>
                      <a:pt x="1941100" y="1829086"/>
                      <a:pt x="1997964" y="1790605"/>
                    </a:cubicBezTo>
                    <a:cubicBezTo>
                      <a:pt x="2037302" y="1764030"/>
                      <a:pt x="2073497" y="1733264"/>
                      <a:pt x="2109883" y="1702784"/>
                    </a:cubicBezTo>
                    <a:cubicBezTo>
                      <a:pt x="2176367" y="1647063"/>
                      <a:pt x="2244852" y="1593151"/>
                      <a:pt x="2321433" y="1552384"/>
                    </a:cubicBezTo>
                    <a:cubicBezTo>
                      <a:pt x="2397157" y="1512094"/>
                      <a:pt x="2479548" y="1486281"/>
                      <a:pt x="2558891" y="1453420"/>
                    </a:cubicBezTo>
                    <a:cubicBezTo>
                      <a:pt x="2610898" y="1431798"/>
                      <a:pt x="2661571" y="1407033"/>
                      <a:pt x="2709767" y="1377887"/>
                    </a:cubicBezTo>
                    <a:cubicBezTo>
                      <a:pt x="2774252" y="1338929"/>
                      <a:pt x="2834069" y="1292447"/>
                      <a:pt x="2885408" y="1237393"/>
                    </a:cubicBezTo>
                    <a:cubicBezTo>
                      <a:pt x="2933605" y="1185767"/>
                      <a:pt x="2973324" y="1127093"/>
                      <a:pt x="3017711" y="1072229"/>
                    </a:cubicBezTo>
                    <a:cubicBezTo>
                      <a:pt x="3059811" y="1020223"/>
                      <a:pt x="3105912" y="971645"/>
                      <a:pt x="3150680" y="921830"/>
                    </a:cubicBezTo>
                    <a:cubicBezTo>
                      <a:pt x="3186113" y="882396"/>
                      <a:pt x="3220593" y="842010"/>
                      <a:pt x="3255169" y="801815"/>
                    </a:cubicBezTo>
                    <a:cubicBezTo>
                      <a:pt x="3284887" y="767239"/>
                      <a:pt x="3314605" y="732473"/>
                      <a:pt x="3339275" y="694182"/>
                    </a:cubicBezTo>
                    <a:cubicBezTo>
                      <a:pt x="3368707" y="648367"/>
                      <a:pt x="3390138" y="597980"/>
                      <a:pt x="3409188" y="546926"/>
                    </a:cubicBezTo>
                    <a:cubicBezTo>
                      <a:pt x="3433382" y="482156"/>
                      <a:pt x="3453384" y="415861"/>
                      <a:pt x="3464243" y="347663"/>
                    </a:cubicBezTo>
                    <a:cubicBezTo>
                      <a:pt x="3476244" y="272224"/>
                      <a:pt x="3661696" y="76295"/>
                      <a:pt x="3665411" y="0"/>
                    </a:cubicBezTo>
                  </a:path>
                </a:pathLst>
              </a:custGeom>
              <a:noFill/>
              <a:ln w="9525" cap="rnd">
                <a:solidFill>
                  <a:schemeClr val="accent2">
                    <a:alpha val="35000"/>
                  </a:schemeClr>
                </a:solidFill>
                <a:prstDash val="lgDash"/>
                <a:round/>
              </a:ln>
            </p:spPr>
            <p:txBody>
              <a:bodyPr rtlCol="0" anchor="ctr"/>
              <a:lstStyle/>
              <a:p>
                <a:endParaRPr lang="en-US"/>
              </a:p>
            </p:txBody>
          </p:sp>
          <p:sp>
            <p:nvSpPr>
              <p:cNvPr id="252" name="Freeform: Shape 251">
                <a:extLst>
                  <a:ext uri="{FF2B5EF4-FFF2-40B4-BE49-F238E27FC236}">
                    <a16:creationId xmlns:a16="http://schemas.microsoft.com/office/drawing/2014/main" id="{0AB573DB-6079-4DBA-A027-A37A6FB6E796}"/>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7790402" y="5229700"/>
                <a:ext cx="285940" cy="199072"/>
              </a:xfrm>
              <a:custGeom>
                <a:avLst/>
                <a:gdLst>
                  <a:gd name="connsiteX0" fmla="*/ 0 w 285940"/>
                  <a:gd name="connsiteY0" fmla="*/ 199073 h 199072"/>
                  <a:gd name="connsiteX1" fmla="*/ 285940 w 285940"/>
                  <a:gd name="connsiteY1" fmla="*/ 0 h 199072"/>
                </a:gdLst>
                <a:ahLst/>
                <a:cxnLst>
                  <a:cxn ang="0">
                    <a:pos x="connsiteX0" y="connsiteY0"/>
                  </a:cxn>
                  <a:cxn ang="0">
                    <a:pos x="connsiteX1" y="connsiteY1"/>
                  </a:cxn>
                </a:cxnLst>
                <a:rect l="l" t="t" r="r" b="b"/>
                <a:pathLst>
                  <a:path w="285940" h="199072">
                    <a:moveTo>
                      <a:pt x="0" y="199073"/>
                    </a:moveTo>
                    <a:cubicBezTo>
                      <a:pt x="0" y="199073"/>
                      <a:pt x="242125" y="39243"/>
                      <a:pt x="285940" y="0"/>
                    </a:cubicBezTo>
                  </a:path>
                </a:pathLst>
              </a:custGeom>
              <a:noFill/>
              <a:ln w="9525" cap="rnd">
                <a:solidFill>
                  <a:schemeClr val="accent2">
                    <a:alpha val="35000"/>
                  </a:schemeClr>
                </a:solidFill>
                <a:prstDash val="lgDash"/>
                <a:round/>
              </a:ln>
            </p:spPr>
            <p:txBody>
              <a:bodyPr rtlCol="0" anchor="ctr"/>
              <a:lstStyle/>
              <a:p>
                <a:endParaRPr lang="en-US"/>
              </a:p>
            </p:txBody>
          </p:sp>
          <p:sp>
            <p:nvSpPr>
              <p:cNvPr id="253" name="Freeform: Shape 252">
                <a:extLst>
                  <a:ext uri="{FF2B5EF4-FFF2-40B4-BE49-F238E27FC236}">
                    <a16:creationId xmlns:a16="http://schemas.microsoft.com/office/drawing/2014/main" id="{BCBCC42A-F810-45E8-A0E4-7659F0B3E7EF}"/>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7393114" y="5049773"/>
                <a:ext cx="655796" cy="381190"/>
              </a:xfrm>
              <a:custGeom>
                <a:avLst/>
                <a:gdLst>
                  <a:gd name="connsiteX0" fmla="*/ 0 w 655796"/>
                  <a:gd name="connsiteY0" fmla="*/ 381190 h 381190"/>
                  <a:gd name="connsiteX1" fmla="*/ 655796 w 655796"/>
                  <a:gd name="connsiteY1" fmla="*/ 0 h 381190"/>
                </a:gdLst>
                <a:ahLst/>
                <a:cxnLst>
                  <a:cxn ang="0">
                    <a:pos x="connsiteX0" y="connsiteY0"/>
                  </a:cxn>
                  <a:cxn ang="0">
                    <a:pos x="connsiteX1" y="connsiteY1"/>
                  </a:cxn>
                </a:cxnLst>
                <a:rect l="l" t="t" r="r" b="b"/>
                <a:pathLst>
                  <a:path w="655796" h="381190">
                    <a:moveTo>
                      <a:pt x="0" y="381190"/>
                    </a:moveTo>
                    <a:cubicBezTo>
                      <a:pt x="0" y="381190"/>
                      <a:pt x="461105" y="172117"/>
                      <a:pt x="655796" y="0"/>
                    </a:cubicBezTo>
                  </a:path>
                </a:pathLst>
              </a:custGeom>
              <a:noFill/>
              <a:ln w="9525" cap="rnd">
                <a:solidFill>
                  <a:schemeClr val="accent2">
                    <a:alpha val="35000"/>
                  </a:schemeClr>
                </a:solidFill>
                <a:prstDash val="lgDash"/>
                <a:round/>
              </a:ln>
            </p:spPr>
            <p:txBody>
              <a:bodyPr rtlCol="0" anchor="ctr"/>
              <a:lstStyle/>
              <a:p>
                <a:endParaRPr lang="en-US"/>
              </a:p>
            </p:txBody>
          </p:sp>
          <p:sp>
            <p:nvSpPr>
              <p:cNvPr id="254" name="Freeform: Shape 253">
                <a:extLst>
                  <a:ext uri="{FF2B5EF4-FFF2-40B4-BE49-F238E27FC236}">
                    <a16:creationId xmlns:a16="http://schemas.microsoft.com/office/drawing/2014/main" id="{772F30E3-9A21-43C2-97B8-2209BE7DC5F0}"/>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154072" y="3867816"/>
                <a:ext cx="2907315" cy="1544764"/>
              </a:xfrm>
              <a:custGeom>
                <a:avLst/>
                <a:gdLst>
                  <a:gd name="connsiteX0" fmla="*/ 0 w 2907315"/>
                  <a:gd name="connsiteY0" fmla="*/ 1544764 h 1544764"/>
                  <a:gd name="connsiteX1" fmla="*/ 201644 w 2907315"/>
                  <a:gd name="connsiteY1" fmla="*/ 1352550 h 1544764"/>
                  <a:gd name="connsiteX2" fmla="*/ 423196 w 2907315"/>
                  <a:gd name="connsiteY2" fmla="*/ 1196054 h 1544764"/>
                  <a:gd name="connsiteX3" fmla="*/ 782193 w 2907315"/>
                  <a:gd name="connsiteY3" fmla="*/ 1099947 h 1544764"/>
                  <a:gd name="connsiteX4" fmla="*/ 1052513 w 2907315"/>
                  <a:gd name="connsiteY4" fmla="*/ 1042321 h 1544764"/>
                  <a:gd name="connsiteX5" fmla="*/ 1311783 w 2907315"/>
                  <a:gd name="connsiteY5" fmla="*/ 1056037 h 1544764"/>
                  <a:gd name="connsiteX6" fmla="*/ 1484662 w 2907315"/>
                  <a:gd name="connsiteY6" fmla="*/ 1083469 h 1544764"/>
                  <a:gd name="connsiteX7" fmla="*/ 1788224 w 2907315"/>
                  <a:gd name="connsiteY7" fmla="*/ 1023080 h 1544764"/>
                  <a:gd name="connsiteX8" fmla="*/ 2269045 w 2907315"/>
                  <a:gd name="connsiteY8" fmla="*/ 734758 h 1544764"/>
                  <a:gd name="connsiteX9" fmla="*/ 2534984 w 2907315"/>
                  <a:gd name="connsiteY9" fmla="*/ 572738 h 1544764"/>
                  <a:gd name="connsiteX10" fmla="*/ 2907316 w 2907315"/>
                  <a:gd name="connsiteY10" fmla="*/ 0 h 154476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2907315" h="1544764">
                    <a:moveTo>
                      <a:pt x="0" y="1544764"/>
                    </a:moveTo>
                    <a:cubicBezTo>
                      <a:pt x="0" y="1544764"/>
                      <a:pt x="98012" y="1443990"/>
                      <a:pt x="201644" y="1352550"/>
                    </a:cubicBezTo>
                    <a:cubicBezTo>
                      <a:pt x="271272" y="1291209"/>
                      <a:pt x="343662" y="1234249"/>
                      <a:pt x="423196" y="1196054"/>
                    </a:cubicBezTo>
                    <a:cubicBezTo>
                      <a:pt x="537591" y="1141095"/>
                      <a:pt x="661226" y="1127189"/>
                      <a:pt x="782193" y="1099947"/>
                    </a:cubicBezTo>
                    <a:cubicBezTo>
                      <a:pt x="872300" y="1079659"/>
                      <a:pt x="961358" y="1051370"/>
                      <a:pt x="1052513" y="1042321"/>
                    </a:cubicBezTo>
                    <a:cubicBezTo>
                      <a:pt x="1139000" y="1033653"/>
                      <a:pt x="1225868" y="1040321"/>
                      <a:pt x="1311783" y="1056037"/>
                    </a:cubicBezTo>
                    <a:cubicBezTo>
                      <a:pt x="1369314" y="1066609"/>
                      <a:pt x="1426559" y="1079373"/>
                      <a:pt x="1484662" y="1083469"/>
                    </a:cubicBezTo>
                    <a:cubicBezTo>
                      <a:pt x="1587913" y="1090803"/>
                      <a:pt x="1690402" y="1064800"/>
                      <a:pt x="1788224" y="1023080"/>
                    </a:cubicBezTo>
                    <a:cubicBezTo>
                      <a:pt x="1956721" y="951262"/>
                      <a:pt x="2106549" y="825722"/>
                      <a:pt x="2269045" y="734758"/>
                    </a:cubicBezTo>
                    <a:cubicBezTo>
                      <a:pt x="2359438" y="684181"/>
                      <a:pt x="2452497" y="640556"/>
                      <a:pt x="2534984" y="572738"/>
                    </a:cubicBezTo>
                    <a:cubicBezTo>
                      <a:pt x="2673001" y="459391"/>
                      <a:pt x="2847023" y="191453"/>
                      <a:pt x="2907316" y="0"/>
                    </a:cubicBezTo>
                  </a:path>
                </a:pathLst>
              </a:custGeom>
              <a:noFill/>
              <a:ln w="9525" cap="rnd">
                <a:solidFill>
                  <a:schemeClr val="accent2">
                    <a:alpha val="35000"/>
                  </a:schemeClr>
                </a:solidFill>
                <a:prstDash val="lgDash"/>
                <a:round/>
              </a:ln>
            </p:spPr>
            <p:txBody>
              <a:bodyPr rtlCol="0" anchor="ctr"/>
              <a:lstStyle/>
              <a:p>
                <a:endParaRPr lang="en-US"/>
              </a:p>
            </p:txBody>
          </p:sp>
          <p:sp>
            <p:nvSpPr>
              <p:cNvPr id="255" name="Freeform: Shape 254">
                <a:extLst>
                  <a:ext uri="{FF2B5EF4-FFF2-40B4-BE49-F238E27FC236}">
                    <a16:creationId xmlns:a16="http://schemas.microsoft.com/office/drawing/2014/main" id="{A2E54461-65B3-4F28-9F39-F68AE0C7E03E}"/>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4907946" y="3479100"/>
                <a:ext cx="3168300" cy="1952434"/>
              </a:xfrm>
              <a:custGeom>
                <a:avLst/>
                <a:gdLst>
                  <a:gd name="connsiteX0" fmla="*/ 0 w 3168300"/>
                  <a:gd name="connsiteY0" fmla="*/ 1952435 h 1952434"/>
                  <a:gd name="connsiteX1" fmla="*/ 202121 w 3168300"/>
                  <a:gd name="connsiteY1" fmla="*/ 1687068 h 1952434"/>
                  <a:gd name="connsiteX2" fmla="*/ 545116 w 3168300"/>
                  <a:gd name="connsiteY2" fmla="*/ 1450277 h 1952434"/>
                  <a:gd name="connsiteX3" fmla="*/ 906780 w 3168300"/>
                  <a:gd name="connsiteY3" fmla="*/ 1354455 h 1952434"/>
                  <a:gd name="connsiteX4" fmla="*/ 1332262 w 3168300"/>
                  <a:gd name="connsiteY4" fmla="*/ 1285304 h 1952434"/>
                  <a:gd name="connsiteX5" fmla="*/ 1691259 w 3168300"/>
                  <a:gd name="connsiteY5" fmla="*/ 1240060 h 1952434"/>
                  <a:gd name="connsiteX6" fmla="*/ 2010346 w 3168300"/>
                  <a:gd name="connsiteY6" fmla="*/ 1141667 h 1952434"/>
                  <a:gd name="connsiteX7" fmla="*/ 2393252 w 3168300"/>
                  <a:gd name="connsiteY7" fmla="*/ 1027271 h 1952434"/>
                  <a:gd name="connsiteX8" fmla="*/ 2582037 w 3168300"/>
                  <a:gd name="connsiteY8" fmla="*/ 958120 h 1952434"/>
                  <a:gd name="connsiteX9" fmla="*/ 2760155 w 3168300"/>
                  <a:gd name="connsiteY9" fmla="*/ 827723 h 1952434"/>
                  <a:gd name="connsiteX10" fmla="*/ 2914364 w 3168300"/>
                  <a:gd name="connsiteY10" fmla="*/ 567023 h 1952434"/>
                  <a:gd name="connsiteX11" fmla="*/ 3168301 w 3168300"/>
                  <a:gd name="connsiteY11" fmla="*/ 0 h 195243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3168300" h="1952434">
                    <a:moveTo>
                      <a:pt x="0" y="1952435"/>
                    </a:moveTo>
                    <a:cubicBezTo>
                      <a:pt x="0" y="1952435"/>
                      <a:pt x="91059" y="1796415"/>
                      <a:pt x="202121" y="1687068"/>
                    </a:cubicBezTo>
                    <a:cubicBezTo>
                      <a:pt x="301943" y="1588675"/>
                      <a:pt x="416528" y="1505617"/>
                      <a:pt x="545116" y="1450277"/>
                    </a:cubicBezTo>
                    <a:cubicBezTo>
                      <a:pt x="659987" y="1400747"/>
                      <a:pt x="783622" y="1377601"/>
                      <a:pt x="906780" y="1354455"/>
                    </a:cubicBezTo>
                    <a:cubicBezTo>
                      <a:pt x="1048036" y="1327976"/>
                      <a:pt x="1189482" y="1301972"/>
                      <a:pt x="1332262" y="1285304"/>
                    </a:cubicBezTo>
                    <a:cubicBezTo>
                      <a:pt x="1452182" y="1271302"/>
                      <a:pt x="1573340" y="1265873"/>
                      <a:pt x="1691259" y="1240060"/>
                    </a:cubicBezTo>
                    <a:cubicBezTo>
                      <a:pt x="1800035" y="1216247"/>
                      <a:pt x="1904619" y="1176718"/>
                      <a:pt x="2010346" y="1141667"/>
                    </a:cubicBezTo>
                    <a:cubicBezTo>
                      <a:pt x="2136743" y="1099661"/>
                      <a:pt x="2265902" y="1066229"/>
                      <a:pt x="2393252" y="1027271"/>
                    </a:cubicBezTo>
                    <a:cubicBezTo>
                      <a:pt x="2457450" y="1007650"/>
                      <a:pt x="2521744" y="987552"/>
                      <a:pt x="2582037" y="958120"/>
                    </a:cubicBezTo>
                    <a:cubicBezTo>
                      <a:pt x="2648807" y="925449"/>
                      <a:pt x="2710815" y="883349"/>
                      <a:pt x="2760155" y="827723"/>
                    </a:cubicBezTo>
                    <a:cubicBezTo>
                      <a:pt x="2827496" y="751904"/>
                      <a:pt x="2867978" y="657511"/>
                      <a:pt x="2914364" y="567023"/>
                    </a:cubicBezTo>
                    <a:cubicBezTo>
                      <a:pt x="2972753" y="453200"/>
                      <a:pt x="3119152" y="118015"/>
                      <a:pt x="3168301" y="0"/>
                    </a:cubicBezTo>
                  </a:path>
                </a:pathLst>
              </a:custGeom>
              <a:noFill/>
              <a:ln w="9525" cap="rnd">
                <a:solidFill>
                  <a:schemeClr val="accent2">
                    <a:alpha val="35000"/>
                  </a:schemeClr>
                </a:solidFill>
                <a:prstDash val="lgDash"/>
                <a:round/>
              </a:ln>
            </p:spPr>
            <p:txBody>
              <a:bodyPr rtlCol="0" anchor="ctr"/>
              <a:lstStyle/>
              <a:p>
                <a:endParaRPr lang="en-US"/>
              </a:p>
            </p:txBody>
          </p:sp>
          <p:sp>
            <p:nvSpPr>
              <p:cNvPr id="256" name="Freeform: Shape 255">
                <a:extLst>
                  <a:ext uri="{FF2B5EF4-FFF2-40B4-BE49-F238E27FC236}">
                    <a16:creationId xmlns:a16="http://schemas.microsoft.com/office/drawing/2014/main" id="{542231B2-F2ED-49B7-A9A1-60A0C3A31E1A}"/>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4704778" y="2976752"/>
                <a:ext cx="3356800" cy="2452020"/>
              </a:xfrm>
              <a:custGeom>
                <a:avLst/>
                <a:gdLst>
                  <a:gd name="connsiteX0" fmla="*/ 0 w 3356800"/>
                  <a:gd name="connsiteY0" fmla="*/ 2452021 h 2452020"/>
                  <a:gd name="connsiteX1" fmla="*/ 130874 w 3356800"/>
                  <a:gd name="connsiteY1" fmla="*/ 2247710 h 2452020"/>
                  <a:gd name="connsiteX2" fmla="*/ 437197 w 3356800"/>
                  <a:gd name="connsiteY2" fmla="*/ 1941195 h 2452020"/>
                  <a:gd name="connsiteX3" fmla="*/ 737140 w 3356800"/>
                  <a:gd name="connsiteY3" fmla="*/ 1736884 h 2452020"/>
                  <a:gd name="connsiteX4" fmla="*/ 1031843 w 3356800"/>
                  <a:gd name="connsiteY4" fmla="*/ 1685068 h 2452020"/>
                  <a:gd name="connsiteX5" fmla="*/ 1287304 w 3356800"/>
                  <a:gd name="connsiteY5" fmla="*/ 1655826 h 2452020"/>
                  <a:gd name="connsiteX6" fmla="*/ 1471994 w 3356800"/>
                  <a:gd name="connsiteY6" fmla="*/ 1634300 h 2452020"/>
                  <a:gd name="connsiteX7" fmla="*/ 1898237 w 3356800"/>
                  <a:gd name="connsiteY7" fmla="*/ 1512665 h 2452020"/>
                  <a:gd name="connsiteX8" fmla="*/ 2229136 w 3356800"/>
                  <a:gd name="connsiteY8" fmla="*/ 1355598 h 2452020"/>
                  <a:gd name="connsiteX9" fmla="*/ 2512314 w 3356800"/>
                  <a:gd name="connsiteY9" fmla="*/ 1238631 h 2452020"/>
                  <a:gd name="connsiteX10" fmla="*/ 2758535 w 3356800"/>
                  <a:gd name="connsiteY10" fmla="*/ 1096994 h 2452020"/>
                  <a:gd name="connsiteX11" fmla="*/ 2935510 w 3356800"/>
                  <a:gd name="connsiteY11" fmla="*/ 919925 h 2452020"/>
                  <a:gd name="connsiteX12" fmla="*/ 3081719 w 3356800"/>
                  <a:gd name="connsiteY12" fmla="*/ 687419 h 2452020"/>
                  <a:gd name="connsiteX13" fmla="*/ 3356800 w 3356800"/>
                  <a:gd name="connsiteY13" fmla="*/ 0 h 245202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Lst>
                <a:rect l="l" t="t" r="r" b="b"/>
                <a:pathLst>
                  <a:path w="3356800" h="2452020">
                    <a:moveTo>
                      <a:pt x="0" y="2452021"/>
                    </a:moveTo>
                    <a:cubicBezTo>
                      <a:pt x="0" y="2452021"/>
                      <a:pt x="57150" y="2344198"/>
                      <a:pt x="130874" y="2247710"/>
                    </a:cubicBezTo>
                    <a:cubicBezTo>
                      <a:pt x="218694" y="2132648"/>
                      <a:pt x="328136" y="2036635"/>
                      <a:pt x="437197" y="1941195"/>
                    </a:cubicBezTo>
                    <a:cubicBezTo>
                      <a:pt x="529304" y="1860709"/>
                      <a:pt x="623030" y="1779556"/>
                      <a:pt x="737140" y="1736884"/>
                    </a:cubicBezTo>
                    <a:cubicBezTo>
                      <a:pt x="830866" y="1701736"/>
                      <a:pt x="932021" y="1695450"/>
                      <a:pt x="1031843" y="1685068"/>
                    </a:cubicBezTo>
                    <a:cubicBezTo>
                      <a:pt x="1117092" y="1676210"/>
                      <a:pt x="1202055" y="1665160"/>
                      <a:pt x="1287304" y="1655826"/>
                    </a:cubicBezTo>
                    <a:cubicBezTo>
                      <a:pt x="1348931" y="1649063"/>
                      <a:pt x="1410653" y="1643539"/>
                      <a:pt x="1471994" y="1634300"/>
                    </a:cubicBezTo>
                    <a:cubicBezTo>
                      <a:pt x="1618679" y="1612011"/>
                      <a:pt x="1761935" y="1571149"/>
                      <a:pt x="1898237" y="1512665"/>
                    </a:cubicBezTo>
                    <a:cubicBezTo>
                      <a:pt x="2010442" y="1464564"/>
                      <a:pt x="2117503" y="1405128"/>
                      <a:pt x="2229136" y="1355598"/>
                    </a:cubicBezTo>
                    <a:cubicBezTo>
                      <a:pt x="2322481" y="1314164"/>
                      <a:pt x="2418969" y="1280160"/>
                      <a:pt x="2512314" y="1238631"/>
                    </a:cubicBezTo>
                    <a:cubicBezTo>
                      <a:pt x="2599087" y="1199960"/>
                      <a:pt x="2683193" y="1154811"/>
                      <a:pt x="2758535" y="1096994"/>
                    </a:cubicBezTo>
                    <a:cubicBezTo>
                      <a:pt x="2825020" y="1046035"/>
                      <a:pt x="2883789" y="985837"/>
                      <a:pt x="2935510" y="919925"/>
                    </a:cubicBezTo>
                    <a:cubicBezTo>
                      <a:pt x="2992184" y="847725"/>
                      <a:pt x="3039904" y="769144"/>
                      <a:pt x="3081719" y="687419"/>
                    </a:cubicBezTo>
                    <a:cubicBezTo>
                      <a:pt x="3138297" y="576739"/>
                      <a:pt x="3314129" y="116776"/>
                      <a:pt x="3356800" y="0"/>
                    </a:cubicBezTo>
                  </a:path>
                </a:pathLst>
              </a:custGeom>
              <a:noFill/>
              <a:ln w="9525" cap="rnd">
                <a:solidFill>
                  <a:schemeClr val="accent2">
                    <a:alpha val="35000"/>
                  </a:schemeClr>
                </a:solidFill>
                <a:prstDash val="lgDash"/>
                <a:round/>
              </a:ln>
            </p:spPr>
            <p:txBody>
              <a:bodyPr rtlCol="0" anchor="ctr"/>
              <a:lstStyle/>
              <a:p>
                <a:endParaRPr lang="en-US"/>
              </a:p>
            </p:txBody>
          </p:sp>
        </p:grpSp>
        <p:sp>
          <p:nvSpPr>
            <p:cNvPr id="249" name="Freeform: Shape 248">
              <a:extLst>
                <a:ext uri="{FF2B5EF4-FFF2-40B4-BE49-F238E27FC236}">
                  <a16:creationId xmlns:a16="http://schemas.microsoft.com/office/drawing/2014/main" id="{7A628F82-CF87-44D1-A6D8-8C000BFE6346}"/>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7980400" y="5197178"/>
              <a:ext cx="4211600" cy="1660822"/>
            </a:xfrm>
            <a:custGeom>
              <a:avLst/>
              <a:gdLst>
                <a:gd name="connsiteX0" fmla="*/ 4211600 w 4211600"/>
                <a:gd name="connsiteY0" fmla="*/ 0 h 1660822"/>
                <a:gd name="connsiteX1" fmla="*/ 4211600 w 4211600"/>
                <a:gd name="connsiteY1" fmla="*/ 58430 h 1660822"/>
                <a:gd name="connsiteX2" fmla="*/ 4136524 w 4211600"/>
                <a:gd name="connsiteY2" fmla="*/ 208808 h 1660822"/>
                <a:gd name="connsiteX3" fmla="*/ 3973354 w 4211600"/>
                <a:gd name="connsiteY3" fmla="*/ 437313 h 1660822"/>
                <a:gd name="connsiteX4" fmla="*/ 3884746 w 4211600"/>
                <a:gd name="connsiteY4" fmla="*/ 553613 h 1660822"/>
                <a:gd name="connsiteX5" fmla="*/ 3849435 w 4211600"/>
                <a:gd name="connsiteY5" fmla="*/ 603143 h 1660822"/>
                <a:gd name="connsiteX6" fmla="*/ 3661849 w 4211600"/>
                <a:gd name="connsiteY6" fmla="*/ 819075 h 1660822"/>
                <a:gd name="connsiteX7" fmla="*/ 3402589 w 4211600"/>
                <a:gd name="connsiteY7" fmla="*/ 952996 h 1660822"/>
                <a:gd name="connsiteX8" fmla="*/ 3130202 w 4211600"/>
                <a:gd name="connsiteY8" fmla="*/ 1023386 h 1660822"/>
                <a:gd name="connsiteX9" fmla="*/ 2914657 w 4211600"/>
                <a:gd name="connsiteY9" fmla="*/ 1068058 h 1660822"/>
                <a:gd name="connsiteX10" fmla="*/ 2582149 w 4211600"/>
                <a:gd name="connsiteY10" fmla="*/ 1138924 h 1660822"/>
                <a:gd name="connsiteX11" fmla="*/ 2483958 w 4211600"/>
                <a:gd name="connsiteY11" fmla="*/ 1162356 h 1660822"/>
                <a:gd name="connsiteX12" fmla="*/ 2123750 w 4211600"/>
                <a:gd name="connsiteY12" fmla="*/ 1238651 h 1660822"/>
                <a:gd name="connsiteX13" fmla="*/ 1761444 w 4211600"/>
                <a:gd name="connsiteY13" fmla="*/ 1273417 h 1660822"/>
                <a:gd name="connsiteX14" fmla="*/ 1608382 w 4211600"/>
                <a:gd name="connsiteY14" fmla="*/ 1284466 h 1660822"/>
                <a:gd name="connsiteX15" fmla="*/ 999942 w 4211600"/>
                <a:gd name="connsiteY15" fmla="*/ 1354284 h 1660822"/>
                <a:gd name="connsiteX16" fmla="*/ 484705 w 4211600"/>
                <a:gd name="connsiteY16" fmla="*/ 1450487 h 1660822"/>
                <a:gd name="connsiteX17" fmla="*/ 113310 w 4211600"/>
                <a:gd name="connsiteY17" fmla="*/ 1613700 h 1660822"/>
                <a:gd name="connsiteX18" fmla="*/ 39668 w 4211600"/>
                <a:gd name="connsiteY18" fmla="*/ 1660822 h 1660822"/>
                <a:gd name="connsiteX19" fmla="*/ 0 w 4211600"/>
                <a:gd name="connsiteY19" fmla="*/ 1660822 h 1660822"/>
                <a:gd name="connsiteX20" fmla="*/ 96701 w 4211600"/>
                <a:gd name="connsiteY20" fmla="*/ 1598934 h 1660822"/>
                <a:gd name="connsiteX21" fmla="*/ 474335 w 4211600"/>
                <a:gd name="connsiteY21" fmla="*/ 1433056 h 1660822"/>
                <a:gd name="connsiteX22" fmla="*/ 994299 w 4211600"/>
                <a:gd name="connsiteY22" fmla="*/ 1335806 h 1660822"/>
                <a:gd name="connsiteX23" fmla="*/ 1605231 w 4211600"/>
                <a:gd name="connsiteY23" fmla="*/ 1265702 h 1660822"/>
                <a:gd name="connsiteX24" fmla="*/ 1758819 w 4211600"/>
                <a:gd name="connsiteY24" fmla="*/ 1254558 h 1660822"/>
                <a:gd name="connsiteX25" fmla="*/ 2118106 w 4211600"/>
                <a:gd name="connsiteY25" fmla="*/ 1220077 h 1660822"/>
                <a:gd name="connsiteX26" fmla="*/ 2475557 w 4211600"/>
                <a:gd name="connsiteY26" fmla="*/ 1144353 h 1660822"/>
                <a:gd name="connsiteX27" fmla="*/ 2573878 w 4211600"/>
                <a:gd name="connsiteY27" fmla="*/ 1120827 h 1660822"/>
                <a:gd name="connsiteX28" fmla="*/ 2907437 w 4211600"/>
                <a:gd name="connsiteY28" fmla="*/ 1049675 h 1660822"/>
                <a:gd name="connsiteX29" fmla="*/ 3122589 w 4211600"/>
                <a:gd name="connsiteY29" fmla="*/ 1005098 h 1660822"/>
                <a:gd name="connsiteX30" fmla="*/ 3391169 w 4211600"/>
                <a:gd name="connsiteY30" fmla="*/ 935756 h 1660822"/>
                <a:gd name="connsiteX31" fmla="*/ 3642290 w 4211600"/>
                <a:gd name="connsiteY31" fmla="*/ 806216 h 1660822"/>
                <a:gd name="connsiteX32" fmla="*/ 3825937 w 4211600"/>
                <a:gd name="connsiteY32" fmla="*/ 594475 h 1660822"/>
                <a:gd name="connsiteX33" fmla="*/ 3861381 w 4211600"/>
                <a:gd name="connsiteY33" fmla="*/ 544755 h 1660822"/>
                <a:gd name="connsiteX34" fmla="*/ 3950381 w 4211600"/>
                <a:gd name="connsiteY34" fmla="*/ 427978 h 1660822"/>
                <a:gd name="connsiteX35" fmla="*/ 4112370 w 4211600"/>
                <a:gd name="connsiteY35" fmla="*/ 201378 h 1660822"/>
                <a:gd name="connsiteX36" fmla="*/ 4195989 w 4211600"/>
                <a:gd name="connsiteY36" fmla="*/ 33834 h 166082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Lst>
              <a:rect l="l" t="t" r="r" b="b"/>
              <a:pathLst>
                <a:path w="4211600" h="1660822">
                  <a:moveTo>
                    <a:pt x="4211600" y="0"/>
                  </a:moveTo>
                  <a:lnTo>
                    <a:pt x="4211600" y="58430"/>
                  </a:lnTo>
                  <a:lnTo>
                    <a:pt x="4136524" y="208808"/>
                  </a:lnTo>
                  <a:cubicBezTo>
                    <a:pt x="4089791" y="287770"/>
                    <a:pt x="4030588" y="363780"/>
                    <a:pt x="3973354" y="437313"/>
                  </a:cubicBezTo>
                  <a:cubicBezTo>
                    <a:pt x="3943819" y="475222"/>
                    <a:pt x="3913231" y="514465"/>
                    <a:pt x="3884746" y="553613"/>
                  </a:cubicBezTo>
                  <a:cubicBezTo>
                    <a:pt x="3872801" y="569996"/>
                    <a:pt x="3861119" y="586569"/>
                    <a:pt x="3849435" y="603143"/>
                  </a:cubicBezTo>
                  <a:cubicBezTo>
                    <a:pt x="3796665" y="678009"/>
                    <a:pt x="3742187" y="755352"/>
                    <a:pt x="3661849" y="819075"/>
                  </a:cubicBezTo>
                  <a:cubicBezTo>
                    <a:pt x="3596214" y="871176"/>
                    <a:pt x="3509050" y="916230"/>
                    <a:pt x="3402589" y="952996"/>
                  </a:cubicBezTo>
                  <a:cubicBezTo>
                    <a:pt x="3312406" y="984048"/>
                    <a:pt x="3215660" y="1005003"/>
                    <a:pt x="3130202" y="1023386"/>
                  </a:cubicBezTo>
                  <a:cubicBezTo>
                    <a:pt x="3058529" y="1038816"/>
                    <a:pt x="2985412" y="1053675"/>
                    <a:pt x="2914657" y="1068058"/>
                  </a:cubicBezTo>
                  <a:cubicBezTo>
                    <a:pt x="2805176" y="1090251"/>
                    <a:pt x="2692021" y="1113207"/>
                    <a:pt x="2582149" y="1138924"/>
                  </a:cubicBezTo>
                  <a:cubicBezTo>
                    <a:pt x="2549330" y="1146639"/>
                    <a:pt x="2516644" y="1154450"/>
                    <a:pt x="2483958" y="1162356"/>
                  </a:cubicBezTo>
                  <a:cubicBezTo>
                    <a:pt x="2367257" y="1190550"/>
                    <a:pt x="2246621" y="1219601"/>
                    <a:pt x="2123750" y="1238651"/>
                  </a:cubicBezTo>
                  <a:cubicBezTo>
                    <a:pt x="2004294" y="1257129"/>
                    <a:pt x="1880769" y="1265416"/>
                    <a:pt x="1761444" y="1273417"/>
                  </a:cubicBezTo>
                  <a:cubicBezTo>
                    <a:pt x="1711167" y="1276751"/>
                    <a:pt x="1659184" y="1280275"/>
                    <a:pt x="1608382" y="1284466"/>
                  </a:cubicBezTo>
                  <a:cubicBezTo>
                    <a:pt x="1408589" y="1300944"/>
                    <a:pt x="1214570" y="1325805"/>
                    <a:pt x="999942" y="1354284"/>
                  </a:cubicBezTo>
                  <a:cubicBezTo>
                    <a:pt x="826403" y="1377240"/>
                    <a:pt x="647744" y="1400957"/>
                    <a:pt x="484705" y="1450487"/>
                  </a:cubicBezTo>
                  <a:cubicBezTo>
                    <a:pt x="355831" y="1489635"/>
                    <a:pt x="231387" y="1544374"/>
                    <a:pt x="113310" y="1613700"/>
                  </a:cubicBezTo>
                  <a:lnTo>
                    <a:pt x="39668" y="1660822"/>
                  </a:lnTo>
                  <a:lnTo>
                    <a:pt x="0" y="1660822"/>
                  </a:lnTo>
                  <a:lnTo>
                    <a:pt x="96701" y="1598934"/>
                  </a:lnTo>
                  <a:cubicBezTo>
                    <a:pt x="216635" y="1528533"/>
                    <a:pt x="343196" y="1472919"/>
                    <a:pt x="474335" y="1433056"/>
                  </a:cubicBezTo>
                  <a:cubicBezTo>
                    <a:pt x="639999" y="1382669"/>
                    <a:pt x="820102" y="1358856"/>
                    <a:pt x="994299" y="1335806"/>
                  </a:cubicBezTo>
                  <a:cubicBezTo>
                    <a:pt x="1210239" y="1307231"/>
                    <a:pt x="1404650" y="1282275"/>
                    <a:pt x="1605231" y="1265702"/>
                  </a:cubicBezTo>
                  <a:cubicBezTo>
                    <a:pt x="1656428" y="1261511"/>
                    <a:pt x="1708411" y="1257987"/>
                    <a:pt x="1758819" y="1254558"/>
                  </a:cubicBezTo>
                  <a:cubicBezTo>
                    <a:pt x="1877487" y="1246557"/>
                    <a:pt x="2000094" y="1238365"/>
                    <a:pt x="2118106" y="1220077"/>
                  </a:cubicBezTo>
                  <a:cubicBezTo>
                    <a:pt x="2239531" y="1201313"/>
                    <a:pt x="2359513" y="1172357"/>
                    <a:pt x="2475557" y="1144353"/>
                  </a:cubicBezTo>
                  <a:cubicBezTo>
                    <a:pt x="2508243" y="1136448"/>
                    <a:pt x="2541060" y="1128542"/>
                    <a:pt x="2573878" y="1120827"/>
                  </a:cubicBezTo>
                  <a:cubicBezTo>
                    <a:pt x="2684276" y="1094919"/>
                    <a:pt x="2797694" y="1071963"/>
                    <a:pt x="2907437" y="1049675"/>
                  </a:cubicBezTo>
                  <a:cubicBezTo>
                    <a:pt x="2978061" y="1035387"/>
                    <a:pt x="3051178" y="1020528"/>
                    <a:pt x="3122589" y="1005098"/>
                  </a:cubicBezTo>
                  <a:cubicBezTo>
                    <a:pt x="3206997" y="986810"/>
                    <a:pt x="3302823" y="966141"/>
                    <a:pt x="3391169" y="935756"/>
                  </a:cubicBezTo>
                  <a:cubicBezTo>
                    <a:pt x="3494479" y="900132"/>
                    <a:pt x="3578886" y="856508"/>
                    <a:pt x="3642290" y="806216"/>
                  </a:cubicBezTo>
                  <a:cubicBezTo>
                    <a:pt x="3720133" y="744303"/>
                    <a:pt x="3773953" y="668103"/>
                    <a:pt x="3825937" y="594475"/>
                  </a:cubicBezTo>
                  <a:cubicBezTo>
                    <a:pt x="3837621" y="577902"/>
                    <a:pt x="3849435" y="561233"/>
                    <a:pt x="3861381" y="544755"/>
                  </a:cubicBezTo>
                  <a:cubicBezTo>
                    <a:pt x="3889997" y="505416"/>
                    <a:pt x="3920715" y="465983"/>
                    <a:pt x="3950381" y="427978"/>
                  </a:cubicBezTo>
                  <a:cubicBezTo>
                    <a:pt x="4007353" y="354921"/>
                    <a:pt x="4066163" y="279388"/>
                    <a:pt x="4112370" y="201378"/>
                  </a:cubicBezTo>
                  <a:cubicBezTo>
                    <a:pt x="4144662" y="146800"/>
                    <a:pt x="4170785" y="89364"/>
                    <a:pt x="4195989" y="33834"/>
                  </a:cubicBezTo>
                  <a:close/>
                </a:path>
              </a:pathLst>
            </a:cu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a:p>
          </p:txBody>
        </p:sp>
      </p:grpSp>
    </p:spTree>
    <p:extLst>
      <p:ext uri="{BB962C8B-B14F-4D97-AF65-F5344CB8AC3E}">
        <p14:creationId xmlns:p14="http://schemas.microsoft.com/office/powerpoint/2010/main" val="2287826663"/>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118" name="Rectangle 117">
            <a:extLst>
              <a:ext uri="{FF2B5EF4-FFF2-40B4-BE49-F238E27FC236}">
                <a16:creationId xmlns:a16="http://schemas.microsoft.com/office/drawing/2014/main" id="{8651CFA9-6065-4243-AC48-858E359780B1}"/>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88952" cy="6858000"/>
          </a:xfrm>
          <a:prstGeom prst="rect">
            <a:avLst/>
          </a:prstGeom>
          <a:ln>
            <a:solidFill>
              <a:schemeClr val="bg1">
                <a:lumMod val="9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solidFill>
                <a:schemeClr val="tx1">
                  <a:lumMod val="65000"/>
                  <a:lumOff val="35000"/>
                </a:schemeClr>
              </a:solidFill>
              <a:latin typeface="AvenirNext LT Pro Medium" panose="020B0504020202020204" pitchFamily="34" charset="0"/>
            </a:endParaRPr>
          </a:p>
        </p:txBody>
      </p:sp>
      <p:sp>
        <p:nvSpPr>
          <p:cNvPr id="120" name="Rectangle 119">
            <a:extLst>
              <a:ext uri="{FF2B5EF4-FFF2-40B4-BE49-F238E27FC236}">
                <a16:creationId xmlns:a16="http://schemas.microsoft.com/office/drawing/2014/main" id="{FBFC6891-CBA5-427E-98AC-BF56BB033089}"/>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88952" cy="6858000"/>
          </a:xfrm>
          <a:prstGeom prst="rect">
            <a:avLst/>
          </a:prstGeom>
          <a:solidFill>
            <a:schemeClr val="bg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solidFill>
                <a:schemeClr val="tx1">
                  <a:lumMod val="65000"/>
                  <a:lumOff val="35000"/>
                </a:schemeClr>
              </a:solidFill>
              <a:latin typeface="AvenirNext LT Pro Medium" panose="020B0504020202020204" pitchFamily="34" charset="0"/>
            </a:endParaRPr>
          </a:p>
        </p:txBody>
      </p:sp>
      <p:sp>
        <p:nvSpPr>
          <p:cNvPr id="2" name="Title 1">
            <a:extLst>
              <a:ext uri="{FF2B5EF4-FFF2-40B4-BE49-F238E27FC236}">
                <a16:creationId xmlns:a16="http://schemas.microsoft.com/office/drawing/2014/main" id="{13F4CA59-6EE2-58D2-F5F0-8A986AF5F8C8}"/>
              </a:ext>
            </a:extLst>
          </p:cNvPr>
          <p:cNvSpPr>
            <a:spLocks noGrp="1"/>
          </p:cNvSpPr>
          <p:nvPr>
            <p:ph type="title"/>
          </p:nvPr>
        </p:nvSpPr>
        <p:spPr>
          <a:xfrm>
            <a:off x="1198181" y="4078540"/>
            <a:ext cx="4795282" cy="2040973"/>
          </a:xfrm>
        </p:spPr>
        <p:txBody>
          <a:bodyPr anchor="ctr">
            <a:normAutofit/>
          </a:bodyPr>
          <a:lstStyle/>
          <a:p>
            <a:pPr>
              <a:lnSpc>
                <a:spcPct val="90000"/>
              </a:lnSpc>
            </a:pPr>
            <a:r>
              <a:rPr lang="en-US"/>
              <a:t>Our Approach – Results of Simulation</a:t>
            </a:r>
          </a:p>
        </p:txBody>
      </p:sp>
      <p:grpSp>
        <p:nvGrpSpPr>
          <p:cNvPr id="122" name="Bottom Right">
            <a:extLst>
              <a:ext uri="{FF2B5EF4-FFF2-40B4-BE49-F238E27FC236}">
                <a16:creationId xmlns:a16="http://schemas.microsoft.com/office/drawing/2014/main" id="{D817ADB7-00E6-482F-BD8B-6813268266F1}"/>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7980400" y="3276601"/>
            <a:ext cx="4211600" cy="3581399"/>
            <a:chOff x="7980400" y="3276601"/>
            <a:chExt cx="4211600" cy="3581399"/>
          </a:xfrm>
        </p:grpSpPr>
        <p:sp>
          <p:nvSpPr>
            <p:cNvPr id="123" name="Freeform: Shape 122">
              <a:extLst>
                <a:ext uri="{FF2B5EF4-FFF2-40B4-BE49-F238E27FC236}">
                  <a16:creationId xmlns:a16="http://schemas.microsoft.com/office/drawing/2014/main" id="{DF71969E-EB0C-4011-A721-C46857925D91}"/>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10439256" y="6178637"/>
              <a:ext cx="1482102" cy="679363"/>
            </a:xfrm>
            <a:custGeom>
              <a:avLst/>
              <a:gdLst>
                <a:gd name="connsiteX0" fmla="*/ 741051 w 1482102"/>
                <a:gd name="connsiteY0" fmla="*/ 0 h 679363"/>
                <a:gd name="connsiteX1" fmla="*/ 1473822 w 1482102"/>
                <a:gd name="connsiteY1" fmla="*/ 597226 h 679363"/>
                <a:gd name="connsiteX2" fmla="*/ 1482102 w 1482102"/>
                <a:gd name="connsiteY2" fmla="*/ 679363 h 679363"/>
                <a:gd name="connsiteX3" fmla="*/ 0 w 1482102"/>
                <a:gd name="connsiteY3" fmla="*/ 679363 h 679363"/>
                <a:gd name="connsiteX4" fmla="*/ 8280 w 1482102"/>
                <a:gd name="connsiteY4" fmla="*/ 597226 h 679363"/>
                <a:gd name="connsiteX5" fmla="*/ 741051 w 1482102"/>
                <a:gd name="connsiteY5" fmla="*/ 0 h 67936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1482102" h="679363">
                  <a:moveTo>
                    <a:pt x="741051" y="0"/>
                  </a:moveTo>
                  <a:cubicBezTo>
                    <a:pt x="1102506" y="0"/>
                    <a:pt x="1404077" y="256390"/>
                    <a:pt x="1473822" y="597226"/>
                  </a:cubicBezTo>
                  <a:lnTo>
                    <a:pt x="1482102" y="679363"/>
                  </a:lnTo>
                  <a:lnTo>
                    <a:pt x="0" y="679363"/>
                  </a:lnTo>
                  <a:lnTo>
                    <a:pt x="8280" y="597226"/>
                  </a:lnTo>
                  <a:cubicBezTo>
                    <a:pt x="78025" y="256390"/>
                    <a:pt x="379596" y="0"/>
                    <a:pt x="741051" y="0"/>
                  </a:cubicBezTo>
                  <a:close/>
                </a:path>
              </a:pathLst>
            </a:cu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dirty="0">
                <a:solidFill>
                  <a:schemeClr val="tx1">
                    <a:lumMod val="65000"/>
                    <a:lumOff val="35000"/>
                  </a:schemeClr>
                </a:solidFill>
                <a:latin typeface="AvenirNext LT Pro Medium" panose="020B0504020202020204" pitchFamily="34" charset="0"/>
              </a:endParaRPr>
            </a:p>
          </p:txBody>
        </p:sp>
        <p:grpSp>
          <p:nvGrpSpPr>
            <p:cNvPr id="124" name="Graphic 157">
              <a:extLst>
                <a:ext uri="{FF2B5EF4-FFF2-40B4-BE49-F238E27FC236}">
                  <a16:creationId xmlns:a16="http://schemas.microsoft.com/office/drawing/2014/main" id="{0C06B9B3-A426-4BDD-BA45-9C5F6A44154E}"/>
                </a:ext>
                <a:ext uri="{C183D7F6-B498-43B3-948B-1728B52AA6E4}">
                  <adec:decorative xmlns:adec="http://schemas.microsoft.com/office/drawing/2017/decorative" val="1"/>
                </a:ext>
              </a:extLst>
            </p:cNvPr>
            <p:cNvGrpSpPr/>
            <p:nvPr>
              <p:extLst>
                <p:ext uri="{386F3935-93C4-4BCD-93E2-E3B085C9AB24}">
                  <p16:designElem xmlns:p16="http://schemas.microsoft.com/office/powerpoint/2015/main" val="1"/>
                </p:ext>
              </p:extLst>
            </p:nvPr>
          </p:nvGrpSpPr>
          <p:grpSpPr>
            <a:xfrm>
              <a:off x="8662740" y="3276601"/>
              <a:ext cx="3529260" cy="3581398"/>
              <a:chOff x="4114800" y="1423987"/>
              <a:chExt cx="3961542" cy="4007547"/>
            </a:xfrm>
            <a:noFill/>
          </p:grpSpPr>
          <p:sp>
            <p:nvSpPr>
              <p:cNvPr id="126" name="Freeform: Shape 125">
                <a:extLst>
                  <a:ext uri="{FF2B5EF4-FFF2-40B4-BE49-F238E27FC236}">
                    <a16:creationId xmlns:a16="http://schemas.microsoft.com/office/drawing/2014/main" id="{E8BAA882-64C3-4E36-828C-E2034D999A03}"/>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4114800" y="1423987"/>
                <a:ext cx="3946874" cy="3989641"/>
              </a:xfrm>
              <a:custGeom>
                <a:avLst/>
                <a:gdLst>
                  <a:gd name="connsiteX0" fmla="*/ 0 w 3946874"/>
                  <a:gd name="connsiteY0" fmla="*/ 3989641 h 3989641"/>
                  <a:gd name="connsiteX1" fmla="*/ 79439 w 3946874"/>
                  <a:gd name="connsiteY1" fmla="*/ 3891153 h 3989641"/>
                  <a:gd name="connsiteX2" fmla="*/ 297371 w 3946874"/>
                  <a:gd name="connsiteY2" fmla="*/ 3626930 h 3989641"/>
                  <a:gd name="connsiteX3" fmla="*/ 454343 w 3946874"/>
                  <a:gd name="connsiteY3" fmla="*/ 3440335 h 3989641"/>
                  <a:gd name="connsiteX4" fmla="*/ 622363 w 3946874"/>
                  <a:gd name="connsiteY4" fmla="*/ 3290697 h 3989641"/>
                  <a:gd name="connsiteX5" fmla="*/ 927068 w 3946874"/>
                  <a:gd name="connsiteY5" fmla="*/ 3087434 h 3989641"/>
                  <a:gd name="connsiteX6" fmla="*/ 1176338 w 3946874"/>
                  <a:gd name="connsiteY6" fmla="*/ 2915603 h 3989641"/>
                  <a:gd name="connsiteX7" fmla="*/ 1394270 w 3946874"/>
                  <a:gd name="connsiteY7" fmla="*/ 2780729 h 3989641"/>
                  <a:gd name="connsiteX8" fmla="*/ 1601057 w 3946874"/>
                  <a:gd name="connsiteY8" fmla="*/ 2723483 h 3989641"/>
                  <a:gd name="connsiteX9" fmla="*/ 1756220 w 3946874"/>
                  <a:gd name="connsiteY9" fmla="*/ 2743772 h 3989641"/>
                  <a:gd name="connsiteX10" fmla="*/ 1889189 w 3946874"/>
                  <a:gd name="connsiteY10" fmla="*/ 2765965 h 3989641"/>
                  <a:gd name="connsiteX11" fmla="*/ 2007394 w 3946874"/>
                  <a:gd name="connsiteY11" fmla="*/ 2765965 h 3989641"/>
                  <a:gd name="connsiteX12" fmla="*/ 2184654 w 3946874"/>
                  <a:gd name="connsiteY12" fmla="*/ 2671763 h 3989641"/>
                  <a:gd name="connsiteX13" fmla="*/ 2372773 w 3946874"/>
                  <a:gd name="connsiteY13" fmla="*/ 2538984 h 3989641"/>
                  <a:gd name="connsiteX14" fmla="*/ 2439543 w 3946874"/>
                  <a:gd name="connsiteY14" fmla="*/ 2510504 h 3989641"/>
                  <a:gd name="connsiteX15" fmla="*/ 2650617 w 3946874"/>
                  <a:gd name="connsiteY15" fmla="*/ 2434781 h 3989641"/>
                  <a:gd name="connsiteX16" fmla="*/ 2785110 w 3946874"/>
                  <a:gd name="connsiteY16" fmla="*/ 2383060 h 3989641"/>
                  <a:gd name="connsiteX17" fmla="*/ 2897315 w 3946874"/>
                  <a:gd name="connsiteY17" fmla="*/ 2318861 h 3989641"/>
                  <a:gd name="connsiteX18" fmla="*/ 2997994 w 3946874"/>
                  <a:gd name="connsiteY18" fmla="*/ 2226183 h 3989641"/>
                  <a:gd name="connsiteX19" fmla="*/ 3061240 w 3946874"/>
                  <a:gd name="connsiteY19" fmla="*/ 2141506 h 3989641"/>
                  <a:gd name="connsiteX20" fmla="*/ 3152108 w 3946874"/>
                  <a:gd name="connsiteY20" fmla="*/ 2005203 h 3989641"/>
                  <a:gd name="connsiteX21" fmla="*/ 3274124 w 3946874"/>
                  <a:gd name="connsiteY21" fmla="*/ 1871567 h 3989641"/>
                  <a:gd name="connsiteX22" fmla="*/ 3388138 w 3946874"/>
                  <a:gd name="connsiteY22" fmla="*/ 1770888 h 3989641"/>
                  <a:gd name="connsiteX23" fmla="*/ 3466529 w 3946874"/>
                  <a:gd name="connsiteY23" fmla="*/ 1679162 h 3989641"/>
                  <a:gd name="connsiteX24" fmla="*/ 3538633 w 3946874"/>
                  <a:gd name="connsiteY24" fmla="*/ 1551718 h 3989641"/>
                  <a:gd name="connsiteX25" fmla="*/ 3588544 w 3946874"/>
                  <a:gd name="connsiteY25" fmla="*/ 1376172 h 3989641"/>
                  <a:gd name="connsiteX26" fmla="*/ 3597402 w 3946874"/>
                  <a:gd name="connsiteY26" fmla="*/ 1293305 h 3989641"/>
                  <a:gd name="connsiteX27" fmla="*/ 3721227 w 3946874"/>
                  <a:gd name="connsiteY27" fmla="*/ 880491 h 3989641"/>
                  <a:gd name="connsiteX28" fmla="*/ 3761137 w 3946874"/>
                  <a:gd name="connsiteY28" fmla="*/ 463677 h 3989641"/>
                  <a:gd name="connsiteX29" fmla="*/ 3946874 w 3946874"/>
                  <a:gd name="connsiteY29" fmla="*/ 0 h 398964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Lst>
                <a:rect l="l" t="t" r="r" b="b"/>
                <a:pathLst>
                  <a:path w="3946874" h="3989641">
                    <a:moveTo>
                      <a:pt x="0" y="3989641"/>
                    </a:moveTo>
                    <a:cubicBezTo>
                      <a:pt x="19050" y="3957257"/>
                      <a:pt x="50959" y="3916013"/>
                      <a:pt x="79439" y="3891153"/>
                    </a:cubicBezTo>
                    <a:cubicBezTo>
                      <a:pt x="165544" y="3815906"/>
                      <a:pt x="227933" y="3717989"/>
                      <a:pt x="297371" y="3626930"/>
                    </a:cubicBezTo>
                    <a:cubicBezTo>
                      <a:pt x="346615" y="3562255"/>
                      <a:pt x="398050" y="3499009"/>
                      <a:pt x="454343" y="3440335"/>
                    </a:cubicBezTo>
                    <a:cubicBezTo>
                      <a:pt x="506349" y="3386042"/>
                      <a:pt x="562642" y="3336227"/>
                      <a:pt x="622363" y="3290697"/>
                    </a:cubicBezTo>
                    <a:cubicBezTo>
                      <a:pt x="719519" y="3216688"/>
                      <a:pt x="824960" y="3154585"/>
                      <a:pt x="927068" y="3087434"/>
                    </a:cubicBezTo>
                    <a:cubicBezTo>
                      <a:pt x="1011365" y="3031998"/>
                      <a:pt x="1093565" y="2973324"/>
                      <a:pt x="1176338" y="2915603"/>
                    </a:cubicBezTo>
                    <a:cubicBezTo>
                      <a:pt x="1246537" y="2866644"/>
                      <a:pt x="1317308" y="2818066"/>
                      <a:pt x="1394270" y="2780729"/>
                    </a:cubicBezTo>
                    <a:cubicBezTo>
                      <a:pt x="1459421" y="2749106"/>
                      <a:pt x="1528763" y="2724436"/>
                      <a:pt x="1601057" y="2723483"/>
                    </a:cubicBezTo>
                    <a:cubicBezTo>
                      <a:pt x="1653350" y="2722721"/>
                      <a:pt x="1704785" y="2733485"/>
                      <a:pt x="1756220" y="2743772"/>
                    </a:cubicBezTo>
                    <a:cubicBezTo>
                      <a:pt x="1800320" y="2752630"/>
                      <a:pt x="1844612" y="2760250"/>
                      <a:pt x="1889189" y="2765965"/>
                    </a:cubicBezTo>
                    <a:cubicBezTo>
                      <a:pt x="1928622" y="2771013"/>
                      <a:pt x="1968437" y="2773299"/>
                      <a:pt x="2007394" y="2765965"/>
                    </a:cubicBezTo>
                    <a:cubicBezTo>
                      <a:pt x="2073878" y="2753487"/>
                      <a:pt x="2130647" y="2712911"/>
                      <a:pt x="2184654" y="2671763"/>
                    </a:cubicBezTo>
                    <a:cubicBezTo>
                      <a:pt x="2245900" y="2625090"/>
                      <a:pt x="2304002" y="2573465"/>
                      <a:pt x="2372773" y="2538984"/>
                    </a:cubicBezTo>
                    <a:cubicBezTo>
                      <a:pt x="2394395" y="2528126"/>
                      <a:pt x="2416874" y="2518982"/>
                      <a:pt x="2439543" y="2510504"/>
                    </a:cubicBezTo>
                    <a:cubicBezTo>
                      <a:pt x="2509552" y="2484215"/>
                      <a:pt x="2580037" y="2459450"/>
                      <a:pt x="2650617" y="2434781"/>
                    </a:cubicBezTo>
                    <a:cubicBezTo>
                      <a:pt x="2695956" y="2418874"/>
                      <a:pt x="2741295" y="2402872"/>
                      <a:pt x="2785110" y="2383060"/>
                    </a:cubicBezTo>
                    <a:cubicBezTo>
                      <a:pt x="2824448" y="2365248"/>
                      <a:pt x="2862358" y="2344198"/>
                      <a:pt x="2897315" y="2318861"/>
                    </a:cubicBezTo>
                    <a:cubicBezTo>
                      <a:pt x="2934367" y="2292096"/>
                      <a:pt x="2968085" y="2260854"/>
                      <a:pt x="2997994" y="2226183"/>
                    </a:cubicBezTo>
                    <a:cubicBezTo>
                      <a:pt x="3020949" y="2199513"/>
                      <a:pt x="3041714" y="2170938"/>
                      <a:pt x="3061240" y="2141506"/>
                    </a:cubicBezTo>
                    <a:cubicBezTo>
                      <a:pt x="3091529" y="2095976"/>
                      <a:pt x="3119533" y="2049018"/>
                      <a:pt x="3152108" y="2005203"/>
                    </a:cubicBezTo>
                    <a:cubicBezTo>
                      <a:pt x="3188113" y="1956626"/>
                      <a:pt x="3229261" y="1912144"/>
                      <a:pt x="3274124" y="1871567"/>
                    </a:cubicBezTo>
                    <a:cubicBezTo>
                      <a:pt x="3311747" y="1837563"/>
                      <a:pt x="3351848" y="1806321"/>
                      <a:pt x="3388138" y="1770888"/>
                    </a:cubicBezTo>
                    <a:cubicBezTo>
                      <a:pt x="3416999" y="1742694"/>
                      <a:pt x="3443002" y="1711833"/>
                      <a:pt x="3466529" y="1679162"/>
                    </a:cubicBezTo>
                    <a:cubicBezTo>
                      <a:pt x="3495008" y="1639348"/>
                      <a:pt x="3519392" y="1596771"/>
                      <a:pt x="3538633" y="1551718"/>
                    </a:cubicBezTo>
                    <a:cubicBezTo>
                      <a:pt x="3562731" y="1495616"/>
                      <a:pt x="3578924" y="1436465"/>
                      <a:pt x="3588544" y="1376172"/>
                    </a:cubicBezTo>
                    <a:cubicBezTo>
                      <a:pt x="3592925" y="1348740"/>
                      <a:pt x="3595688" y="1321022"/>
                      <a:pt x="3597402" y="1293305"/>
                    </a:cubicBezTo>
                    <a:cubicBezTo>
                      <a:pt x="3605974" y="1155859"/>
                      <a:pt x="3717703" y="1018127"/>
                      <a:pt x="3721227" y="880491"/>
                    </a:cubicBezTo>
                    <a:cubicBezTo>
                      <a:pt x="3724751" y="740855"/>
                      <a:pt x="3743135" y="602171"/>
                      <a:pt x="3761137" y="463677"/>
                    </a:cubicBezTo>
                    <a:cubicBezTo>
                      <a:pt x="3776186" y="347758"/>
                      <a:pt x="3934968" y="116205"/>
                      <a:pt x="3946874" y="0"/>
                    </a:cubicBezTo>
                  </a:path>
                </a:pathLst>
              </a:custGeom>
              <a:noFill/>
              <a:ln w="9525" cap="rnd">
                <a:solidFill>
                  <a:schemeClr val="accent2">
                    <a:alpha val="35000"/>
                  </a:schemeClr>
                </a:solidFill>
                <a:prstDash val="lgDash"/>
                <a:round/>
              </a:ln>
            </p:spPr>
            <p:txBody>
              <a:bodyPr rtlCol="0" anchor="ctr"/>
              <a:lstStyle/>
              <a:p>
                <a:endParaRPr lang="en-US"/>
              </a:p>
            </p:txBody>
          </p:sp>
          <p:sp>
            <p:nvSpPr>
              <p:cNvPr id="127" name="Freeform: Shape 126">
                <a:extLst>
                  <a:ext uri="{FF2B5EF4-FFF2-40B4-BE49-F238E27FC236}">
                    <a16:creationId xmlns:a16="http://schemas.microsoft.com/office/drawing/2014/main" id="{8AC94D91-AECE-473B-B00B-F2AAE0EA4D5D}"/>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4395978" y="2441733"/>
                <a:ext cx="3665410" cy="2985611"/>
              </a:xfrm>
              <a:custGeom>
                <a:avLst/>
                <a:gdLst>
                  <a:gd name="connsiteX0" fmla="*/ 0 w 3665410"/>
                  <a:gd name="connsiteY0" fmla="*/ 2985611 h 2985611"/>
                  <a:gd name="connsiteX1" fmla="*/ 166211 w 3665410"/>
                  <a:gd name="connsiteY1" fmla="*/ 2699766 h 2985611"/>
                  <a:gd name="connsiteX2" fmla="*/ 397002 w 3665410"/>
                  <a:gd name="connsiteY2" fmla="*/ 2414969 h 2985611"/>
                  <a:gd name="connsiteX3" fmla="*/ 620173 w 3665410"/>
                  <a:gd name="connsiteY3" fmla="*/ 2237899 h 2985611"/>
                  <a:gd name="connsiteX4" fmla="*/ 823341 w 3665410"/>
                  <a:gd name="connsiteY4" fmla="*/ 2085499 h 2985611"/>
                  <a:gd name="connsiteX5" fmla="*/ 1089565 w 3665410"/>
                  <a:gd name="connsiteY5" fmla="*/ 1911477 h 2985611"/>
                  <a:gd name="connsiteX6" fmla="*/ 1145000 w 3665410"/>
                  <a:gd name="connsiteY6" fmla="*/ 1886807 h 2985611"/>
                  <a:gd name="connsiteX7" fmla="*/ 1375791 w 3665410"/>
                  <a:gd name="connsiteY7" fmla="*/ 1842135 h 2985611"/>
                  <a:gd name="connsiteX8" fmla="*/ 1486567 w 3665410"/>
                  <a:gd name="connsiteY8" fmla="*/ 1857566 h 2985611"/>
                  <a:gd name="connsiteX9" fmla="*/ 1568101 w 3665410"/>
                  <a:gd name="connsiteY9" fmla="*/ 1871377 h 2985611"/>
                  <a:gd name="connsiteX10" fmla="*/ 1810607 w 3665410"/>
                  <a:gd name="connsiteY10" fmla="*/ 1871377 h 2985611"/>
                  <a:gd name="connsiteX11" fmla="*/ 1997964 w 3665410"/>
                  <a:gd name="connsiteY11" fmla="*/ 1790605 h 2985611"/>
                  <a:gd name="connsiteX12" fmla="*/ 2109883 w 3665410"/>
                  <a:gd name="connsiteY12" fmla="*/ 1702784 h 2985611"/>
                  <a:gd name="connsiteX13" fmla="*/ 2321433 w 3665410"/>
                  <a:gd name="connsiteY13" fmla="*/ 1552384 h 2985611"/>
                  <a:gd name="connsiteX14" fmla="*/ 2558891 w 3665410"/>
                  <a:gd name="connsiteY14" fmla="*/ 1453420 h 2985611"/>
                  <a:gd name="connsiteX15" fmla="*/ 2709767 w 3665410"/>
                  <a:gd name="connsiteY15" fmla="*/ 1377887 h 2985611"/>
                  <a:gd name="connsiteX16" fmla="*/ 2885408 w 3665410"/>
                  <a:gd name="connsiteY16" fmla="*/ 1237393 h 2985611"/>
                  <a:gd name="connsiteX17" fmla="*/ 3017711 w 3665410"/>
                  <a:gd name="connsiteY17" fmla="*/ 1072229 h 2985611"/>
                  <a:gd name="connsiteX18" fmla="*/ 3150680 w 3665410"/>
                  <a:gd name="connsiteY18" fmla="*/ 921830 h 2985611"/>
                  <a:gd name="connsiteX19" fmla="*/ 3255169 w 3665410"/>
                  <a:gd name="connsiteY19" fmla="*/ 801815 h 2985611"/>
                  <a:gd name="connsiteX20" fmla="*/ 3339275 w 3665410"/>
                  <a:gd name="connsiteY20" fmla="*/ 694182 h 2985611"/>
                  <a:gd name="connsiteX21" fmla="*/ 3409188 w 3665410"/>
                  <a:gd name="connsiteY21" fmla="*/ 546926 h 2985611"/>
                  <a:gd name="connsiteX22" fmla="*/ 3464243 w 3665410"/>
                  <a:gd name="connsiteY22" fmla="*/ 347663 h 2985611"/>
                  <a:gd name="connsiteX23" fmla="*/ 3665411 w 3665410"/>
                  <a:gd name="connsiteY23" fmla="*/ 0 h 298561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Lst>
                <a:rect l="l" t="t" r="r" b="b"/>
                <a:pathLst>
                  <a:path w="3665410" h="2985611">
                    <a:moveTo>
                      <a:pt x="0" y="2985611"/>
                    </a:moveTo>
                    <a:cubicBezTo>
                      <a:pt x="0" y="2985611"/>
                      <a:pt x="86773" y="2802827"/>
                      <a:pt x="166211" y="2699766"/>
                    </a:cubicBezTo>
                    <a:cubicBezTo>
                      <a:pt x="240983" y="2602706"/>
                      <a:pt x="309182" y="2500122"/>
                      <a:pt x="397002" y="2414969"/>
                    </a:cubicBezTo>
                    <a:cubicBezTo>
                      <a:pt x="465296" y="2348865"/>
                      <a:pt x="543592" y="2294477"/>
                      <a:pt x="620173" y="2237899"/>
                    </a:cubicBezTo>
                    <a:cubicBezTo>
                      <a:pt x="688277" y="2187607"/>
                      <a:pt x="755333" y="2135886"/>
                      <a:pt x="823341" y="2085499"/>
                    </a:cubicBezTo>
                    <a:cubicBezTo>
                      <a:pt x="908685" y="2022253"/>
                      <a:pt x="994791" y="1959197"/>
                      <a:pt x="1089565" y="1911477"/>
                    </a:cubicBezTo>
                    <a:cubicBezTo>
                      <a:pt x="1107662" y="1902428"/>
                      <a:pt x="1126141" y="1894141"/>
                      <a:pt x="1145000" y="1886807"/>
                    </a:cubicBezTo>
                    <a:cubicBezTo>
                      <a:pt x="1218819" y="1858232"/>
                      <a:pt x="1296924" y="1838611"/>
                      <a:pt x="1375791" y="1842135"/>
                    </a:cubicBezTo>
                    <a:cubicBezTo>
                      <a:pt x="1413129" y="1843754"/>
                      <a:pt x="1449896" y="1850422"/>
                      <a:pt x="1486567" y="1857566"/>
                    </a:cubicBezTo>
                    <a:cubicBezTo>
                      <a:pt x="1513618" y="1862804"/>
                      <a:pt x="1540859" y="1867376"/>
                      <a:pt x="1568101" y="1871377"/>
                    </a:cubicBezTo>
                    <a:cubicBezTo>
                      <a:pt x="1648778" y="1883188"/>
                      <a:pt x="1730978" y="1887665"/>
                      <a:pt x="1810607" y="1871377"/>
                    </a:cubicBezTo>
                    <a:cubicBezTo>
                      <a:pt x="1877854" y="1857661"/>
                      <a:pt x="1941100" y="1829086"/>
                      <a:pt x="1997964" y="1790605"/>
                    </a:cubicBezTo>
                    <a:cubicBezTo>
                      <a:pt x="2037302" y="1764030"/>
                      <a:pt x="2073497" y="1733264"/>
                      <a:pt x="2109883" y="1702784"/>
                    </a:cubicBezTo>
                    <a:cubicBezTo>
                      <a:pt x="2176367" y="1647063"/>
                      <a:pt x="2244852" y="1593151"/>
                      <a:pt x="2321433" y="1552384"/>
                    </a:cubicBezTo>
                    <a:cubicBezTo>
                      <a:pt x="2397157" y="1512094"/>
                      <a:pt x="2479548" y="1486281"/>
                      <a:pt x="2558891" y="1453420"/>
                    </a:cubicBezTo>
                    <a:cubicBezTo>
                      <a:pt x="2610898" y="1431798"/>
                      <a:pt x="2661571" y="1407033"/>
                      <a:pt x="2709767" y="1377887"/>
                    </a:cubicBezTo>
                    <a:cubicBezTo>
                      <a:pt x="2774252" y="1338929"/>
                      <a:pt x="2834069" y="1292447"/>
                      <a:pt x="2885408" y="1237393"/>
                    </a:cubicBezTo>
                    <a:cubicBezTo>
                      <a:pt x="2933605" y="1185767"/>
                      <a:pt x="2973324" y="1127093"/>
                      <a:pt x="3017711" y="1072229"/>
                    </a:cubicBezTo>
                    <a:cubicBezTo>
                      <a:pt x="3059811" y="1020223"/>
                      <a:pt x="3105912" y="971645"/>
                      <a:pt x="3150680" y="921830"/>
                    </a:cubicBezTo>
                    <a:cubicBezTo>
                      <a:pt x="3186113" y="882396"/>
                      <a:pt x="3220593" y="842010"/>
                      <a:pt x="3255169" y="801815"/>
                    </a:cubicBezTo>
                    <a:cubicBezTo>
                      <a:pt x="3284887" y="767239"/>
                      <a:pt x="3314605" y="732473"/>
                      <a:pt x="3339275" y="694182"/>
                    </a:cubicBezTo>
                    <a:cubicBezTo>
                      <a:pt x="3368707" y="648367"/>
                      <a:pt x="3390138" y="597980"/>
                      <a:pt x="3409188" y="546926"/>
                    </a:cubicBezTo>
                    <a:cubicBezTo>
                      <a:pt x="3433382" y="482156"/>
                      <a:pt x="3453384" y="415861"/>
                      <a:pt x="3464243" y="347663"/>
                    </a:cubicBezTo>
                    <a:cubicBezTo>
                      <a:pt x="3476244" y="272224"/>
                      <a:pt x="3661696" y="76295"/>
                      <a:pt x="3665411" y="0"/>
                    </a:cubicBezTo>
                  </a:path>
                </a:pathLst>
              </a:custGeom>
              <a:noFill/>
              <a:ln w="9525" cap="rnd">
                <a:solidFill>
                  <a:schemeClr val="accent2">
                    <a:alpha val="35000"/>
                  </a:schemeClr>
                </a:solidFill>
                <a:prstDash val="lgDash"/>
                <a:round/>
              </a:ln>
            </p:spPr>
            <p:txBody>
              <a:bodyPr rtlCol="0" anchor="ctr"/>
              <a:lstStyle/>
              <a:p>
                <a:endParaRPr lang="en-US"/>
              </a:p>
            </p:txBody>
          </p:sp>
          <p:sp>
            <p:nvSpPr>
              <p:cNvPr id="128" name="Freeform: Shape 127">
                <a:extLst>
                  <a:ext uri="{FF2B5EF4-FFF2-40B4-BE49-F238E27FC236}">
                    <a16:creationId xmlns:a16="http://schemas.microsoft.com/office/drawing/2014/main" id="{8ABFBC77-5178-4DAA-93E6-A494D49148D1}"/>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7790402" y="5229700"/>
                <a:ext cx="285940" cy="199072"/>
              </a:xfrm>
              <a:custGeom>
                <a:avLst/>
                <a:gdLst>
                  <a:gd name="connsiteX0" fmla="*/ 0 w 285940"/>
                  <a:gd name="connsiteY0" fmla="*/ 199073 h 199072"/>
                  <a:gd name="connsiteX1" fmla="*/ 285940 w 285940"/>
                  <a:gd name="connsiteY1" fmla="*/ 0 h 199072"/>
                </a:gdLst>
                <a:ahLst/>
                <a:cxnLst>
                  <a:cxn ang="0">
                    <a:pos x="connsiteX0" y="connsiteY0"/>
                  </a:cxn>
                  <a:cxn ang="0">
                    <a:pos x="connsiteX1" y="connsiteY1"/>
                  </a:cxn>
                </a:cxnLst>
                <a:rect l="l" t="t" r="r" b="b"/>
                <a:pathLst>
                  <a:path w="285940" h="199072">
                    <a:moveTo>
                      <a:pt x="0" y="199073"/>
                    </a:moveTo>
                    <a:cubicBezTo>
                      <a:pt x="0" y="199073"/>
                      <a:pt x="242125" y="39243"/>
                      <a:pt x="285940" y="0"/>
                    </a:cubicBezTo>
                  </a:path>
                </a:pathLst>
              </a:custGeom>
              <a:noFill/>
              <a:ln w="9525" cap="rnd">
                <a:solidFill>
                  <a:schemeClr val="accent2">
                    <a:alpha val="35000"/>
                  </a:schemeClr>
                </a:solidFill>
                <a:prstDash val="lgDash"/>
                <a:round/>
              </a:ln>
            </p:spPr>
            <p:txBody>
              <a:bodyPr rtlCol="0" anchor="ctr"/>
              <a:lstStyle/>
              <a:p>
                <a:endParaRPr lang="en-US"/>
              </a:p>
            </p:txBody>
          </p:sp>
          <p:sp>
            <p:nvSpPr>
              <p:cNvPr id="129" name="Freeform: Shape 128">
                <a:extLst>
                  <a:ext uri="{FF2B5EF4-FFF2-40B4-BE49-F238E27FC236}">
                    <a16:creationId xmlns:a16="http://schemas.microsoft.com/office/drawing/2014/main" id="{47E709EC-272C-4F97-BDC8-4B872DEDC6DB}"/>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7393114" y="5049773"/>
                <a:ext cx="655796" cy="381190"/>
              </a:xfrm>
              <a:custGeom>
                <a:avLst/>
                <a:gdLst>
                  <a:gd name="connsiteX0" fmla="*/ 0 w 655796"/>
                  <a:gd name="connsiteY0" fmla="*/ 381190 h 381190"/>
                  <a:gd name="connsiteX1" fmla="*/ 655796 w 655796"/>
                  <a:gd name="connsiteY1" fmla="*/ 0 h 381190"/>
                </a:gdLst>
                <a:ahLst/>
                <a:cxnLst>
                  <a:cxn ang="0">
                    <a:pos x="connsiteX0" y="connsiteY0"/>
                  </a:cxn>
                  <a:cxn ang="0">
                    <a:pos x="connsiteX1" y="connsiteY1"/>
                  </a:cxn>
                </a:cxnLst>
                <a:rect l="l" t="t" r="r" b="b"/>
                <a:pathLst>
                  <a:path w="655796" h="381190">
                    <a:moveTo>
                      <a:pt x="0" y="381190"/>
                    </a:moveTo>
                    <a:cubicBezTo>
                      <a:pt x="0" y="381190"/>
                      <a:pt x="461105" y="172117"/>
                      <a:pt x="655796" y="0"/>
                    </a:cubicBezTo>
                  </a:path>
                </a:pathLst>
              </a:custGeom>
              <a:noFill/>
              <a:ln w="9525" cap="rnd">
                <a:solidFill>
                  <a:schemeClr val="accent2">
                    <a:alpha val="35000"/>
                  </a:schemeClr>
                </a:solidFill>
                <a:prstDash val="lgDash"/>
                <a:round/>
              </a:ln>
            </p:spPr>
            <p:txBody>
              <a:bodyPr rtlCol="0" anchor="ctr"/>
              <a:lstStyle/>
              <a:p>
                <a:endParaRPr lang="en-US"/>
              </a:p>
            </p:txBody>
          </p:sp>
          <p:sp>
            <p:nvSpPr>
              <p:cNvPr id="130" name="Freeform: Shape 129">
                <a:extLst>
                  <a:ext uri="{FF2B5EF4-FFF2-40B4-BE49-F238E27FC236}">
                    <a16:creationId xmlns:a16="http://schemas.microsoft.com/office/drawing/2014/main" id="{27C992B3-ABB9-443C-8748-5516261882B2}"/>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154072" y="3867816"/>
                <a:ext cx="2907315" cy="1544764"/>
              </a:xfrm>
              <a:custGeom>
                <a:avLst/>
                <a:gdLst>
                  <a:gd name="connsiteX0" fmla="*/ 0 w 2907315"/>
                  <a:gd name="connsiteY0" fmla="*/ 1544764 h 1544764"/>
                  <a:gd name="connsiteX1" fmla="*/ 201644 w 2907315"/>
                  <a:gd name="connsiteY1" fmla="*/ 1352550 h 1544764"/>
                  <a:gd name="connsiteX2" fmla="*/ 423196 w 2907315"/>
                  <a:gd name="connsiteY2" fmla="*/ 1196054 h 1544764"/>
                  <a:gd name="connsiteX3" fmla="*/ 782193 w 2907315"/>
                  <a:gd name="connsiteY3" fmla="*/ 1099947 h 1544764"/>
                  <a:gd name="connsiteX4" fmla="*/ 1052513 w 2907315"/>
                  <a:gd name="connsiteY4" fmla="*/ 1042321 h 1544764"/>
                  <a:gd name="connsiteX5" fmla="*/ 1311783 w 2907315"/>
                  <a:gd name="connsiteY5" fmla="*/ 1056037 h 1544764"/>
                  <a:gd name="connsiteX6" fmla="*/ 1484662 w 2907315"/>
                  <a:gd name="connsiteY6" fmla="*/ 1083469 h 1544764"/>
                  <a:gd name="connsiteX7" fmla="*/ 1788224 w 2907315"/>
                  <a:gd name="connsiteY7" fmla="*/ 1023080 h 1544764"/>
                  <a:gd name="connsiteX8" fmla="*/ 2269045 w 2907315"/>
                  <a:gd name="connsiteY8" fmla="*/ 734758 h 1544764"/>
                  <a:gd name="connsiteX9" fmla="*/ 2534984 w 2907315"/>
                  <a:gd name="connsiteY9" fmla="*/ 572738 h 1544764"/>
                  <a:gd name="connsiteX10" fmla="*/ 2907316 w 2907315"/>
                  <a:gd name="connsiteY10" fmla="*/ 0 h 154476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2907315" h="1544764">
                    <a:moveTo>
                      <a:pt x="0" y="1544764"/>
                    </a:moveTo>
                    <a:cubicBezTo>
                      <a:pt x="0" y="1544764"/>
                      <a:pt x="98012" y="1443990"/>
                      <a:pt x="201644" y="1352550"/>
                    </a:cubicBezTo>
                    <a:cubicBezTo>
                      <a:pt x="271272" y="1291209"/>
                      <a:pt x="343662" y="1234249"/>
                      <a:pt x="423196" y="1196054"/>
                    </a:cubicBezTo>
                    <a:cubicBezTo>
                      <a:pt x="537591" y="1141095"/>
                      <a:pt x="661226" y="1127189"/>
                      <a:pt x="782193" y="1099947"/>
                    </a:cubicBezTo>
                    <a:cubicBezTo>
                      <a:pt x="872300" y="1079659"/>
                      <a:pt x="961358" y="1051370"/>
                      <a:pt x="1052513" y="1042321"/>
                    </a:cubicBezTo>
                    <a:cubicBezTo>
                      <a:pt x="1139000" y="1033653"/>
                      <a:pt x="1225868" y="1040321"/>
                      <a:pt x="1311783" y="1056037"/>
                    </a:cubicBezTo>
                    <a:cubicBezTo>
                      <a:pt x="1369314" y="1066609"/>
                      <a:pt x="1426559" y="1079373"/>
                      <a:pt x="1484662" y="1083469"/>
                    </a:cubicBezTo>
                    <a:cubicBezTo>
                      <a:pt x="1587913" y="1090803"/>
                      <a:pt x="1690402" y="1064800"/>
                      <a:pt x="1788224" y="1023080"/>
                    </a:cubicBezTo>
                    <a:cubicBezTo>
                      <a:pt x="1956721" y="951262"/>
                      <a:pt x="2106549" y="825722"/>
                      <a:pt x="2269045" y="734758"/>
                    </a:cubicBezTo>
                    <a:cubicBezTo>
                      <a:pt x="2359438" y="684181"/>
                      <a:pt x="2452497" y="640556"/>
                      <a:pt x="2534984" y="572738"/>
                    </a:cubicBezTo>
                    <a:cubicBezTo>
                      <a:pt x="2673001" y="459391"/>
                      <a:pt x="2847023" y="191453"/>
                      <a:pt x="2907316" y="0"/>
                    </a:cubicBezTo>
                  </a:path>
                </a:pathLst>
              </a:custGeom>
              <a:noFill/>
              <a:ln w="9525" cap="rnd">
                <a:solidFill>
                  <a:schemeClr val="accent2">
                    <a:alpha val="35000"/>
                  </a:schemeClr>
                </a:solidFill>
                <a:prstDash val="lgDash"/>
                <a:round/>
              </a:ln>
            </p:spPr>
            <p:txBody>
              <a:bodyPr rtlCol="0" anchor="ctr"/>
              <a:lstStyle/>
              <a:p>
                <a:endParaRPr lang="en-US"/>
              </a:p>
            </p:txBody>
          </p:sp>
          <p:sp>
            <p:nvSpPr>
              <p:cNvPr id="131" name="Freeform: Shape 130">
                <a:extLst>
                  <a:ext uri="{FF2B5EF4-FFF2-40B4-BE49-F238E27FC236}">
                    <a16:creationId xmlns:a16="http://schemas.microsoft.com/office/drawing/2014/main" id="{710CC2EE-90B9-45E3-B7E6-C856A199D46A}"/>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4907946" y="3479100"/>
                <a:ext cx="3168300" cy="1952434"/>
              </a:xfrm>
              <a:custGeom>
                <a:avLst/>
                <a:gdLst>
                  <a:gd name="connsiteX0" fmla="*/ 0 w 3168300"/>
                  <a:gd name="connsiteY0" fmla="*/ 1952435 h 1952434"/>
                  <a:gd name="connsiteX1" fmla="*/ 202121 w 3168300"/>
                  <a:gd name="connsiteY1" fmla="*/ 1687068 h 1952434"/>
                  <a:gd name="connsiteX2" fmla="*/ 545116 w 3168300"/>
                  <a:gd name="connsiteY2" fmla="*/ 1450277 h 1952434"/>
                  <a:gd name="connsiteX3" fmla="*/ 906780 w 3168300"/>
                  <a:gd name="connsiteY3" fmla="*/ 1354455 h 1952434"/>
                  <a:gd name="connsiteX4" fmla="*/ 1332262 w 3168300"/>
                  <a:gd name="connsiteY4" fmla="*/ 1285304 h 1952434"/>
                  <a:gd name="connsiteX5" fmla="*/ 1691259 w 3168300"/>
                  <a:gd name="connsiteY5" fmla="*/ 1240060 h 1952434"/>
                  <a:gd name="connsiteX6" fmla="*/ 2010346 w 3168300"/>
                  <a:gd name="connsiteY6" fmla="*/ 1141667 h 1952434"/>
                  <a:gd name="connsiteX7" fmla="*/ 2393252 w 3168300"/>
                  <a:gd name="connsiteY7" fmla="*/ 1027271 h 1952434"/>
                  <a:gd name="connsiteX8" fmla="*/ 2582037 w 3168300"/>
                  <a:gd name="connsiteY8" fmla="*/ 958120 h 1952434"/>
                  <a:gd name="connsiteX9" fmla="*/ 2760155 w 3168300"/>
                  <a:gd name="connsiteY9" fmla="*/ 827723 h 1952434"/>
                  <a:gd name="connsiteX10" fmla="*/ 2914364 w 3168300"/>
                  <a:gd name="connsiteY10" fmla="*/ 567023 h 1952434"/>
                  <a:gd name="connsiteX11" fmla="*/ 3168301 w 3168300"/>
                  <a:gd name="connsiteY11" fmla="*/ 0 h 195243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3168300" h="1952434">
                    <a:moveTo>
                      <a:pt x="0" y="1952435"/>
                    </a:moveTo>
                    <a:cubicBezTo>
                      <a:pt x="0" y="1952435"/>
                      <a:pt x="91059" y="1796415"/>
                      <a:pt x="202121" y="1687068"/>
                    </a:cubicBezTo>
                    <a:cubicBezTo>
                      <a:pt x="301943" y="1588675"/>
                      <a:pt x="416528" y="1505617"/>
                      <a:pt x="545116" y="1450277"/>
                    </a:cubicBezTo>
                    <a:cubicBezTo>
                      <a:pt x="659987" y="1400747"/>
                      <a:pt x="783622" y="1377601"/>
                      <a:pt x="906780" y="1354455"/>
                    </a:cubicBezTo>
                    <a:cubicBezTo>
                      <a:pt x="1048036" y="1327976"/>
                      <a:pt x="1189482" y="1301972"/>
                      <a:pt x="1332262" y="1285304"/>
                    </a:cubicBezTo>
                    <a:cubicBezTo>
                      <a:pt x="1452182" y="1271302"/>
                      <a:pt x="1573340" y="1265873"/>
                      <a:pt x="1691259" y="1240060"/>
                    </a:cubicBezTo>
                    <a:cubicBezTo>
                      <a:pt x="1800035" y="1216247"/>
                      <a:pt x="1904619" y="1176718"/>
                      <a:pt x="2010346" y="1141667"/>
                    </a:cubicBezTo>
                    <a:cubicBezTo>
                      <a:pt x="2136743" y="1099661"/>
                      <a:pt x="2265902" y="1066229"/>
                      <a:pt x="2393252" y="1027271"/>
                    </a:cubicBezTo>
                    <a:cubicBezTo>
                      <a:pt x="2457450" y="1007650"/>
                      <a:pt x="2521744" y="987552"/>
                      <a:pt x="2582037" y="958120"/>
                    </a:cubicBezTo>
                    <a:cubicBezTo>
                      <a:pt x="2648807" y="925449"/>
                      <a:pt x="2710815" y="883349"/>
                      <a:pt x="2760155" y="827723"/>
                    </a:cubicBezTo>
                    <a:cubicBezTo>
                      <a:pt x="2827496" y="751904"/>
                      <a:pt x="2867978" y="657511"/>
                      <a:pt x="2914364" y="567023"/>
                    </a:cubicBezTo>
                    <a:cubicBezTo>
                      <a:pt x="2972753" y="453200"/>
                      <a:pt x="3119152" y="118015"/>
                      <a:pt x="3168301" y="0"/>
                    </a:cubicBezTo>
                  </a:path>
                </a:pathLst>
              </a:custGeom>
              <a:noFill/>
              <a:ln w="9525" cap="rnd">
                <a:solidFill>
                  <a:schemeClr val="accent2">
                    <a:alpha val="35000"/>
                  </a:schemeClr>
                </a:solidFill>
                <a:prstDash val="lgDash"/>
                <a:round/>
              </a:ln>
            </p:spPr>
            <p:txBody>
              <a:bodyPr rtlCol="0" anchor="ctr"/>
              <a:lstStyle/>
              <a:p>
                <a:endParaRPr lang="en-US"/>
              </a:p>
            </p:txBody>
          </p:sp>
          <p:sp>
            <p:nvSpPr>
              <p:cNvPr id="132" name="Freeform: Shape 131">
                <a:extLst>
                  <a:ext uri="{FF2B5EF4-FFF2-40B4-BE49-F238E27FC236}">
                    <a16:creationId xmlns:a16="http://schemas.microsoft.com/office/drawing/2014/main" id="{28272C51-7AB7-4369-A6E9-17958FD30D43}"/>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4704778" y="2976752"/>
                <a:ext cx="3356800" cy="2452020"/>
              </a:xfrm>
              <a:custGeom>
                <a:avLst/>
                <a:gdLst>
                  <a:gd name="connsiteX0" fmla="*/ 0 w 3356800"/>
                  <a:gd name="connsiteY0" fmla="*/ 2452021 h 2452020"/>
                  <a:gd name="connsiteX1" fmla="*/ 130874 w 3356800"/>
                  <a:gd name="connsiteY1" fmla="*/ 2247710 h 2452020"/>
                  <a:gd name="connsiteX2" fmla="*/ 437197 w 3356800"/>
                  <a:gd name="connsiteY2" fmla="*/ 1941195 h 2452020"/>
                  <a:gd name="connsiteX3" fmla="*/ 737140 w 3356800"/>
                  <a:gd name="connsiteY3" fmla="*/ 1736884 h 2452020"/>
                  <a:gd name="connsiteX4" fmla="*/ 1031843 w 3356800"/>
                  <a:gd name="connsiteY4" fmla="*/ 1685068 h 2452020"/>
                  <a:gd name="connsiteX5" fmla="*/ 1287304 w 3356800"/>
                  <a:gd name="connsiteY5" fmla="*/ 1655826 h 2452020"/>
                  <a:gd name="connsiteX6" fmla="*/ 1471994 w 3356800"/>
                  <a:gd name="connsiteY6" fmla="*/ 1634300 h 2452020"/>
                  <a:gd name="connsiteX7" fmla="*/ 1898237 w 3356800"/>
                  <a:gd name="connsiteY7" fmla="*/ 1512665 h 2452020"/>
                  <a:gd name="connsiteX8" fmla="*/ 2229136 w 3356800"/>
                  <a:gd name="connsiteY8" fmla="*/ 1355598 h 2452020"/>
                  <a:gd name="connsiteX9" fmla="*/ 2512314 w 3356800"/>
                  <a:gd name="connsiteY9" fmla="*/ 1238631 h 2452020"/>
                  <a:gd name="connsiteX10" fmla="*/ 2758535 w 3356800"/>
                  <a:gd name="connsiteY10" fmla="*/ 1096994 h 2452020"/>
                  <a:gd name="connsiteX11" fmla="*/ 2935510 w 3356800"/>
                  <a:gd name="connsiteY11" fmla="*/ 919925 h 2452020"/>
                  <a:gd name="connsiteX12" fmla="*/ 3081719 w 3356800"/>
                  <a:gd name="connsiteY12" fmla="*/ 687419 h 2452020"/>
                  <a:gd name="connsiteX13" fmla="*/ 3356800 w 3356800"/>
                  <a:gd name="connsiteY13" fmla="*/ 0 h 245202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Lst>
                <a:rect l="l" t="t" r="r" b="b"/>
                <a:pathLst>
                  <a:path w="3356800" h="2452020">
                    <a:moveTo>
                      <a:pt x="0" y="2452021"/>
                    </a:moveTo>
                    <a:cubicBezTo>
                      <a:pt x="0" y="2452021"/>
                      <a:pt x="57150" y="2344198"/>
                      <a:pt x="130874" y="2247710"/>
                    </a:cubicBezTo>
                    <a:cubicBezTo>
                      <a:pt x="218694" y="2132648"/>
                      <a:pt x="328136" y="2036635"/>
                      <a:pt x="437197" y="1941195"/>
                    </a:cubicBezTo>
                    <a:cubicBezTo>
                      <a:pt x="529304" y="1860709"/>
                      <a:pt x="623030" y="1779556"/>
                      <a:pt x="737140" y="1736884"/>
                    </a:cubicBezTo>
                    <a:cubicBezTo>
                      <a:pt x="830866" y="1701736"/>
                      <a:pt x="932021" y="1695450"/>
                      <a:pt x="1031843" y="1685068"/>
                    </a:cubicBezTo>
                    <a:cubicBezTo>
                      <a:pt x="1117092" y="1676210"/>
                      <a:pt x="1202055" y="1665160"/>
                      <a:pt x="1287304" y="1655826"/>
                    </a:cubicBezTo>
                    <a:cubicBezTo>
                      <a:pt x="1348931" y="1649063"/>
                      <a:pt x="1410653" y="1643539"/>
                      <a:pt x="1471994" y="1634300"/>
                    </a:cubicBezTo>
                    <a:cubicBezTo>
                      <a:pt x="1618679" y="1612011"/>
                      <a:pt x="1761935" y="1571149"/>
                      <a:pt x="1898237" y="1512665"/>
                    </a:cubicBezTo>
                    <a:cubicBezTo>
                      <a:pt x="2010442" y="1464564"/>
                      <a:pt x="2117503" y="1405128"/>
                      <a:pt x="2229136" y="1355598"/>
                    </a:cubicBezTo>
                    <a:cubicBezTo>
                      <a:pt x="2322481" y="1314164"/>
                      <a:pt x="2418969" y="1280160"/>
                      <a:pt x="2512314" y="1238631"/>
                    </a:cubicBezTo>
                    <a:cubicBezTo>
                      <a:pt x="2599087" y="1199960"/>
                      <a:pt x="2683193" y="1154811"/>
                      <a:pt x="2758535" y="1096994"/>
                    </a:cubicBezTo>
                    <a:cubicBezTo>
                      <a:pt x="2825020" y="1046035"/>
                      <a:pt x="2883789" y="985837"/>
                      <a:pt x="2935510" y="919925"/>
                    </a:cubicBezTo>
                    <a:cubicBezTo>
                      <a:pt x="2992184" y="847725"/>
                      <a:pt x="3039904" y="769144"/>
                      <a:pt x="3081719" y="687419"/>
                    </a:cubicBezTo>
                    <a:cubicBezTo>
                      <a:pt x="3138297" y="576739"/>
                      <a:pt x="3314129" y="116776"/>
                      <a:pt x="3356800" y="0"/>
                    </a:cubicBezTo>
                  </a:path>
                </a:pathLst>
              </a:custGeom>
              <a:noFill/>
              <a:ln w="9525" cap="rnd">
                <a:solidFill>
                  <a:schemeClr val="accent2">
                    <a:alpha val="35000"/>
                  </a:schemeClr>
                </a:solidFill>
                <a:prstDash val="lgDash"/>
                <a:round/>
              </a:ln>
            </p:spPr>
            <p:txBody>
              <a:bodyPr rtlCol="0" anchor="ctr"/>
              <a:lstStyle/>
              <a:p>
                <a:endParaRPr lang="en-US"/>
              </a:p>
            </p:txBody>
          </p:sp>
        </p:grpSp>
        <p:sp>
          <p:nvSpPr>
            <p:cNvPr id="125" name="Freeform: Shape 124">
              <a:extLst>
                <a:ext uri="{FF2B5EF4-FFF2-40B4-BE49-F238E27FC236}">
                  <a16:creationId xmlns:a16="http://schemas.microsoft.com/office/drawing/2014/main" id="{9B1F31DD-C31E-4C9E-A920-AD354B5CBA17}"/>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7980400" y="5197178"/>
              <a:ext cx="4211600" cy="1660822"/>
            </a:xfrm>
            <a:custGeom>
              <a:avLst/>
              <a:gdLst>
                <a:gd name="connsiteX0" fmla="*/ 4211600 w 4211600"/>
                <a:gd name="connsiteY0" fmla="*/ 0 h 1660822"/>
                <a:gd name="connsiteX1" fmla="*/ 4211600 w 4211600"/>
                <a:gd name="connsiteY1" fmla="*/ 58430 h 1660822"/>
                <a:gd name="connsiteX2" fmla="*/ 4136524 w 4211600"/>
                <a:gd name="connsiteY2" fmla="*/ 208808 h 1660822"/>
                <a:gd name="connsiteX3" fmla="*/ 3973354 w 4211600"/>
                <a:gd name="connsiteY3" fmla="*/ 437313 h 1660822"/>
                <a:gd name="connsiteX4" fmla="*/ 3884746 w 4211600"/>
                <a:gd name="connsiteY4" fmla="*/ 553613 h 1660822"/>
                <a:gd name="connsiteX5" fmla="*/ 3849435 w 4211600"/>
                <a:gd name="connsiteY5" fmla="*/ 603143 h 1660822"/>
                <a:gd name="connsiteX6" fmla="*/ 3661849 w 4211600"/>
                <a:gd name="connsiteY6" fmla="*/ 819075 h 1660822"/>
                <a:gd name="connsiteX7" fmla="*/ 3402589 w 4211600"/>
                <a:gd name="connsiteY7" fmla="*/ 952996 h 1660822"/>
                <a:gd name="connsiteX8" fmla="*/ 3130202 w 4211600"/>
                <a:gd name="connsiteY8" fmla="*/ 1023386 h 1660822"/>
                <a:gd name="connsiteX9" fmla="*/ 2914657 w 4211600"/>
                <a:gd name="connsiteY9" fmla="*/ 1068058 h 1660822"/>
                <a:gd name="connsiteX10" fmla="*/ 2582149 w 4211600"/>
                <a:gd name="connsiteY10" fmla="*/ 1138924 h 1660822"/>
                <a:gd name="connsiteX11" fmla="*/ 2483958 w 4211600"/>
                <a:gd name="connsiteY11" fmla="*/ 1162356 h 1660822"/>
                <a:gd name="connsiteX12" fmla="*/ 2123750 w 4211600"/>
                <a:gd name="connsiteY12" fmla="*/ 1238651 h 1660822"/>
                <a:gd name="connsiteX13" fmla="*/ 1761444 w 4211600"/>
                <a:gd name="connsiteY13" fmla="*/ 1273417 h 1660822"/>
                <a:gd name="connsiteX14" fmla="*/ 1608382 w 4211600"/>
                <a:gd name="connsiteY14" fmla="*/ 1284466 h 1660822"/>
                <a:gd name="connsiteX15" fmla="*/ 999942 w 4211600"/>
                <a:gd name="connsiteY15" fmla="*/ 1354284 h 1660822"/>
                <a:gd name="connsiteX16" fmla="*/ 484705 w 4211600"/>
                <a:gd name="connsiteY16" fmla="*/ 1450487 h 1660822"/>
                <a:gd name="connsiteX17" fmla="*/ 113310 w 4211600"/>
                <a:gd name="connsiteY17" fmla="*/ 1613700 h 1660822"/>
                <a:gd name="connsiteX18" fmla="*/ 39668 w 4211600"/>
                <a:gd name="connsiteY18" fmla="*/ 1660822 h 1660822"/>
                <a:gd name="connsiteX19" fmla="*/ 0 w 4211600"/>
                <a:gd name="connsiteY19" fmla="*/ 1660822 h 1660822"/>
                <a:gd name="connsiteX20" fmla="*/ 96701 w 4211600"/>
                <a:gd name="connsiteY20" fmla="*/ 1598934 h 1660822"/>
                <a:gd name="connsiteX21" fmla="*/ 474335 w 4211600"/>
                <a:gd name="connsiteY21" fmla="*/ 1433056 h 1660822"/>
                <a:gd name="connsiteX22" fmla="*/ 994299 w 4211600"/>
                <a:gd name="connsiteY22" fmla="*/ 1335806 h 1660822"/>
                <a:gd name="connsiteX23" fmla="*/ 1605231 w 4211600"/>
                <a:gd name="connsiteY23" fmla="*/ 1265702 h 1660822"/>
                <a:gd name="connsiteX24" fmla="*/ 1758819 w 4211600"/>
                <a:gd name="connsiteY24" fmla="*/ 1254558 h 1660822"/>
                <a:gd name="connsiteX25" fmla="*/ 2118106 w 4211600"/>
                <a:gd name="connsiteY25" fmla="*/ 1220077 h 1660822"/>
                <a:gd name="connsiteX26" fmla="*/ 2475557 w 4211600"/>
                <a:gd name="connsiteY26" fmla="*/ 1144353 h 1660822"/>
                <a:gd name="connsiteX27" fmla="*/ 2573878 w 4211600"/>
                <a:gd name="connsiteY27" fmla="*/ 1120827 h 1660822"/>
                <a:gd name="connsiteX28" fmla="*/ 2907437 w 4211600"/>
                <a:gd name="connsiteY28" fmla="*/ 1049675 h 1660822"/>
                <a:gd name="connsiteX29" fmla="*/ 3122589 w 4211600"/>
                <a:gd name="connsiteY29" fmla="*/ 1005098 h 1660822"/>
                <a:gd name="connsiteX30" fmla="*/ 3391169 w 4211600"/>
                <a:gd name="connsiteY30" fmla="*/ 935756 h 1660822"/>
                <a:gd name="connsiteX31" fmla="*/ 3642290 w 4211600"/>
                <a:gd name="connsiteY31" fmla="*/ 806216 h 1660822"/>
                <a:gd name="connsiteX32" fmla="*/ 3825937 w 4211600"/>
                <a:gd name="connsiteY32" fmla="*/ 594475 h 1660822"/>
                <a:gd name="connsiteX33" fmla="*/ 3861381 w 4211600"/>
                <a:gd name="connsiteY33" fmla="*/ 544755 h 1660822"/>
                <a:gd name="connsiteX34" fmla="*/ 3950381 w 4211600"/>
                <a:gd name="connsiteY34" fmla="*/ 427978 h 1660822"/>
                <a:gd name="connsiteX35" fmla="*/ 4112370 w 4211600"/>
                <a:gd name="connsiteY35" fmla="*/ 201378 h 1660822"/>
                <a:gd name="connsiteX36" fmla="*/ 4195989 w 4211600"/>
                <a:gd name="connsiteY36" fmla="*/ 33834 h 166082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Lst>
              <a:rect l="l" t="t" r="r" b="b"/>
              <a:pathLst>
                <a:path w="4211600" h="1660822">
                  <a:moveTo>
                    <a:pt x="4211600" y="0"/>
                  </a:moveTo>
                  <a:lnTo>
                    <a:pt x="4211600" y="58430"/>
                  </a:lnTo>
                  <a:lnTo>
                    <a:pt x="4136524" y="208808"/>
                  </a:lnTo>
                  <a:cubicBezTo>
                    <a:pt x="4089791" y="287770"/>
                    <a:pt x="4030588" y="363780"/>
                    <a:pt x="3973354" y="437313"/>
                  </a:cubicBezTo>
                  <a:cubicBezTo>
                    <a:pt x="3943819" y="475222"/>
                    <a:pt x="3913231" y="514465"/>
                    <a:pt x="3884746" y="553613"/>
                  </a:cubicBezTo>
                  <a:cubicBezTo>
                    <a:pt x="3872801" y="569996"/>
                    <a:pt x="3861119" y="586569"/>
                    <a:pt x="3849435" y="603143"/>
                  </a:cubicBezTo>
                  <a:cubicBezTo>
                    <a:pt x="3796665" y="678009"/>
                    <a:pt x="3742187" y="755352"/>
                    <a:pt x="3661849" y="819075"/>
                  </a:cubicBezTo>
                  <a:cubicBezTo>
                    <a:pt x="3596214" y="871176"/>
                    <a:pt x="3509050" y="916230"/>
                    <a:pt x="3402589" y="952996"/>
                  </a:cubicBezTo>
                  <a:cubicBezTo>
                    <a:pt x="3312406" y="984048"/>
                    <a:pt x="3215660" y="1005003"/>
                    <a:pt x="3130202" y="1023386"/>
                  </a:cubicBezTo>
                  <a:cubicBezTo>
                    <a:pt x="3058529" y="1038816"/>
                    <a:pt x="2985412" y="1053675"/>
                    <a:pt x="2914657" y="1068058"/>
                  </a:cubicBezTo>
                  <a:cubicBezTo>
                    <a:pt x="2805176" y="1090251"/>
                    <a:pt x="2692021" y="1113207"/>
                    <a:pt x="2582149" y="1138924"/>
                  </a:cubicBezTo>
                  <a:cubicBezTo>
                    <a:pt x="2549330" y="1146639"/>
                    <a:pt x="2516644" y="1154450"/>
                    <a:pt x="2483958" y="1162356"/>
                  </a:cubicBezTo>
                  <a:cubicBezTo>
                    <a:pt x="2367257" y="1190550"/>
                    <a:pt x="2246621" y="1219601"/>
                    <a:pt x="2123750" y="1238651"/>
                  </a:cubicBezTo>
                  <a:cubicBezTo>
                    <a:pt x="2004294" y="1257129"/>
                    <a:pt x="1880769" y="1265416"/>
                    <a:pt x="1761444" y="1273417"/>
                  </a:cubicBezTo>
                  <a:cubicBezTo>
                    <a:pt x="1711167" y="1276751"/>
                    <a:pt x="1659184" y="1280275"/>
                    <a:pt x="1608382" y="1284466"/>
                  </a:cubicBezTo>
                  <a:cubicBezTo>
                    <a:pt x="1408589" y="1300944"/>
                    <a:pt x="1214570" y="1325805"/>
                    <a:pt x="999942" y="1354284"/>
                  </a:cubicBezTo>
                  <a:cubicBezTo>
                    <a:pt x="826403" y="1377240"/>
                    <a:pt x="647744" y="1400957"/>
                    <a:pt x="484705" y="1450487"/>
                  </a:cubicBezTo>
                  <a:cubicBezTo>
                    <a:pt x="355831" y="1489635"/>
                    <a:pt x="231387" y="1544374"/>
                    <a:pt x="113310" y="1613700"/>
                  </a:cubicBezTo>
                  <a:lnTo>
                    <a:pt x="39668" y="1660822"/>
                  </a:lnTo>
                  <a:lnTo>
                    <a:pt x="0" y="1660822"/>
                  </a:lnTo>
                  <a:lnTo>
                    <a:pt x="96701" y="1598934"/>
                  </a:lnTo>
                  <a:cubicBezTo>
                    <a:pt x="216635" y="1528533"/>
                    <a:pt x="343196" y="1472919"/>
                    <a:pt x="474335" y="1433056"/>
                  </a:cubicBezTo>
                  <a:cubicBezTo>
                    <a:pt x="639999" y="1382669"/>
                    <a:pt x="820102" y="1358856"/>
                    <a:pt x="994299" y="1335806"/>
                  </a:cubicBezTo>
                  <a:cubicBezTo>
                    <a:pt x="1210239" y="1307231"/>
                    <a:pt x="1404650" y="1282275"/>
                    <a:pt x="1605231" y="1265702"/>
                  </a:cubicBezTo>
                  <a:cubicBezTo>
                    <a:pt x="1656428" y="1261511"/>
                    <a:pt x="1708411" y="1257987"/>
                    <a:pt x="1758819" y="1254558"/>
                  </a:cubicBezTo>
                  <a:cubicBezTo>
                    <a:pt x="1877487" y="1246557"/>
                    <a:pt x="2000094" y="1238365"/>
                    <a:pt x="2118106" y="1220077"/>
                  </a:cubicBezTo>
                  <a:cubicBezTo>
                    <a:pt x="2239531" y="1201313"/>
                    <a:pt x="2359513" y="1172357"/>
                    <a:pt x="2475557" y="1144353"/>
                  </a:cubicBezTo>
                  <a:cubicBezTo>
                    <a:pt x="2508243" y="1136448"/>
                    <a:pt x="2541060" y="1128542"/>
                    <a:pt x="2573878" y="1120827"/>
                  </a:cubicBezTo>
                  <a:cubicBezTo>
                    <a:pt x="2684276" y="1094919"/>
                    <a:pt x="2797694" y="1071963"/>
                    <a:pt x="2907437" y="1049675"/>
                  </a:cubicBezTo>
                  <a:cubicBezTo>
                    <a:pt x="2978061" y="1035387"/>
                    <a:pt x="3051178" y="1020528"/>
                    <a:pt x="3122589" y="1005098"/>
                  </a:cubicBezTo>
                  <a:cubicBezTo>
                    <a:pt x="3206997" y="986810"/>
                    <a:pt x="3302823" y="966141"/>
                    <a:pt x="3391169" y="935756"/>
                  </a:cubicBezTo>
                  <a:cubicBezTo>
                    <a:pt x="3494479" y="900132"/>
                    <a:pt x="3578886" y="856508"/>
                    <a:pt x="3642290" y="806216"/>
                  </a:cubicBezTo>
                  <a:cubicBezTo>
                    <a:pt x="3720133" y="744303"/>
                    <a:pt x="3773953" y="668103"/>
                    <a:pt x="3825937" y="594475"/>
                  </a:cubicBezTo>
                  <a:cubicBezTo>
                    <a:pt x="3837621" y="577902"/>
                    <a:pt x="3849435" y="561233"/>
                    <a:pt x="3861381" y="544755"/>
                  </a:cubicBezTo>
                  <a:cubicBezTo>
                    <a:pt x="3889997" y="505416"/>
                    <a:pt x="3920715" y="465983"/>
                    <a:pt x="3950381" y="427978"/>
                  </a:cubicBezTo>
                  <a:cubicBezTo>
                    <a:pt x="4007353" y="354921"/>
                    <a:pt x="4066163" y="279388"/>
                    <a:pt x="4112370" y="201378"/>
                  </a:cubicBezTo>
                  <a:cubicBezTo>
                    <a:pt x="4144662" y="146800"/>
                    <a:pt x="4170785" y="89364"/>
                    <a:pt x="4195989" y="33834"/>
                  </a:cubicBezTo>
                  <a:close/>
                </a:path>
              </a:pathLst>
            </a:cu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a:p>
          </p:txBody>
        </p:sp>
      </p:grpSp>
      <p:pic>
        <p:nvPicPr>
          <p:cNvPr id="10" name="Picture 9" descr="A graph with blue and white bars&#10;&#10;AI-generated content may be incorrect.">
            <a:extLst>
              <a:ext uri="{FF2B5EF4-FFF2-40B4-BE49-F238E27FC236}">
                <a16:creationId xmlns:a16="http://schemas.microsoft.com/office/drawing/2014/main" id="{28655EFC-6571-8980-28A2-32DE8664E549}"/>
              </a:ext>
            </a:extLst>
          </p:cNvPr>
          <p:cNvPicPr>
            <a:picLocks noChangeAspect="1"/>
          </p:cNvPicPr>
          <p:nvPr/>
        </p:nvPicPr>
        <p:blipFill>
          <a:blip r:embed="rId2"/>
          <a:stretch>
            <a:fillRect/>
          </a:stretch>
        </p:blipFill>
        <p:spPr>
          <a:xfrm>
            <a:off x="838200" y="815707"/>
            <a:ext cx="10515600" cy="2812927"/>
          </a:xfrm>
          <a:prstGeom prst="rect">
            <a:avLst/>
          </a:prstGeom>
        </p:spPr>
      </p:pic>
      <p:grpSp>
        <p:nvGrpSpPr>
          <p:cNvPr id="134" name="Top left">
            <a:extLst>
              <a:ext uri="{FF2B5EF4-FFF2-40B4-BE49-F238E27FC236}">
                <a16:creationId xmlns:a16="http://schemas.microsoft.com/office/drawing/2014/main" id="{96BED12B-FE5D-4876-810D-5579D6E85AFA}"/>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10849" y="-3086"/>
            <a:ext cx="2198951" cy="3349518"/>
            <a:chOff x="10849" y="-3086"/>
            <a:chExt cx="2198951" cy="3349518"/>
          </a:xfrm>
        </p:grpSpPr>
        <p:sp>
          <p:nvSpPr>
            <p:cNvPr id="135" name="Freeform: Shape 134">
              <a:extLst>
                <a:ext uri="{FF2B5EF4-FFF2-40B4-BE49-F238E27FC236}">
                  <a16:creationId xmlns:a16="http://schemas.microsoft.com/office/drawing/2014/main" id="{22EB1789-3A9D-45E9-8CDD-C8063C513000}"/>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rot="10800000">
              <a:off x="692844" y="-3086"/>
              <a:ext cx="1326111" cy="597603"/>
            </a:xfrm>
            <a:custGeom>
              <a:avLst/>
              <a:gdLst>
                <a:gd name="connsiteX0" fmla="*/ 741051 w 1482102"/>
                <a:gd name="connsiteY0" fmla="*/ 0 h 679363"/>
                <a:gd name="connsiteX1" fmla="*/ 1473822 w 1482102"/>
                <a:gd name="connsiteY1" fmla="*/ 597226 h 679363"/>
                <a:gd name="connsiteX2" fmla="*/ 1482102 w 1482102"/>
                <a:gd name="connsiteY2" fmla="*/ 679363 h 679363"/>
                <a:gd name="connsiteX3" fmla="*/ 0 w 1482102"/>
                <a:gd name="connsiteY3" fmla="*/ 679363 h 679363"/>
                <a:gd name="connsiteX4" fmla="*/ 8280 w 1482102"/>
                <a:gd name="connsiteY4" fmla="*/ 597226 h 679363"/>
                <a:gd name="connsiteX5" fmla="*/ 741051 w 1482102"/>
                <a:gd name="connsiteY5" fmla="*/ 0 h 67936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1482102" h="679363">
                  <a:moveTo>
                    <a:pt x="741051" y="0"/>
                  </a:moveTo>
                  <a:cubicBezTo>
                    <a:pt x="1102506" y="0"/>
                    <a:pt x="1404077" y="256390"/>
                    <a:pt x="1473822" y="597226"/>
                  </a:cubicBezTo>
                  <a:lnTo>
                    <a:pt x="1482102" y="679363"/>
                  </a:lnTo>
                  <a:lnTo>
                    <a:pt x="0" y="679363"/>
                  </a:lnTo>
                  <a:lnTo>
                    <a:pt x="8280" y="597226"/>
                  </a:lnTo>
                  <a:cubicBezTo>
                    <a:pt x="78025" y="256390"/>
                    <a:pt x="379596" y="0"/>
                    <a:pt x="741051" y="0"/>
                  </a:cubicBezTo>
                  <a:close/>
                </a:path>
              </a:pathLst>
            </a:cu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dirty="0">
                <a:solidFill>
                  <a:schemeClr val="tx1">
                    <a:lumMod val="65000"/>
                    <a:lumOff val="35000"/>
                  </a:schemeClr>
                </a:solidFill>
                <a:latin typeface="AvenirNext LT Pro Medium" panose="020B0504020202020204" pitchFamily="34" charset="0"/>
              </a:endParaRPr>
            </a:p>
          </p:txBody>
        </p:sp>
        <p:sp>
          <p:nvSpPr>
            <p:cNvPr id="136" name="Freeform: Shape 135">
              <a:extLst>
                <a:ext uri="{FF2B5EF4-FFF2-40B4-BE49-F238E27FC236}">
                  <a16:creationId xmlns:a16="http://schemas.microsoft.com/office/drawing/2014/main" id="{17CA9CCF-CD57-438A-9A90-777CB891C5CF}"/>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19394" y="15241"/>
              <a:ext cx="2190406" cy="3331191"/>
            </a:xfrm>
            <a:custGeom>
              <a:avLst/>
              <a:gdLst>
                <a:gd name="connsiteX0" fmla="*/ 0 w 3296088"/>
                <a:gd name="connsiteY0" fmla="*/ 5012722 h 5012722"/>
                <a:gd name="connsiteX1" fmla="*/ 244031 w 3296088"/>
                <a:gd name="connsiteY1" fmla="*/ 4820222 h 5012722"/>
                <a:gd name="connsiteX2" fmla="*/ 729234 w 3296088"/>
                <a:gd name="connsiteY2" fmla="*/ 4360641 h 5012722"/>
                <a:gd name="connsiteX3" fmla="*/ 881444 w 3296088"/>
                <a:gd name="connsiteY3" fmla="*/ 4173950 h 5012722"/>
                <a:gd name="connsiteX4" fmla="*/ 1151287 w 3296088"/>
                <a:gd name="connsiteY4" fmla="*/ 3972877 h 5012722"/>
                <a:gd name="connsiteX5" fmla="*/ 1498664 w 3296088"/>
                <a:gd name="connsiteY5" fmla="*/ 3786188 h 5012722"/>
                <a:gd name="connsiteX6" fmla="*/ 1716881 w 3296088"/>
                <a:gd name="connsiteY6" fmla="*/ 3674174 h 5012722"/>
                <a:gd name="connsiteX7" fmla="*/ 1913573 w 3296088"/>
                <a:gd name="connsiteY7" fmla="*/ 3477387 h 5012722"/>
                <a:gd name="connsiteX8" fmla="*/ 2167700 w 3296088"/>
                <a:gd name="connsiteY8" fmla="*/ 3042190 h 5012722"/>
                <a:gd name="connsiteX9" fmla="*/ 2273903 w 3296088"/>
                <a:gd name="connsiteY9" fmla="*/ 2775014 h 5012722"/>
                <a:gd name="connsiteX10" fmla="*/ 2463356 w 3296088"/>
                <a:gd name="connsiteY10" fmla="*/ 2335530 h 5012722"/>
                <a:gd name="connsiteX11" fmla="*/ 2741866 w 3296088"/>
                <a:gd name="connsiteY11" fmla="*/ 1982248 h 5012722"/>
                <a:gd name="connsiteX12" fmla="*/ 2985897 w 3296088"/>
                <a:gd name="connsiteY12" fmla="*/ 1634681 h 5012722"/>
                <a:gd name="connsiteX13" fmla="*/ 3212687 w 3296088"/>
                <a:gd name="connsiteY13" fmla="*/ 1226820 h 5012722"/>
                <a:gd name="connsiteX14" fmla="*/ 3281553 w 3296088"/>
                <a:gd name="connsiteY14" fmla="*/ 959644 h 5012722"/>
                <a:gd name="connsiteX15" fmla="*/ 3295936 w 3296088"/>
                <a:gd name="connsiteY15" fmla="*/ 701135 h 5012722"/>
                <a:gd name="connsiteX16" fmla="*/ 3267266 w 3296088"/>
                <a:gd name="connsiteY16" fmla="*/ 436817 h 5012722"/>
                <a:gd name="connsiteX17" fmla="*/ 3105341 w 3296088"/>
                <a:gd name="connsiteY17" fmla="*/ 0 h 501272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Lst>
              <a:rect l="l" t="t" r="r" b="b"/>
              <a:pathLst>
                <a:path w="3296088" h="5012722">
                  <a:moveTo>
                    <a:pt x="0" y="5012722"/>
                  </a:moveTo>
                  <a:cubicBezTo>
                    <a:pt x="81820" y="4949095"/>
                    <a:pt x="163544" y="4885468"/>
                    <a:pt x="244031" y="4820222"/>
                  </a:cubicBezTo>
                  <a:cubicBezTo>
                    <a:pt x="417671" y="4679633"/>
                    <a:pt x="589883" y="4535139"/>
                    <a:pt x="729234" y="4360641"/>
                  </a:cubicBezTo>
                  <a:cubicBezTo>
                    <a:pt x="779431" y="4297776"/>
                    <a:pt x="825818" y="4231958"/>
                    <a:pt x="881444" y="4173950"/>
                  </a:cubicBezTo>
                  <a:cubicBezTo>
                    <a:pt x="959358" y="4092607"/>
                    <a:pt x="1054799" y="4031075"/>
                    <a:pt x="1151287" y="3972877"/>
                  </a:cubicBezTo>
                  <a:cubicBezTo>
                    <a:pt x="1263968" y="3904964"/>
                    <a:pt x="1379315" y="3841337"/>
                    <a:pt x="1498664" y="3786188"/>
                  </a:cubicBezTo>
                  <a:cubicBezTo>
                    <a:pt x="1573149" y="3751802"/>
                    <a:pt x="1649159" y="3720179"/>
                    <a:pt x="1716881" y="3674174"/>
                  </a:cubicBezTo>
                  <a:cubicBezTo>
                    <a:pt x="1794034" y="3621691"/>
                    <a:pt x="1856708" y="3551492"/>
                    <a:pt x="1913573" y="3477387"/>
                  </a:cubicBezTo>
                  <a:cubicBezTo>
                    <a:pt x="2016157" y="3343751"/>
                    <a:pt x="2099024" y="3196114"/>
                    <a:pt x="2167700" y="3042190"/>
                  </a:cubicBezTo>
                  <a:cubicBezTo>
                    <a:pt x="2206752" y="2954655"/>
                    <a:pt x="2241233" y="2865215"/>
                    <a:pt x="2273903" y="2775014"/>
                  </a:cubicBezTo>
                  <a:cubicBezTo>
                    <a:pt x="2328482" y="2624423"/>
                    <a:pt x="2379440" y="2471642"/>
                    <a:pt x="2463356" y="2335530"/>
                  </a:cubicBezTo>
                  <a:cubicBezTo>
                    <a:pt x="2542127" y="2207705"/>
                    <a:pt x="2647855" y="2099501"/>
                    <a:pt x="2741866" y="1982248"/>
                  </a:cubicBezTo>
                  <a:cubicBezTo>
                    <a:pt x="2830449" y="1871758"/>
                    <a:pt x="2908554" y="1753362"/>
                    <a:pt x="2985897" y="1634681"/>
                  </a:cubicBezTo>
                  <a:cubicBezTo>
                    <a:pt x="3071146" y="1503902"/>
                    <a:pt x="3156395" y="1372172"/>
                    <a:pt x="3212687" y="1226820"/>
                  </a:cubicBezTo>
                  <a:cubicBezTo>
                    <a:pt x="3246025" y="1140809"/>
                    <a:pt x="3268790" y="1051084"/>
                    <a:pt x="3281553" y="959644"/>
                  </a:cubicBezTo>
                  <a:cubicBezTo>
                    <a:pt x="3293555" y="874014"/>
                    <a:pt x="3296888" y="787527"/>
                    <a:pt x="3295936" y="701135"/>
                  </a:cubicBezTo>
                  <a:cubicBezTo>
                    <a:pt x="3294888" y="612172"/>
                    <a:pt x="3289268" y="523018"/>
                    <a:pt x="3267266" y="436817"/>
                  </a:cubicBezTo>
                  <a:cubicBezTo>
                    <a:pt x="3227832" y="282416"/>
                    <a:pt x="3105341" y="0"/>
                    <a:pt x="3105341" y="0"/>
                  </a:cubicBezTo>
                </a:path>
              </a:pathLst>
            </a:custGeom>
            <a:noFill/>
            <a:ln w="9525" cap="rnd">
              <a:solidFill>
                <a:schemeClr val="accent2">
                  <a:alpha val="50000"/>
                </a:schemeClr>
              </a:solidFill>
              <a:prstDash val="lgDash"/>
              <a:round/>
            </a:ln>
          </p:spPr>
          <p:txBody>
            <a:bodyPr rtlCol="0" anchor="ctr"/>
            <a:lstStyle/>
            <a:p>
              <a:endParaRPr lang="en-US"/>
            </a:p>
          </p:txBody>
        </p:sp>
        <p:sp>
          <p:nvSpPr>
            <p:cNvPr id="137" name="Freeform: Shape 136">
              <a:extLst>
                <a:ext uri="{FF2B5EF4-FFF2-40B4-BE49-F238E27FC236}">
                  <a16:creationId xmlns:a16="http://schemas.microsoft.com/office/drawing/2014/main" id="{A0CE73CE-4EED-4313-8396-3E701096DE79}"/>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10849" y="15178"/>
              <a:ext cx="1978674" cy="3074959"/>
            </a:xfrm>
            <a:custGeom>
              <a:avLst/>
              <a:gdLst>
                <a:gd name="connsiteX0" fmla="*/ 0 w 2977477"/>
                <a:gd name="connsiteY0" fmla="*/ 4627150 h 4627149"/>
                <a:gd name="connsiteX1" fmla="*/ 275082 w 2977477"/>
                <a:gd name="connsiteY1" fmla="*/ 4341590 h 4627149"/>
                <a:gd name="connsiteX2" fmla="*/ 502825 w 2977477"/>
                <a:gd name="connsiteY2" fmla="*/ 4054126 h 4627149"/>
                <a:gd name="connsiteX3" fmla="*/ 666179 w 2977477"/>
                <a:gd name="connsiteY3" fmla="*/ 3890677 h 4627149"/>
                <a:gd name="connsiteX4" fmla="*/ 864203 w 2977477"/>
                <a:gd name="connsiteY4" fmla="*/ 3675983 h 4627149"/>
                <a:gd name="connsiteX5" fmla="*/ 982599 w 2977477"/>
                <a:gd name="connsiteY5" fmla="*/ 3557492 h 4627149"/>
                <a:gd name="connsiteX6" fmla="*/ 1188244 w 2977477"/>
                <a:gd name="connsiteY6" fmla="*/ 3329654 h 4627149"/>
                <a:gd name="connsiteX7" fmla="*/ 1344740 w 2977477"/>
                <a:gd name="connsiteY7" fmla="*/ 3146774 h 4627149"/>
                <a:gd name="connsiteX8" fmla="*/ 1470755 w 2977477"/>
                <a:gd name="connsiteY8" fmla="*/ 2984659 h 4627149"/>
                <a:gd name="connsiteX9" fmla="*/ 1657636 w 2977477"/>
                <a:gd name="connsiteY9" fmla="*/ 2670239 h 4627149"/>
                <a:gd name="connsiteX10" fmla="*/ 1762887 w 2977477"/>
                <a:gd name="connsiteY10" fmla="*/ 2473547 h 4627149"/>
                <a:gd name="connsiteX11" fmla="*/ 1866710 w 2977477"/>
                <a:gd name="connsiteY11" fmla="*/ 2290667 h 4627149"/>
                <a:gd name="connsiteX12" fmla="*/ 2106263 w 2977477"/>
                <a:gd name="connsiteY12" fmla="*/ 2030254 h 4627149"/>
                <a:gd name="connsiteX13" fmla="*/ 2277237 w 2977477"/>
                <a:gd name="connsiteY13" fmla="*/ 1859185 h 4627149"/>
                <a:gd name="connsiteX14" fmla="*/ 2499455 w 2977477"/>
                <a:gd name="connsiteY14" fmla="*/ 1656207 h 4627149"/>
                <a:gd name="connsiteX15" fmla="*/ 2707100 w 2977477"/>
                <a:gd name="connsiteY15" fmla="*/ 1390269 h 4627149"/>
                <a:gd name="connsiteX16" fmla="*/ 2812352 w 2977477"/>
                <a:gd name="connsiteY16" fmla="*/ 1230916 h 4627149"/>
                <a:gd name="connsiteX17" fmla="*/ 2898172 w 2977477"/>
                <a:gd name="connsiteY17" fmla="*/ 1036987 h 4627149"/>
                <a:gd name="connsiteX18" fmla="*/ 2963228 w 2977477"/>
                <a:gd name="connsiteY18" fmla="*/ 850011 h 4627149"/>
                <a:gd name="connsiteX19" fmla="*/ 2977325 w 2977477"/>
                <a:gd name="connsiteY19" fmla="*/ 745427 h 4627149"/>
                <a:gd name="connsiteX20" fmla="*/ 2929509 w 2977477"/>
                <a:gd name="connsiteY20" fmla="*/ 480155 h 4627149"/>
                <a:gd name="connsiteX21" fmla="*/ 2563082 w 2977477"/>
                <a:gd name="connsiteY21" fmla="*/ 0 h 462714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Lst>
              <a:rect l="l" t="t" r="r" b="b"/>
              <a:pathLst>
                <a:path w="2977477" h="4627149">
                  <a:moveTo>
                    <a:pt x="0" y="4627150"/>
                  </a:moveTo>
                  <a:cubicBezTo>
                    <a:pt x="79820" y="4552283"/>
                    <a:pt x="203835" y="4424648"/>
                    <a:pt x="275082" y="4341590"/>
                  </a:cubicBezTo>
                  <a:cubicBezTo>
                    <a:pt x="354711" y="4248722"/>
                    <a:pt x="421005" y="4145090"/>
                    <a:pt x="502825" y="4054126"/>
                  </a:cubicBezTo>
                  <a:cubicBezTo>
                    <a:pt x="554355" y="3996881"/>
                    <a:pt x="612362" y="3945827"/>
                    <a:pt x="666179" y="3890677"/>
                  </a:cubicBezTo>
                  <a:cubicBezTo>
                    <a:pt x="734187" y="3821049"/>
                    <a:pt x="796671" y="3746183"/>
                    <a:pt x="864203" y="3675983"/>
                  </a:cubicBezTo>
                  <a:cubicBezTo>
                    <a:pt x="902875" y="3635788"/>
                    <a:pt x="943642" y="3597593"/>
                    <a:pt x="982599" y="3557492"/>
                  </a:cubicBezTo>
                  <a:cubicBezTo>
                    <a:pt x="1053941" y="3484150"/>
                    <a:pt x="1121378" y="3407093"/>
                    <a:pt x="1188244" y="3329654"/>
                  </a:cubicBezTo>
                  <a:cubicBezTo>
                    <a:pt x="1240631" y="3268885"/>
                    <a:pt x="1293495" y="3208496"/>
                    <a:pt x="1344740" y="3146774"/>
                  </a:cubicBezTo>
                  <a:cubicBezTo>
                    <a:pt x="1388459" y="3094101"/>
                    <a:pt x="1431512" y="3040761"/>
                    <a:pt x="1470755" y="2984659"/>
                  </a:cubicBezTo>
                  <a:cubicBezTo>
                    <a:pt x="1540764" y="2884646"/>
                    <a:pt x="1598771" y="2777109"/>
                    <a:pt x="1657636" y="2670239"/>
                  </a:cubicBezTo>
                  <a:cubicBezTo>
                    <a:pt x="1693545" y="2605088"/>
                    <a:pt x="1728502" y="2539460"/>
                    <a:pt x="1762887" y="2473547"/>
                  </a:cubicBezTo>
                  <a:cubicBezTo>
                    <a:pt x="1795367" y="2411349"/>
                    <a:pt x="1826419" y="2348103"/>
                    <a:pt x="1866710" y="2290667"/>
                  </a:cubicBezTo>
                  <a:cubicBezTo>
                    <a:pt x="1934623" y="2193893"/>
                    <a:pt x="2022729" y="2114169"/>
                    <a:pt x="2106263" y="2030254"/>
                  </a:cubicBezTo>
                  <a:cubicBezTo>
                    <a:pt x="2163128" y="1973104"/>
                    <a:pt x="2218182" y="1914049"/>
                    <a:pt x="2277237" y="1859185"/>
                  </a:cubicBezTo>
                  <a:cubicBezTo>
                    <a:pt x="2350770" y="1790891"/>
                    <a:pt x="2430304" y="1728978"/>
                    <a:pt x="2499455" y="1656207"/>
                  </a:cubicBezTo>
                  <a:cubicBezTo>
                    <a:pt x="2576989" y="1574578"/>
                    <a:pt x="2641568" y="1481900"/>
                    <a:pt x="2707100" y="1390269"/>
                  </a:cubicBezTo>
                  <a:cubicBezTo>
                    <a:pt x="2744153" y="1338453"/>
                    <a:pt x="2781586" y="1286732"/>
                    <a:pt x="2812352" y="1230916"/>
                  </a:cubicBezTo>
                  <a:cubicBezTo>
                    <a:pt x="2846546" y="1168908"/>
                    <a:pt x="2872550" y="1102900"/>
                    <a:pt x="2898172" y="1036987"/>
                  </a:cubicBezTo>
                  <a:cubicBezTo>
                    <a:pt x="2922175" y="975455"/>
                    <a:pt x="2948273" y="914305"/>
                    <a:pt x="2963228" y="850011"/>
                  </a:cubicBezTo>
                  <a:cubicBezTo>
                    <a:pt x="2971229" y="815626"/>
                    <a:pt x="2976563" y="780764"/>
                    <a:pt x="2977325" y="745427"/>
                  </a:cubicBezTo>
                  <a:cubicBezTo>
                    <a:pt x="2979230" y="654844"/>
                    <a:pt x="2963323" y="564261"/>
                    <a:pt x="2929509" y="480155"/>
                  </a:cubicBezTo>
                  <a:cubicBezTo>
                    <a:pt x="2851309" y="285655"/>
                    <a:pt x="2563082" y="0"/>
                    <a:pt x="2563082" y="0"/>
                  </a:cubicBezTo>
                </a:path>
              </a:pathLst>
            </a:custGeom>
            <a:noFill/>
            <a:ln w="9525" cap="rnd">
              <a:solidFill>
                <a:schemeClr val="accent2">
                  <a:alpha val="50000"/>
                </a:schemeClr>
              </a:solidFill>
              <a:prstDash val="lgDash"/>
              <a:round/>
            </a:ln>
          </p:spPr>
          <p:txBody>
            <a:bodyPr rtlCol="0" anchor="ctr"/>
            <a:lstStyle/>
            <a:p>
              <a:endParaRPr lang="en-US"/>
            </a:p>
          </p:txBody>
        </p:sp>
        <p:sp>
          <p:nvSpPr>
            <p:cNvPr id="138" name="Freeform: Shape 137">
              <a:extLst>
                <a:ext uri="{FF2B5EF4-FFF2-40B4-BE49-F238E27FC236}">
                  <a16:creationId xmlns:a16="http://schemas.microsoft.com/office/drawing/2014/main" id="{680AC3D6-983B-4840-BB53-F3C27CBCB20A}"/>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25092" y="15178"/>
              <a:ext cx="1566146" cy="2737264"/>
            </a:xfrm>
            <a:custGeom>
              <a:avLst/>
              <a:gdLst>
                <a:gd name="connsiteX0" fmla="*/ 1707071 w 2356712"/>
                <a:gd name="connsiteY0" fmla="*/ 0 h 4118991"/>
                <a:gd name="connsiteX1" fmla="*/ 1824514 w 2356712"/>
                <a:gd name="connsiteY1" fmla="*/ 244697 h 4118991"/>
                <a:gd name="connsiteX2" fmla="*/ 1908715 w 2356712"/>
                <a:gd name="connsiteY2" fmla="*/ 328994 h 4118991"/>
                <a:gd name="connsiteX3" fmla="*/ 2226469 w 2356712"/>
                <a:gd name="connsiteY3" fmla="*/ 603695 h 4118991"/>
                <a:gd name="connsiteX4" fmla="*/ 2355628 w 2356712"/>
                <a:gd name="connsiteY4" fmla="*/ 900494 h 4118991"/>
                <a:gd name="connsiteX5" fmla="*/ 2281428 w 2356712"/>
                <a:gd name="connsiteY5" fmla="*/ 1206913 h 4118991"/>
                <a:gd name="connsiteX6" fmla="*/ 2092452 w 2356712"/>
                <a:gd name="connsiteY6" fmla="*/ 1460659 h 4118991"/>
                <a:gd name="connsiteX7" fmla="*/ 1834039 w 2356712"/>
                <a:gd name="connsiteY7" fmla="*/ 1625822 h 4118991"/>
                <a:gd name="connsiteX8" fmla="*/ 1558862 w 2356712"/>
                <a:gd name="connsiteY8" fmla="*/ 1743075 h 4118991"/>
                <a:gd name="connsiteX9" fmla="*/ 1386554 w 2356712"/>
                <a:gd name="connsiteY9" fmla="*/ 1869948 h 4118991"/>
                <a:gd name="connsiteX10" fmla="*/ 1271683 w 2356712"/>
                <a:gd name="connsiteY10" fmla="*/ 2073402 h 4118991"/>
                <a:gd name="connsiteX11" fmla="*/ 1178338 w 2356712"/>
                <a:gd name="connsiteY11" fmla="*/ 2355914 h 4118991"/>
                <a:gd name="connsiteX12" fmla="*/ 1113758 w 2356712"/>
                <a:gd name="connsiteY12" fmla="*/ 2578513 h 4118991"/>
                <a:gd name="connsiteX13" fmla="*/ 1034796 w 2356712"/>
                <a:gd name="connsiteY13" fmla="*/ 2834640 h 4118991"/>
                <a:gd name="connsiteX14" fmla="*/ 905637 w 2356712"/>
                <a:gd name="connsiteY14" fmla="*/ 3081242 h 4118991"/>
                <a:gd name="connsiteX15" fmla="*/ 793147 w 2356712"/>
                <a:gd name="connsiteY15" fmla="*/ 3258407 h 4118991"/>
                <a:gd name="connsiteX16" fmla="*/ 546735 w 2356712"/>
                <a:gd name="connsiteY16" fmla="*/ 3571970 h 4118991"/>
                <a:gd name="connsiteX17" fmla="*/ 346996 w 2356712"/>
                <a:gd name="connsiteY17" fmla="*/ 3771900 h 4118991"/>
                <a:gd name="connsiteX18" fmla="*/ 174689 w 2356712"/>
                <a:gd name="connsiteY18" fmla="*/ 3944207 h 4118991"/>
                <a:gd name="connsiteX19" fmla="*/ 0 w 2356712"/>
                <a:gd name="connsiteY19" fmla="*/ 4118991 h 411899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Lst>
              <a:rect l="l" t="t" r="r" b="b"/>
              <a:pathLst>
                <a:path w="2356712" h="4118991">
                  <a:moveTo>
                    <a:pt x="1707071" y="0"/>
                  </a:moveTo>
                  <a:cubicBezTo>
                    <a:pt x="1715357" y="22098"/>
                    <a:pt x="1812608" y="224409"/>
                    <a:pt x="1824514" y="244697"/>
                  </a:cubicBezTo>
                  <a:cubicBezTo>
                    <a:pt x="1844802" y="279273"/>
                    <a:pt x="1876996" y="304324"/>
                    <a:pt x="1908715" y="328994"/>
                  </a:cubicBezTo>
                  <a:cubicBezTo>
                    <a:pt x="2019967" y="415195"/>
                    <a:pt x="2137886" y="494633"/>
                    <a:pt x="2226469" y="603695"/>
                  </a:cubicBezTo>
                  <a:cubicBezTo>
                    <a:pt x="2296287" y="689610"/>
                    <a:pt x="2347817" y="790480"/>
                    <a:pt x="2355628" y="900494"/>
                  </a:cubicBezTo>
                  <a:cubicBezTo>
                    <a:pt x="2363248" y="1007078"/>
                    <a:pt x="2329910" y="1111187"/>
                    <a:pt x="2281428" y="1206913"/>
                  </a:cubicBezTo>
                  <a:cubicBezTo>
                    <a:pt x="2233422" y="1301877"/>
                    <a:pt x="2170938" y="1388936"/>
                    <a:pt x="2092452" y="1460659"/>
                  </a:cubicBezTo>
                  <a:cubicBezTo>
                    <a:pt x="2016538" y="1530001"/>
                    <a:pt x="1927765" y="1583436"/>
                    <a:pt x="1834039" y="1625822"/>
                  </a:cubicBezTo>
                  <a:cubicBezTo>
                    <a:pt x="1743075" y="1666970"/>
                    <a:pt x="1647730" y="1697736"/>
                    <a:pt x="1558862" y="1743075"/>
                  </a:cubicBezTo>
                  <a:cubicBezTo>
                    <a:pt x="1494758" y="1775841"/>
                    <a:pt x="1434275" y="1816132"/>
                    <a:pt x="1386554" y="1869948"/>
                  </a:cubicBezTo>
                  <a:cubicBezTo>
                    <a:pt x="1334548" y="1928622"/>
                    <a:pt x="1300544" y="2000345"/>
                    <a:pt x="1271683" y="2073402"/>
                  </a:cubicBezTo>
                  <a:cubicBezTo>
                    <a:pt x="1235202" y="2165699"/>
                    <a:pt x="1206722" y="2260759"/>
                    <a:pt x="1178338" y="2355914"/>
                  </a:cubicBezTo>
                  <a:cubicBezTo>
                    <a:pt x="1156240" y="2429923"/>
                    <a:pt x="1134237" y="2504028"/>
                    <a:pt x="1113758" y="2578513"/>
                  </a:cubicBezTo>
                  <a:cubicBezTo>
                    <a:pt x="1090041" y="2664714"/>
                    <a:pt x="1068134" y="2751678"/>
                    <a:pt x="1034796" y="2834640"/>
                  </a:cubicBezTo>
                  <a:cubicBezTo>
                    <a:pt x="1000125" y="2920841"/>
                    <a:pt x="953643" y="3001613"/>
                    <a:pt x="905637" y="3081242"/>
                  </a:cubicBezTo>
                  <a:cubicBezTo>
                    <a:pt x="869442" y="3141155"/>
                    <a:pt x="832295" y="3200400"/>
                    <a:pt x="793147" y="3258407"/>
                  </a:cubicBezTo>
                  <a:cubicBezTo>
                    <a:pt x="718661" y="3368802"/>
                    <a:pt x="637223" y="3474434"/>
                    <a:pt x="546735" y="3571970"/>
                  </a:cubicBezTo>
                  <a:cubicBezTo>
                    <a:pt x="482632" y="3641027"/>
                    <a:pt x="414147" y="3705797"/>
                    <a:pt x="346996" y="3771900"/>
                  </a:cubicBezTo>
                  <a:cubicBezTo>
                    <a:pt x="288989" y="3828764"/>
                    <a:pt x="232029" y="3886676"/>
                    <a:pt x="174689" y="3944207"/>
                  </a:cubicBezTo>
                  <a:cubicBezTo>
                    <a:pt x="116586" y="4002596"/>
                    <a:pt x="58293" y="4060698"/>
                    <a:pt x="0" y="4118991"/>
                  </a:cubicBezTo>
                </a:path>
              </a:pathLst>
            </a:custGeom>
            <a:noFill/>
            <a:ln w="9525" cap="rnd">
              <a:solidFill>
                <a:schemeClr val="accent2">
                  <a:alpha val="50000"/>
                </a:schemeClr>
              </a:solidFill>
              <a:prstDash val="lgDash"/>
              <a:round/>
            </a:ln>
          </p:spPr>
          <p:txBody>
            <a:bodyPr rtlCol="0" anchor="ctr"/>
            <a:lstStyle/>
            <a:p>
              <a:endParaRPr lang="en-US"/>
            </a:p>
          </p:txBody>
        </p:sp>
        <p:sp>
          <p:nvSpPr>
            <p:cNvPr id="139" name="Freeform: Shape 138">
              <a:extLst>
                <a:ext uri="{FF2B5EF4-FFF2-40B4-BE49-F238E27FC236}">
                  <a16:creationId xmlns:a16="http://schemas.microsoft.com/office/drawing/2014/main" id="{F45DFDBC-0EF7-4972-A2FD-5589DCF4D351}"/>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10849" y="15178"/>
              <a:ext cx="1368431" cy="2644975"/>
            </a:xfrm>
            <a:custGeom>
              <a:avLst/>
              <a:gdLst>
                <a:gd name="connsiteX0" fmla="*/ 0 w 2059193"/>
                <a:gd name="connsiteY0" fmla="*/ 3980116 h 3980116"/>
                <a:gd name="connsiteX1" fmla="*/ 471583 w 2059193"/>
                <a:gd name="connsiteY1" fmla="*/ 3515678 h 3980116"/>
                <a:gd name="connsiteX2" fmla="*/ 758666 w 2059193"/>
                <a:gd name="connsiteY2" fmla="*/ 3163824 h 3980116"/>
                <a:gd name="connsiteX3" fmla="*/ 940499 w 2059193"/>
                <a:gd name="connsiteY3" fmla="*/ 2780824 h 3980116"/>
                <a:gd name="connsiteX4" fmla="*/ 1055370 w 2059193"/>
                <a:gd name="connsiteY4" fmla="*/ 2242185 h 3980116"/>
                <a:gd name="connsiteX5" fmla="*/ 1136714 w 2059193"/>
                <a:gd name="connsiteY5" fmla="*/ 1878330 h 3980116"/>
                <a:gd name="connsiteX6" fmla="*/ 1246727 w 2059193"/>
                <a:gd name="connsiteY6" fmla="*/ 1562386 h 3980116"/>
                <a:gd name="connsiteX7" fmla="*/ 1378363 w 2059193"/>
                <a:gd name="connsiteY7" fmla="*/ 1430750 h 3980116"/>
                <a:gd name="connsiteX8" fmla="*/ 1691831 w 2059193"/>
                <a:gd name="connsiteY8" fmla="*/ 1394841 h 3980116"/>
                <a:gd name="connsiteX9" fmla="*/ 1914335 w 2059193"/>
                <a:gd name="connsiteY9" fmla="*/ 1323023 h 3980116"/>
                <a:gd name="connsiteX10" fmla="*/ 2055495 w 2059193"/>
                <a:gd name="connsiteY10" fmla="*/ 1098042 h 3980116"/>
                <a:gd name="connsiteX11" fmla="*/ 2033969 w 2059193"/>
                <a:gd name="connsiteY11" fmla="*/ 930497 h 3980116"/>
                <a:gd name="connsiteX12" fmla="*/ 1885664 w 2059193"/>
                <a:gd name="connsiteY12" fmla="*/ 760571 h 3980116"/>
                <a:gd name="connsiteX13" fmla="*/ 1636871 w 2059193"/>
                <a:gd name="connsiteY13" fmla="*/ 612172 h 3980116"/>
                <a:gd name="connsiteX14" fmla="*/ 1335405 w 2059193"/>
                <a:gd name="connsiteY14" fmla="*/ 459010 h 3980116"/>
                <a:gd name="connsiteX15" fmla="*/ 1234916 w 2059193"/>
                <a:gd name="connsiteY15" fmla="*/ 269939 h 3980116"/>
                <a:gd name="connsiteX16" fmla="*/ 1386935 w 2059193"/>
                <a:gd name="connsiteY16" fmla="*/ 0 h 398011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Lst>
              <a:rect l="l" t="t" r="r" b="b"/>
              <a:pathLst>
                <a:path w="2059193" h="3980116">
                  <a:moveTo>
                    <a:pt x="0" y="3980116"/>
                  </a:moveTo>
                  <a:cubicBezTo>
                    <a:pt x="91345" y="3889534"/>
                    <a:pt x="382715" y="3608737"/>
                    <a:pt x="471583" y="3515678"/>
                  </a:cubicBezTo>
                  <a:cubicBezTo>
                    <a:pt x="576358" y="3405949"/>
                    <a:pt x="675989" y="3290983"/>
                    <a:pt x="758666" y="3163824"/>
                  </a:cubicBezTo>
                  <a:cubicBezTo>
                    <a:pt x="836105" y="3044857"/>
                    <a:pt x="897445" y="2916079"/>
                    <a:pt x="940499" y="2780824"/>
                  </a:cubicBezTo>
                  <a:cubicBezTo>
                    <a:pt x="996315" y="2605754"/>
                    <a:pt x="1020985" y="2422874"/>
                    <a:pt x="1055370" y="2242185"/>
                  </a:cubicBezTo>
                  <a:cubicBezTo>
                    <a:pt x="1078611" y="2120075"/>
                    <a:pt x="1107472" y="1999107"/>
                    <a:pt x="1136714" y="1878330"/>
                  </a:cubicBezTo>
                  <a:cubicBezTo>
                    <a:pt x="1163098" y="1769174"/>
                    <a:pt x="1189482" y="1658588"/>
                    <a:pt x="1246727" y="1562386"/>
                  </a:cubicBezTo>
                  <a:cubicBezTo>
                    <a:pt x="1279208" y="1507808"/>
                    <a:pt x="1321689" y="1459039"/>
                    <a:pt x="1378363" y="1430750"/>
                  </a:cubicBezTo>
                  <a:cubicBezTo>
                    <a:pt x="1473327" y="1383221"/>
                    <a:pt x="1584865" y="1402652"/>
                    <a:pt x="1691831" y="1394841"/>
                  </a:cubicBezTo>
                  <a:cubicBezTo>
                    <a:pt x="1771079" y="1389031"/>
                    <a:pt x="1849279" y="1368266"/>
                    <a:pt x="1914335" y="1323023"/>
                  </a:cubicBezTo>
                  <a:cubicBezTo>
                    <a:pt x="1989963" y="1270445"/>
                    <a:pt x="2041493" y="1189101"/>
                    <a:pt x="2055495" y="1098042"/>
                  </a:cubicBezTo>
                  <a:cubicBezTo>
                    <a:pt x="2064258" y="1041178"/>
                    <a:pt x="2057591" y="982980"/>
                    <a:pt x="2033969" y="930497"/>
                  </a:cubicBezTo>
                  <a:cubicBezTo>
                    <a:pt x="2002727" y="861060"/>
                    <a:pt x="1945958" y="807625"/>
                    <a:pt x="1885664" y="760571"/>
                  </a:cubicBezTo>
                  <a:cubicBezTo>
                    <a:pt x="1809179" y="700945"/>
                    <a:pt x="1725549" y="651415"/>
                    <a:pt x="1636871" y="612172"/>
                  </a:cubicBezTo>
                  <a:cubicBezTo>
                    <a:pt x="1532763" y="566071"/>
                    <a:pt x="1421606" y="532543"/>
                    <a:pt x="1335405" y="459010"/>
                  </a:cubicBezTo>
                  <a:cubicBezTo>
                    <a:pt x="1277969" y="409956"/>
                    <a:pt x="1232059" y="344615"/>
                    <a:pt x="1234916" y="269939"/>
                  </a:cubicBezTo>
                  <a:cubicBezTo>
                    <a:pt x="1237012" y="211741"/>
                    <a:pt x="1386935" y="0"/>
                    <a:pt x="1386935" y="0"/>
                  </a:cubicBezTo>
                </a:path>
              </a:pathLst>
            </a:custGeom>
            <a:noFill/>
            <a:ln w="9525" cap="rnd">
              <a:solidFill>
                <a:schemeClr val="accent2">
                  <a:alpha val="50000"/>
                </a:schemeClr>
              </a:solidFill>
              <a:prstDash val="lgDash"/>
              <a:round/>
            </a:ln>
          </p:spPr>
          <p:txBody>
            <a:bodyPr rtlCol="0" anchor="ctr"/>
            <a:lstStyle/>
            <a:p>
              <a:endParaRPr lang="en-US"/>
            </a:p>
          </p:txBody>
        </p:sp>
        <p:sp>
          <p:nvSpPr>
            <p:cNvPr id="140" name="Freeform: Shape 139">
              <a:extLst>
                <a:ext uri="{FF2B5EF4-FFF2-40B4-BE49-F238E27FC236}">
                  <a16:creationId xmlns:a16="http://schemas.microsoft.com/office/drawing/2014/main" id="{35F3B204-B3FF-4D3D-A08D-2848E22B0257}"/>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18825" y="543780"/>
              <a:ext cx="494287" cy="1905590"/>
            </a:xfrm>
            <a:custGeom>
              <a:avLst/>
              <a:gdLst>
                <a:gd name="connsiteX0" fmla="*/ 11144 w 743796"/>
                <a:gd name="connsiteY0" fmla="*/ 0 h 2867501"/>
                <a:gd name="connsiteX1" fmla="*/ 353663 w 743796"/>
                <a:gd name="connsiteY1" fmla="*/ 55245 h 2867501"/>
                <a:gd name="connsiteX2" fmla="*/ 571405 w 743796"/>
                <a:gd name="connsiteY2" fmla="*/ 179737 h 2867501"/>
                <a:gd name="connsiteX3" fmla="*/ 688658 w 743796"/>
                <a:gd name="connsiteY3" fmla="*/ 368808 h 2867501"/>
                <a:gd name="connsiteX4" fmla="*/ 731711 w 743796"/>
                <a:gd name="connsiteY4" fmla="*/ 612934 h 2867501"/>
                <a:gd name="connsiteX5" fmla="*/ 725233 w 743796"/>
                <a:gd name="connsiteY5" fmla="*/ 995648 h 2867501"/>
                <a:gd name="connsiteX6" fmla="*/ 742855 w 743796"/>
                <a:gd name="connsiteY6" fmla="*/ 1499330 h 2867501"/>
                <a:gd name="connsiteX7" fmla="*/ 707898 w 743796"/>
                <a:gd name="connsiteY7" fmla="*/ 1793081 h 2867501"/>
                <a:gd name="connsiteX8" fmla="*/ 633222 w 743796"/>
                <a:gd name="connsiteY8" fmla="*/ 2073592 h 2867501"/>
                <a:gd name="connsiteX9" fmla="*/ 404527 w 743796"/>
                <a:gd name="connsiteY9" fmla="*/ 2472404 h 2867501"/>
                <a:gd name="connsiteX10" fmla="*/ 0 w 743796"/>
                <a:gd name="connsiteY10" fmla="*/ 2867501 h 286750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743796" h="2867501">
                  <a:moveTo>
                    <a:pt x="11144" y="0"/>
                  </a:moveTo>
                  <a:cubicBezTo>
                    <a:pt x="101060" y="2953"/>
                    <a:pt x="268796" y="25146"/>
                    <a:pt x="353663" y="55245"/>
                  </a:cubicBezTo>
                  <a:cubicBezTo>
                    <a:pt x="433483" y="83534"/>
                    <a:pt x="510635" y="120967"/>
                    <a:pt x="571405" y="179737"/>
                  </a:cubicBezTo>
                  <a:cubicBezTo>
                    <a:pt x="625412" y="231934"/>
                    <a:pt x="663607" y="297942"/>
                    <a:pt x="688658" y="368808"/>
                  </a:cubicBezTo>
                  <a:cubicBezTo>
                    <a:pt x="716375" y="447103"/>
                    <a:pt x="727996" y="529876"/>
                    <a:pt x="731711" y="612934"/>
                  </a:cubicBezTo>
                  <a:cubicBezTo>
                    <a:pt x="737426" y="740474"/>
                    <a:pt x="724948" y="867918"/>
                    <a:pt x="725233" y="995648"/>
                  </a:cubicBezTo>
                  <a:cubicBezTo>
                    <a:pt x="725710" y="1163765"/>
                    <a:pt x="748665" y="1331309"/>
                    <a:pt x="742855" y="1499330"/>
                  </a:cubicBezTo>
                  <a:cubicBezTo>
                    <a:pt x="739426" y="1598009"/>
                    <a:pt x="725996" y="1696022"/>
                    <a:pt x="707898" y="1793081"/>
                  </a:cubicBezTo>
                  <a:cubicBezTo>
                    <a:pt x="690086" y="1888426"/>
                    <a:pt x="666845" y="1982724"/>
                    <a:pt x="633222" y="2073592"/>
                  </a:cubicBezTo>
                  <a:cubicBezTo>
                    <a:pt x="579692" y="2218182"/>
                    <a:pt x="499682" y="2351056"/>
                    <a:pt x="404527" y="2472404"/>
                  </a:cubicBezTo>
                  <a:cubicBezTo>
                    <a:pt x="266033" y="2648902"/>
                    <a:pt x="179642" y="2732818"/>
                    <a:pt x="0" y="2867501"/>
                  </a:cubicBezTo>
                </a:path>
              </a:pathLst>
            </a:custGeom>
            <a:noFill/>
            <a:ln w="9525" cap="rnd">
              <a:solidFill>
                <a:schemeClr val="accent2">
                  <a:alpha val="50000"/>
                </a:schemeClr>
              </a:solidFill>
              <a:prstDash val="lgDash"/>
              <a:round/>
            </a:ln>
          </p:spPr>
          <p:txBody>
            <a:bodyPr rtlCol="0" anchor="ctr"/>
            <a:lstStyle/>
            <a:p>
              <a:endParaRPr lang="en-US"/>
            </a:p>
          </p:txBody>
        </p:sp>
        <p:sp>
          <p:nvSpPr>
            <p:cNvPr id="141" name="Freeform: Shape 140">
              <a:extLst>
                <a:ext uri="{FF2B5EF4-FFF2-40B4-BE49-F238E27FC236}">
                  <a16:creationId xmlns:a16="http://schemas.microsoft.com/office/drawing/2014/main" id="{C5F2879E-E3AA-4758-A22D-0DD2AF77183D}"/>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10849" y="672286"/>
              <a:ext cx="396930" cy="1690303"/>
            </a:xfrm>
            <a:custGeom>
              <a:avLst/>
              <a:gdLst>
                <a:gd name="connsiteX0" fmla="*/ 16478 w 597294"/>
                <a:gd name="connsiteY0" fmla="*/ 2079 h 2543540"/>
                <a:gd name="connsiteX1" fmla="*/ 299847 w 597294"/>
                <a:gd name="connsiteY1" fmla="*/ 53991 h 2543540"/>
                <a:gd name="connsiteX2" fmla="*/ 503206 w 597294"/>
                <a:gd name="connsiteY2" fmla="*/ 291354 h 2543540"/>
                <a:gd name="connsiteX3" fmla="*/ 525113 w 597294"/>
                <a:gd name="connsiteY3" fmla="*/ 724265 h 2543540"/>
                <a:gd name="connsiteX4" fmla="*/ 578930 w 597294"/>
                <a:gd name="connsiteY4" fmla="*/ 1117267 h 2543540"/>
                <a:gd name="connsiteX5" fmla="*/ 592931 w 597294"/>
                <a:gd name="connsiteY5" fmla="*/ 1476359 h 2543540"/>
                <a:gd name="connsiteX6" fmla="*/ 503206 w 597294"/>
                <a:gd name="connsiteY6" fmla="*/ 1859359 h 2543540"/>
                <a:gd name="connsiteX7" fmla="*/ 291846 w 597294"/>
                <a:gd name="connsiteY7" fmla="*/ 2250361 h 2543540"/>
                <a:gd name="connsiteX8" fmla="*/ 0 w 597294"/>
                <a:gd name="connsiteY8" fmla="*/ 2543540 h 254354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597294" h="2543540">
                  <a:moveTo>
                    <a:pt x="16478" y="2079"/>
                  </a:moveTo>
                  <a:cubicBezTo>
                    <a:pt x="101441" y="-6684"/>
                    <a:pt x="224885" y="12557"/>
                    <a:pt x="299847" y="53991"/>
                  </a:cubicBezTo>
                  <a:cubicBezTo>
                    <a:pt x="394240" y="106092"/>
                    <a:pt x="468440" y="189341"/>
                    <a:pt x="503206" y="291354"/>
                  </a:cubicBezTo>
                  <a:cubicBezTo>
                    <a:pt x="550069" y="429085"/>
                    <a:pt x="520827" y="577770"/>
                    <a:pt x="525113" y="724265"/>
                  </a:cubicBezTo>
                  <a:cubicBezTo>
                    <a:pt x="529019" y="856472"/>
                    <a:pt x="561118" y="986012"/>
                    <a:pt x="578930" y="1117267"/>
                  </a:cubicBezTo>
                  <a:cubicBezTo>
                    <a:pt x="595122" y="1236234"/>
                    <a:pt x="602742" y="1356630"/>
                    <a:pt x="592931" y="1476359"/>
                  </a:cubicBezTo>
                  <a:cubicBezTo>
                    <a:pt x="582073" y="1607709"/>
                    <a:pt x="549783" y="1736011"/>
                    <a:pt x="503206" y="1859359"/>
                  </a:cubicBezTo>
                  <a:cubicBezTo>
                    <a:pt x="450628" y="1998710"/>
                    <a:pt x="383857" y="2133298"/>
                    <a:pt x="291846" y="2250361"/>
                  </a:cubicBezTo>
                  <a:cubicBezTo>
                    <a:pt x="231553" y="2327132"/>
                    <a:pt x="73819" y="2479532"/>
                    <a:pt x="0" y="2543540"/>
                  </a:cubicBezTo>
                </a:path>
              </a:pathLst>
            </a:custGeom>
            <a:noFill/>
            <a:ln w="9525" cap="rnd">
              <a:solidFill>
                <a:schemeClr val="accent2">
                  <a:alpha val="50000"/>
                </a:schemeClr>
              </a:solidFill>
              <a:prstDash val="lgDash"/>
              <a:round/>
            </a:ln>
          </p:spPr>
          <p:txBody>
            <a:bodyPr rtlCol="0" anchor="ctr"/>
            <a:lstStyle/>
            <a:p>
              <a:endParaRPr lang="en-US"/>
            </a:p>
          </p:txBody>
        </p:sp>
        <p:sp>
          <p:nvSpPr>
            <p:cNvPr id="142" name="Freeform: Shape 141">
              <a:extLst>
                <a:ext uri="{FF2B5EF4-FFF2-40B4-BE49-F238E27FC236}">
                  <a16:creationId xmlns:a16="http://schemas.microsoft.com/office/drawing/2014/main" id="{B110AA5C-CE6D-4F70-9F34-C4E0875F7E63}"/>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23002" y="881264"/>
              <a:ext cx="258791" cy="1336561"/>
            </a:xfrm>
            <a:custGeom>
              <a:avLst/>
              <a:gdLst>
                <a:gd name="connsiteX0" fmla="*/ 0 w 389425"/>
                <a:gd name="connsiteY0" fmla="*/ 33 h 2011236"/>
                <a:gd name="connsiteX1" fmla="*/ 171260 w 389425"/>
                <a:gd name="connsiteY1" fmla="*/ 60326 h 2011236"/>
                <a:gd name="connsiteX2" fmla="*/ 211455 w 389425"/>
                <a:gd name="connsiteY2" fmla="*/ 221204 h 2011236"/>
                <a:gd name="connsiteX3" fmla="*/ 243078 w 389425"/>
                <a:gd name="connsiteY3" fmla="*/ 448089 h 2011236"/>
                <a:gd name="connsiteX4" fmla="*/ 346424 w 389425"/>
                <a:gd name="connsiteY4" fmla="*/ 789941 h 2011236"/>
                <a:gd name="connsiteX5" fmla="*/ 372237 w 389425"/>
                <a:gd name="connsiteY5" fmla="*/ 942151 h 2011236"/>
                <a:gd name="connsiteX6" fmla="*/ 386620 w 389425"/>
                <a:gd name="connsiteY6" fmla="*/ 1272478 h 2011236"/>
                <a:gd name="connsiteX7" fmla="*/ 280416 w 389425"/>
                <a:gd name="connsiteY7" fmla="*/ 1660241 h 2011236"/>
                <a:gd name="connsiteX8" fmla="*/ 151257 w 389425"/>
                <a:gd name="connsiteY8" fmla="*/ 1844073 h 2011236"/>
                <a:gd name="connsiteX9" fmla="*/ 1905 w 389425"/>
                <a:gd name="connsiteY9" fmla="*/ 2011237 h 201123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389425" h="2011236">
                  <a:moveTo>
                    <a:pt x="0" y="33"/>
                  </a:moveTo>
                  <a:cubicBezTo>
                    <a:pt x="57912" y="-824"/>
                    <a:pt x="136112" y="14892"/>
                    <a:pt x="171260" y="60326"/>
                  </a:cubicBezTo>
                  <a:cubicBezTo>
                    <a:pt x="205645" y="104903"/>
                    <a:pt x="207740" y="164244"/>
                    <a:pt x="211455" y="221204"/>
                  </a:cubicBezTo>
                  <a:cubicBezTo>
                    <a:pt x="216408" y="297594"/>
                    <a:pt x="225838" y="373604"/>
                    <a:pt x="243078" y="448089"/>
                  </a:cubicBezTo>
                  <a:cubicBezTo>
                    <a:pt x="269939" y="564199"/>
                    <a:pt x="319183" y="673927"/>
                    <a:pt x="346424" y="789941"/>
                  </a:cubicBezTo>
                  <a:cubicBezTo>
                    <a:pt x="358235" y="840043"/>
                    <a:pt x="365951" y="891097"/>
                    <a:pt x="372237" y="942151"/>
                  </a:cubicBezTo>
                  <a:cubicBezTo>
                    <a:pt x="385858" y="1051784"/>
                    <a:pt x="394049" y="1162274"/>
                    <a:pt x="386620" y="1272478"/>
                  </a:cubicBezTo>
                  <a:cubicBezTo>
                    <a:pt x="377476" y="1407828"/>
                    <a:pt x="344996" y="1541178"/>
                    <a:pt x="280416" y="1660241"/>
                  </a:cubicBezTo>
                  <a:cubicBezTo>
                    <a:pt x="244602" y="1726249"/>
                    <a:pt x="199358" y="1786352"/>
                    <a:pt x="151257" y="1844073"/>
                  </a:cubicBezTo>
                  <a:cubicBezTo>
                    <a:pt x="79534" y="1930084"/>
                    <a:pt x="89345" y="1941419"/>
                    <a:pt x="1905" y="2011237"/>
                  </a:cubicBezTo>
                </a:path>
              </a:pathLst>
            </a:custGeom>
            <a:noFill/>
            <a:ln w="9525" cap="rnd">
              <a:solidFill>
                <a:schemeClr val="accent2">
                  <a:alpha val="50000"/>
                </a:schemeClr>
              </a:solidFill>
              <a:prstDash val="lgDash"/>
              <a:round/>
            </a:ln>
          </p:spPr>
          <p:txBody>
            <a:bodyPr rtlCol="0" anchor="ctr"/>
            <a:lstStyle/>
            <a:p>
              <a:endParaRPr lang="en-US" dirty="0"/>
            </a:p>
          </p:txBody>
        </p:sp>
      </p:grpSp>
      <p:sp>
        <p:nvSpPr>
          <p:cNvPr id="3" name="Content Placeholder 2">
            <a:extLst>
              <a:ext uri="{FF2B5EF4-FFF2-40B4-BE49-F238E27FC236}">
                <a16:creationId xmlns:a16="http://schemas.microsoft.com/office/drawing/2014/main" id="{039F7C1C-00DF-0EDF-B3D1-BA94F568CA00}"/>
              </a:ext>
            </a:extLst>
          </p:cNvPr>
          <p:cNvSpPr>
            <a:spLocks noGrp="1"/>
          </p:cNvSpPr>
          <p:nvPr>
            <p:ph idx="1"/>
          </p:nvPr>
        </p:nvSpPr>
        <p:spPr>
          <a:xfrm>
            <a:off x="6195372" y="4084395"/>
            <a:ext cx="4977905" cy="2035130"/>
          </a:xfrm>
        </p:spPr>
        <p:txBody>
          <a:bodyPr anchor="ctr">
            <a:normAutofit/>
          </a:bodyPr>
          <a:lstStyle/>
          <a:p>
            <a:r>
              <a:rPr lang="en-US" sz="1800"/>
              <a:t>Best TPS</a:t>
            </a:r>
          </a:p>
          <a:p>
            <a:pPr lvl="1"/>
            <a:r>
              <a:rPr lang="en-US" sz="1800"/>
              <a:t>Here MEMO uses large blocks and many shards to push throughput into the tens-of-thousands TPS range, showing how aggressively we can scale when we prioritize raw throughput.</a:t>
            </a:r>
          </a:p>
        </p:txBody>
      </p:sp>
    </p:spTree>
    <p:extLst>
      <p:ext uri="{BB962C8B-B14F-4D97-AF65-F5344CB8AC3E}">
        <p14:creationId xmlns:p14="http://schemas.microsoft.com/office/powerpoint/2010/main" val="419829058"/>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76A962B6-AB82-948A-7070-AC1354942C29}"/>
            </a:ext>
          </a:extLst>
        </p:cNvPr>
        <p:cNvGrpSpPr/>
        <p:nvPr/>
      </p:nvGrpSpPr>
      <p:grpSpPr>
        <a:xfrm>
          <a:off x="0" y="0"/>
          <a:ext cx="0" cy="0"/>
          <a:chOff x="0" y="0"/>
          <a:chExt cx="0" cy="0"/>
        </a:xfrm>
      </p:grpSpPr>
      <p:sp useBgFill="1">
        <p:nvSpPr>
          <p:cNvPr id="147" name="Rectangle 146">
            <a:extLst>
              <a:ext uri="{FF2B5EF4-FFF2-40B4-BE49-F238E27FC236}">
                <a16:creationId xmlns:a16="http://schemas.microsoft.com/office/drawing/2014/main" id="{8651CFA9-6065-4243-AC48-858E359780B1}"/>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88952" cy="6858000"/>
          </a:xfrm>
          <a:prstGeom prst="rect">
            <a:avLst/>
          </a:prstGeom>
          <a:ln>
            <a:solidFill>
              <a:schemeClr val="bg1">
                <a:lumMod val="9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solidFill>
                <a:schemeClr val="tx1">
                  <a:lumMod val="65000"/>
                  <a:lumOff val="35000"/>
                </a:schemeClr>
              </a:solidFill>
              <a:latin typeface="AvenirNext LT Pro Medium" panose="020B0504020202020204" pitchFamily="34" charset="0"/>
            </a:endParaRPr>
          </a:p>
        </p:txBody>
      </p:sp>
      <p:sp>
        <p:nvSpPr>
          <p:cNvPr id="149" name="Rectangle 148">
            <a:extLst>
              <a:ext uri="{FF2B5EF4-FFF2-40B4-BE49-F238E27FC236}">
                <a16:creationId xmlns:a16="http://schemas.microsoft.com/office/drawing/2014/main" id="{FBFC6891-CBA5-427E-98AC-BF56BB033089}"/>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88952" cy="6858000"/>
          </a:xfrm>
          <a:prstGeom prst="rect">
            <a:avLst/>
          </a:prstGeom>
          <a:solidFill>
            <a:schemeClr val="bg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solidFill>
                <a:schemeClr val="tx1">
                  <a:lumMod val="65000"/>
                  <a:lumOff val="35000"/>
                </a:schemeClr>
              </a:solidFill>
              <a:latin typeface="AvenirNext LT Pro Medium" panose="020B0504020202020204" pitchFamily="34" charset="0"/>
            </a:endParaRPr>
          </a:p>
        </p:txBody>
      </p:sp>
      <p:sp>
        <p:nvSpPr>
          <p:cNvPr id="2" name="Title 1">
            <a:extLst>
              <a:ext uri="{FF2B5EF4-FFF2-40B4-BE49-F238E27FC236}">
                <a16:creationId xmlns:a16="http://schemas.microsoft.com/office/drawing/2014/main" id="{58C006C4-655B-0E37-B768-B0C9A09AE301}"/>
              </a:ext>
            </a:extLst>
          </p:cNvPr>
          <p:cNvSpPr>
            <a:spLocks noGrp="1"/>
          </p:cNvSpPr>
          <p:nvPr>
            <p:ph type="title"/>
          </p:nvPr>
        </p:nvSpPr>
        <p:spPr>
          <a:xfrm>
            <a:off x="1198181" y="4078540"/>
            <a:ext cx="4795282" cy="2040973"/>
          </a:xfrm>
        </p:spPr>
        <p:txBody>
          <a:bodyPr anchor="ctr">
            <a:normAutofit/>
          </a:bodyPr>
          <a:lstStyle/>
          <a:p>
            <a:pPr>
              <a:lnSpc>
                <a:spcPct val="90000"/>
              </a:lnSpc>
            </a:pPr>
            <a:r>
              <a:rPr lang="en-US"/>
              <a:t>Our Approach – Results of Simulation</a:t>
            </a:r>
          </a:p>
        </p:txBody>
      </p:sp>
      <p:grpSp>
        <p:nvGrpSpPr>
          <p:cNvPr id="151" name="Bottom Right">
            <a:extLst>
              <a:ext uri="{FF2B5EF4-FFF2-40B4-BE49-F238E27FC236}">
                <a16:creationId xmlns:a16="http://schemas.microsoft.com/office/drawing/2014/main" id="{D817ADB7-00E6-482F-BD8B-6813268266F1}"/>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7980400" y="3276601"/>
            <a:ext cx="4211600" cy="3581399"/>
            <a:chOff x="7980400" y="3276601"/>
            <a:chExt cx="4211600" cy="3581399"/>
          </a:xfrm>
        </p:grpSpPr>
        <p:sp>
          <p:nvSpPr>
            <p:cNvPr id="152" name="Freeform: Shape 151">
              <a:extLst>
                <a:ext uri="{FF2B5EF4-FFF2-40B4-BE49-F238E27FC236}">
                  <a16:creationId xmlns:a16="http://schemas.microsoft.com/office/drawing/2014/main" id="{DF71969E-EB0C-4011-A721-C46857925D91}"/>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10439256" y="6178637"/>
              <a:ext cx="1482102" cy="679363"/>
            </a:xfrm>
            <a:custGeom>
              <a:avLst/>
              <a:gdLst>
                <a:gd name="connsiteX0" fmla="*/ 741051 w 1482102"/>
                <a:gd name="connsiteY0" fmla="*/ 0 h 679363"/>
                <a:gd name="connsiteX1" fmla="*/ 1473822 w 1482102"/>
                <a:gd name="connsiteY1" fmla="*/ 597226 h 679363"/>
                <a:gd name="connsiteX2" fmla="*/ 1482102 w 1482102"/>
                <a:gd name="connsiteY2" fmla="*/ 679363 h 679363"/>
                <a:gd name="connsiteX3" fmla="*/ 0 w 1482102"/>
                <a:gd name="connsiteY3" fmla="*/ 679363 h 679363"/>
                <a:gd name="connsiteX4" fmla="*/ 8280 w 1482102"/>
                <a:gd name="connsiteY4" fmla="*/ 597226 h 679363"/>
                <a:gd name="connsiteX5" fmla="*/ 741051 w 1482102"/>
                <a:gd name="connsiteY5" fmla="*/ 0 h 67936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1482102" h="679363">
                  <a:moveTo>
                    <a:pt x="741051" y="0"/>
                  </a:moveTo>
                  <a:cubicBezTo>
                    <a:pt x="1102506" y="0"/>
                    <a:pt x="1404077" y="256390"/>
                    <a:pt x="1473822" y="597226"/>
                  </a:cubicBezTo>
                  <a:lnTo>
                    <a:pt x="1482102" y="679363"/>
                  </a:lnTo>
                  <a:lnTo>
                    <a:pt x="0" y="679363"/>
                  </a:lnTo>
                  <a:lnTo>
                    <a:pt x="8280" y="597226"/>
                  </a:lnTo>
                  <a:cubicBezTo>
                    <a:pt x="78025" y="256390"/>
                    <a:pt x="379596" y="0"/>
                    <a:pt x="741051" y="0"/>
                  </a:cubicBezTo>
                  <a:close/>
                </a:path>
              </a:pathLst>
            </a:cu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dirty="0">
                <a:solidFill>
                  <a:schemeClr val="tx1">
                    <a:lumMod val="65000"/>
                    <a:lumOff val="35000"/>
                  </a:schemeClr>
                </a:solidFill>
                <a:latin typeface="AvenirNext LT Pro Medium" panose="020B0504020202020204" pitchFamily="34" charset="0"/>
              </a:endParaRPr>
            </a:p>
          </p:txBody>
        </p:sp>
        <p:grpSp>
          <p:nvGrpSpPr>
            <p:cNvPr id="153" name="Graphic 157">
              <a:extLst>
                <a:ext uri="{FF2B5EF4-FFF2-40B4-BE49-F238E27FC236}">
                  <a16:creationId xmlns:a16="http://schemas.microsoft.com/office/drawing/2014/main" id="{0C06B9B3-A426-4BDD-BA45-9C5F6A44154E}"/>
                </a:ext>
                <a:ext uri="{C183D7F6-B498-43B3-948B-1728B52AA6E4}">
                  <adec:decorative xmlns:adec="http://schemas.microsoft.com/office/drawing/2017/decorative" val="1"/>
                </a:ext>
              </a:extLst>
            </p:cNvPr>
            <p:cNvGrpSpPr/>
            <p:nvPr>
              <p:extLst>
                <p:ext uri="{386F3935-93C4-4BCD-93E2-E3B085C9AB24}">
                  <p16:designElem xmlns:p16="http://schemas.microsoft.com/office/powerpoint/2015/main" val="1"/>
                </p:ext>
              </p:extLst>
            </p:nvPr>
          </p:nvGrpSpPr>
          <p:grpSpPr>
            <a:xfrm>
              <a:off x="8662740" y="3276601"/>
              <a:ext cx="3529260" cy="3581398"/>
              <a:chOff x="4114800" y="1423987"/>
              <a:chExt cx="3961542" cy="4007547"/>
            </a:xfrm>
            <a:noFill/>
          </p:grpSpPr>
          <p:sp>
            <p:nvSpPr>
              <p:cNvPr id="155" name="Freeform: Shape 154">
                <a:extLst>
                  <a:ext uri="{FF2B5EF4-FFF2-40B4-BE49-F238E27FC236}">
                    <a16:creationId xmlns:a16="http://schemas.microsoft.com/office/drawing/2014/main" id="{E8BAA882-64C3-4E36-828C-E2034D999A03}"/>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4114800" y="1423987"/>
                <a:ext cx="3946874" cy="3989641"/>
              </a:xfrm>
              <a:custGeom>
                <a:avLst/>
                <a:gdLst>
                  <a:gd name="connsiteX0" fmla="*/ 0 w 3946874"/>
                  <a:gd name="connsiteY0" fmla="*/ 3989641 h 3989641"/>
                  <a:gd name="connsiteX1" fmla="*/ 79439 w 3946874"/>
                  <a:gd name="connsiteY1" fmla="*/ 3891153 h 3989641"/>
                  <a:gd name="connsiteX2" fmla="*/ 297371 w 3946874"/>
                  <a:gd name="connsiteY2" fmla="*/ 3626930 h 3989641"/>
                  <a:gd name="connsiteX3" fmla="*/ 454343 w 3946874"/>
                  <a:gd name="connsiteY3" fmla="*/ 3440335 h 3989641"/>
                  <a:gd name="connsiteX4" fmla="*/ 622363 w 3946874"/>
                  <a:gd name="connsiteY4" fmla="*/ 3290697 h 3989641"/>
                  <a:gd name="connsiteX5" fmla="*/ 927068 w 3946874"/>
                  <a:gd name="connsiteY5" fmla="*/ 3087434 h 3989641"/>
                  <a:gd name="connsiteX6" fmla="*/ 1176338 w 3946874"/>
                  <a:gd name="connsiteY6" fmla="*/ 2915603 h 3989641"/>
                  <a:gd name="connsiteX7" fmla="*/ 1394270 w 3946874"/>
                  <a:gd name="connsiteY7" fmla="*/ 2780729 h 3989641"/>
                  <a:gd name="connsiteX8" fmla="*/ 1601057 w 3946874"/>
                  <a:gd name="connsiteY8" fmla="*/ 2723483 h 3989641"/>
                  <a:gd name="connsiteX9" fmla="*/ 1756220 w 3946874"/>
                  <a:gd name="connsiteY9" fmla="*/ 2743772 h 3989641"/>
                  <a:gd name="connsiteX10" fmla="*/ 1889189 w 3946874"/>
                  <a:gd name="connsiteY10" fmla="*/ 2765965 h 3989641"/>
                  <a:gd name="connsiteX11" fmla="*/ 2007394 w 3946874"/>
                  <a:gd name="connsiteY11" fmla="*/ 2765965 h 3989641"/>
                  <a:gd name="connsiteX12" fmla="*/ 2184654 w 3946874"/>
                  <a:gd name="connsiteY12" fmla="*/ 2671763 h 3989641"/>
                  <a:gd name="connsiteX13" fmla="*/ 2372773 w 3946874"/>
                  <a:gd name="connsiteY13" fmla="*/ 2538984 h 3989641"/>
                  <a:gd name="connsiteX14" fmla="*/ 2439543 w 3946874"/>
                  <a:gd name="connsiteY14" fmla="*/ 2510504 h 3989641"/>
                  <a:gd name="connsiteX15" fmla="*/ 2650617 w 3946874"/>
                  <a:gd name="connsiteY15" fmla="*/ 2434781 h 3989641"/>
                  <a:gd name="connsiteX16" fmla="*/ 2785110 w 3946874"/>
                  <a:gd name="connsiteY16" fmla="*/ 2383060 h 3989641"/>
                  <a:gd name="connsiteX17" fmla="*/ 2897315 w 3946874"/>
                  <a:gd name="connsiteY17" fmla="*/ 2318861 h 3989641"/>
                  <a:gd name="connsiteX18" fmla="*/ 2997994 w 3946874"/>
                  <a:gd name="connsiteY18" fmla="*/ 2226183 h 3989641"/>
                  <a:gd name="connsiteX19" fmla="*/ 3061240 w 3946874"/>
                  <a:gd name="connsiteY19" fmla="*/ 2141506 h 3989641"/>
                  <a:gd name="connsiteX20" fmla="*/ 3152108 w 3946874"/>
                  <a:gd name="connsiteY20" fmla="*/ 2005203 h 3989641"/>
                  <a:gd name="connsiteX21" fmla="*/ 3274124 w 3946874"/>
                  <a:gd name="connsiteY21" fmla="*/ 1871567 h 3989641"/>
                  <a:gd name="connsiteX22" fmla="*/ 3388138 w 3946874"/>
                  <a:gd name="connsiteY22" fmla="*/ 1770888 h 3989641"/>
                  <a:gd name="connsiteX23" fmla="*/ 3466529 w 3946874"/>
                  <a:gd name="connsiteY23" fmla="*/ 1679162 h 3989641"/>
                  <a:gd name="connsiteX24" fmla="*/ 3538633 w 3946874"/>
                  <a:gd name="connsiteY24" fmla="*/ 1551718 h 3989641"/>
                  <a:gd name="connsiteX25" fmla="*/ 3588544 w 3946874"/>
                  <a:gd name="connsiteY25" fmla="*/ 1376172 h 3989641"/>
                  <a:gd name="connsiteX26" fmla="*/ 3597402 w 3946874"/>
                  <a:gd name="connsiteY26" fmla="*/ 1293305 h 3989641"/>
                  <a:gd name="connsiteX27" fmla="*/ 3721227 w 3946874"/>
                  <a:gd name="connsiteY27" fmla="*/ 880491 h 3989641"/>
                  <a:gd name="connsiteX28" fmla="*/ 3761137 w 3946874"/>
                  <a:gd name="connsiteY28" fmla="*/ 463677 h 3989641"/>
                  <a:gd name="connsiteX29" fmla="*/ 3946874 w 3946874"/>
                  <a:gd name="connsiteY29" fmla="*/ 0 h 398964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Lst>
                <a:rect l="l" t="t" r="r" b="b"/>
                <a:pathLst>
                  <a:path w="3946874" h="3989641">
                    <a:moveTo>
                      <a:pt x="0" y="3989641"/>
                    </a:moveTo>
                    <a:cubicBezTo>
                      <a:pt x="19050" y="3957257"/>
                      <a:pt x="50959" y="3916013"/>
                      <a:pt x="79439" y="3891153"/>
                    </a:cubicBezTo>
                    <a:cubicBezTo>
                      <a:pt x="165544" y="3815906"/>
                      <a:pt x="227933" y="3717989"/>
                      <a:pt x="297371" y="3626930"/>
                    </a:cubicBezTo>
                    <a:cubicBezTo>
                      <a:pt x="346615" y="3562255"/>
                      <a:pt x="398050" y="3499009"/>
                      <a:pt x="454343" y="3440335"/>
                    </a:cubicBezTo>
                    <a:cubicBezTo>
                      <a:pt x="506349" y="3386042"/>
                      <a:pt x="562642" y="3336227"/>
                      <a:pt x="622363" y="3290697"/>
                    </a:cubicBezTo>
                    <a:cubicBezTo>
                      <a:pt x="719519" y="3216688"/>
                      <a:pt x="824960" y="3154585"/>
                      <a:pt x="927068" y="3087434"/>
                    </a:cubicBezTo>
                    <a:cubicBezTo>
                      <a:pt x="1011365" y="3031998"/>
                      <a:pt x="1093565" y="2973324"/>
                      <a:pt x="1176338" y="2915603"/>
                    </a:cubicBezTo>
                    <a:cubicBezTo>
                      <a:pt x="1246537" y="2866644"/>
                      <a:pt x="1317308" y="2818066"/>
                      <a:pt x="1394270" y="2780729"/>
                    </a:cubicBezTo>
                    <a:cubicBezTo>
                      <a:pt x="1459421" y="2749106"/>
                      <a:pt x="1528763" y="2724436"/>
                      <a:pt x="1601057" y="2723483"/>
                    </a:cubicBezTo>
                    <a:cubicBezTo>
                      <a:pt x="1653350" y="2722721"/>
                      <a:pt x="1704785" y="2733485"/>
                      <a:pt x="1756220" y="2743772"/>
                    </a:cubicBezTo>
                    <a:cubicBezTo>
                      <a:pt x="1800320" y="2752630"/>
                      <a:pt x="1844612" y="2760250"/>
                      <a:pt x="1889189" y="2765965"/>
                    </a:cubicBezTo>
                    <a:cubicBezTo>
                      <a:pt x="1928622" y="2771013"/>
                      <a:pt x="1968437" y="2773299"/>
                      <a:pt x="2007394" y="2765965"/>
                    </a:cubicBezTo>
                    <a:cubicBezTo>
                      <a:pt x="2073878" y="2753487"/>
                      <a:pt x="2130647" y="2712911"/>
                      <a:pt x="2184654" y="2671763"/>
                    </a:cubicBezTo>
                    <a:cubicBezTo>
                      <a:pt x="2245900" y="2625090"/>
                      <a:pt x="2304002" y="2573465"/>
                      <a:pt x="2372773" y="2538984"/>
                    </a:cubicBezTo>
                    <a:cubicBezTo>
                      <a:pt x="2394395" y="2528126"/>
                      <a:pt x="2416874" y="2518982"/>
                      <a:pt x="2439543" y="2510504"/>
                    </a:cubicBezTo>
                    <a:cubicBezTo>
                      <a:pt x="2509552" y="2484215"/>
                      <a:pt x="2580037" y="2459450"/>
                      <a:pt x="2650617" y="2434781"/>
                    </a:cubicBezTo>
                    <a:cubicBezTo>
                      <a:pt x="2695956" y="2418874"/>
                      <a:pt x="2741295" y="2402872"/>
                      <a:pt x="2785110" y="2383060"/>
                    </a:cubicBezTo>
                    <a:cubicBezTo>
                      <a:pt x="2824448" y="2365248"/>
                      <a:pt x="2862358" y="2344198"/>
                      <a:pt x="2897315" y="2318861"/>
                    </a:cubicBezTo>
                    <a:cubicBezTo>
                      <a:pt x="2934367" y="2292096"/>
                      <a:pt x="2968085" y="2260854"/>
                      <a:pt x="2997994" y="2226183"/>
                    </a:cubicBezTo>
                    <a:cubicBezTo>
                      <a:pt x="3020949" y="2199513"/>
                      <a:pt x="3041714" y="2170938"/>
                      <a:pt x="3061240" y="2141506"/>
                    </a:cubicBezTo>
                    <a:cubicBezTo>
                      <a:pt x="3091529" y="2095976"/>
                      <a:pt x="3119533" y="2049018"/>
                      <a:pt x="3152108" y="2005203"/>
                    </a:cubicBezTo>
                    <a:cubicBezTo>
                      <a:pt x="3188113" y="1956626"/>
                      <a:pt x="3229261" y="1912144"/>
                      <a:pt x="3274124" y="1871567"/>
                    </a:cubicBezTo>
                    <a:cubicBezTo>
                      <a:pt x="3311747" y="1837563"/>
                      <a:pt x="3351848" y="1806321"/>
                      <a:pt x="3388138" y="1770888"/>
                    </a:cubicBezTo>
                    <a:cubicBezTo>
                      <a:pt x="3416999" y="1742694"/>
                      <a:pt x="3443002" y="1711833"/>
                      <a:pt x="3466529" y="1679162"/>
                    </a:cubicBezTo>
                    <a:cubicBezTo>
                      <a:pt x="3495008" y="1639348"/>
                      <a:pt x="3519392" y="1596771"/>
                      <a:pt x="3538633" y="1551718"/>
                    </a:cubicBezTo>
                    <a:cubicBezTo>
                      <a:pt x="3562731" y="1495616"/>
                      <a:pt x="3578924" y="1436465"/>
                      <a:pt x="3588544" y="1376172"/>
                    </a:cubicBezTo>
                    <a:cubicBezTo>
                      <a:pt x="3592925" y="1348740"/>
                      <a:pt x="3595688" y="1321022"/>
                      <a:pt x="3597402" y="1293305"/>
                    </a:cubicBezTo>
                    <a:cubicBezTo>
                      <a:pt x="3605974" y="1155859"/>
                      <a:pt x="3717703" y="1018127"/>
                      <a:pt x="3721227" y="880491"/>
                    </a:cubicBezTo>
                    <a:cubicBezTo>
                      <a:pt x="3724751" y="740855"/>
                      <a:pt x="3743135" y="602171"/>
                      <a:pt x="3761137" y="463677"/>
                    </a:cubicBezTo>
                    <a:cubicBezTo>
                      <a:pt x="3776186" y="347758"/>
                      <a:pt x="3934968" y="116205"/>
                      <a:pt x="3946874" y="0"/>
                    </a:cubicBezTo>
                  </a:path>
                </a:pathLst>
              </a:custGeom>
              <a:noFill/>
              <a:ln w="9525" cap="rnd">
                <a:solidFill>
                  <a:schemeClr val="accent2">
                    <a:alpha val="35000"/>
                  </a:schemeClr>
                </a:solidFill>
                <a:prstDash val="lgDash"/>
                <a:round/>
              </a:ln>
            </p:spPr>
            <p:txBody>
              <a:bodyPr rtlCol="0" anchor="ctr"/>
              <a:lstStyle/>
              <a:p>
                <a:endParaRPr lang="en-US"/>
              </a:p>
            </p:txBody>
          </p:sp>
          <p:sp>
            <p:nvSpPr>
              <p:cNvPr id="156" name="Freeform: Shape 155">
                <a:extLst>
                  <a:ext uri="{FF2B5EF4-FFF2-40B4-BE49-F238E27FC236}">
                    <a16:creationId xmlns:a16="http://schemas.microsoft.com/office/drawing/2014/main" id="{8AC94D91-AECE-473B-B00B-F2AAE0EA4D5D}"/>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4395978" y="2441733"/>
                <a:ext cx="3665410" cy="2985611"/>
              </a:xfrm>
              <a:custGeom>
                <a:avLst/>
                <a:gdLst>
                  <a:gd name="connsiteX0" fmla="*/ 0 w 3665410"/>
                  <a:gd name="connsiteY0" fmla="*/ 2985611 h 2985611"/>
                  <a:gd name="connsiteX1" fmla="*/ 166211 w 3665410"/>
                  <a:gd name="connsiteY1" fmla="*/ 2699766 h 2985611"/>
                  <a:gd name="connsiteX2" fmla="*/ 397002 w 3665410"/>
                  <a:gd name="connsiteY2" fmla="*/ 2414969 h 2985611"/>
                  <a:gd name="connsiteX3" fmla="*/ 620173 w 3665410"/>
                  <a:gd name="connsiteY3" fmla="*/ 2237899 h 2985611"/>
                  <a:gd name="connsiteX4" fmla="*/ 823341 w 3665410"/>
                  <a:gd name="connsiteY4" fmla="*/ 2085499 h 2985611"/>
                  <a:gd name="connsiteX5" fmla="*/ 1089565 w 3665410"/>
                  <a:gd name="connsiteY5" fmla="*/ 1911477 h 2985611"/>
                  <a:gd name="connsiteX6" fmla="*/ 1145000 w 3665410"/>
                  <a:gd name="connsiteY6" fmla="*/ 1886807 h 2985611"/>
                  <a:gd name="connsiteX7" fmla="*/ 1375791 w 3665410"/>
                  <a:gd name="connsiteY7" fmla="*/ 1842135 h 2985611"/>
                  <a:gd name="connsiteX8" fmla="*/ 1486567 w 3665410"/>
                  <a:gd name="connsiteY8" fmla="*/ 1857566 h 2985611"/>
                  <a:gd name="connsiteX9" fmla="*/ 1568101 w 3665410"/>
                  <a:gd name="connsiteY9" fmla="*/ 1871377 h 2985611"/>
                  <a:gd name="connsiteX10" fmla="*/ 1810607 w 3665410"/>
                  <a:gd name="connsiteY10" fmla="*/ 1871377 h 2985611"/>
                  <a:gd name="connsiteX11" fmla="*/ 1997964 w 3665410"/>
                  <a:gd name="connsiteY11" fmla="*/ 1790605 h 2985611"/>
                  <a:gd name="connsiteX12" fmla="*/ 2109883 w 3665410"/>
                  <a:gd name="connsiteY12" fmla="*/ 1702784 h 2985611"/>
                  <a:gd name="connsiteX13" fmla="*/ 2321433 w 3665410"/>
                  <a:gd name="connsiteY13" fmla="*/ 1552384 h 2985611"/>
                  <a:gd name="connsiteX14" fmla="*/ 2558891 w 3665410"/>
                  <a:gd name="connsiteY14" fmla="*/ 1453420 h 2985611"/>
                  <a:gd name="connsiteX15" fmla="*/ 2709767 w 3665410"/>
                  <a:gd name="connsiteY15" fmla="*/ 1377887 h 2985611"/>
                  <a:gd name="connsiteX16" fmla="*/ 2885408 w 3665410"/>
                  <a:gd name="connsiteY16" fmla="*/ 1237393 h 2985611"/>
                  <a:gd name="connsiteX17" fmla="*/ 3017711 w 3665410"/>
                  <a:gd name="connsiteY17" fmla="*/ 1072229 h 2985611"/>
                  <a:gd name="connsiteX18" fmla="*/ 3150680 w 3665410"/>
                  <a:gd name="connsiteY18" fmla="*/ 921830 h 2985611"/>
                  <a:gd name="connsiteX19" fmla="*/ 3255169 w 3665410"/>
                  <a:gd name="connsiteY19" fmla="*/ 801815 h 2985611"/>
                  <a:gd name="connsiteX20" fmla="*/ 3339275 w 3665410"/>
                  <a:gd name="connsiteY20" fmla="*/ 694182 h 2985611"/>
                  <a:gd name="connsiteX21" fmla="*/ 3409188 w 3665410"/>
                  <a:gd name="connsiteY21" fmla="*/ 546926 h 2985611"/>
                  <a:gd name="connsiteX22" fmla="*/ 3464243 w 3665410"/>
                  <a:gd name="connsiteY22" fmla="*/ 347663 h 2985611"/>
                  <a:gd name="connsiteX23" fmla="*/ 3665411 w 3665410"/>
                  <a:gd name="connsiteY23" fmla="*/ 0 h 298561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Lst>
                <a:rect l="l" t="t" r="r" b="b"/>
                <a:pathLst>
                  <a:path w="3665410" h="2985611">
                    <a:moveTo>
                      <a:pt x="0" y="2985611"/>
                    </a:moveTo>
                    <a:cubicBezTo>
                      <a:pt x="0" y="2985611"/>
                      <a:pt x="86773" y="2802827"/>
                      <a:pt x="166211" y="2699766"/>
                    </a:cubicBezTo>
                    <a:cubicBezTo>
                      <a:pt x="240983" y="2602706"/>
                      <a:pt x="309182" y="2500122"/>
                      <a:pt x="397002" y="2414969"/>
                    </a:cubicBezTo>
                    <a:cubicBezTo>
                      <a:pt x="465296" y="2348865"/>
                      <a:pt x="543592" y="2294477"/>
                      <a:pt x="620173" y="2237899"/>
                    </a:cubicBezTo>
                    <a:cubicBezTo>
                      <a:pt x="688277" y="2187607"/>
                      <a:pt x="755333" y="2135886"/>
                      <a:pt x="823341" y="2085499"/>
                    </a:cubicBezTo>
                    <a:cubicBezTo>
                      <a:pt x="908685" y="2022253"/>
                      <a:pt x="994791" y="1959197"/>
                      <a:pt x="1089565" y="1911477"/>
                    </a:cubicBezTo>
                    <a:cubicBezTo>
                      <a:pt x="1107662" y="1902428"/>
                      <a:pt x="1126141" y="1894141"/>
                      <a:pt x="1145000" y="1886807"/>
                    </a:cubicBezTo>
                    <a:cubicBezTo>
                      <a:pt x="1218819" y="1858232"/>
                      <a:pt x="1296924" y="1838611"/>
                      <a:pt x="1375791" y="1842135"/>
                    </a:cubicBezTo>
                    <a:cubicBezTo>
                      <a:pt x="1413129" y="1843754"/>
                      <a:pt x="1449896" y="1850422"/>
                      <a:pt x="1486567" y="1857566"/>
                    </a:cubicBezTo>
                    <a:cubicBezTo>
                      <a:pt x="1513618" y="1862804"/>
                      <a:pt x="1540859" y="1867376"/>
                      <a:pt x="1568101" y="1871377"/>
                    </a:cubicBezTo>
                    <a:cubicBezTo>
                      <a:pt x="1648778" y="1883188"/>
                      <a:pt x="1730978" y="1887665"/>
                      <a:pt x="1810607" y="1871377"/>
                    </a:cubicBezTo>
                    <a:cubicBezTo>
                      <a:pt x="1877854" y="1857661"/>
                      <a:pt x="1941100" y="1829086"/>
                      <a:pt x="1997964" y="1790605"/>
                    </a:cubicBezTo>
                    <a:cubicBezTo>
                      <a:pt x="2037302" y="1764030"/>
                      <a:pt x="2073497" y="1733264"/>
                      <a:pt x="2109883" y="1702784"/>
                    </a:cubicBezTo>
                    <a:cubicBezTo>
                      <a:pt x="2176367" y="1647063"/>
                      <a:pt x="2244852" y="1593151"/>
                      <a:pt x="2321433" y="1552384"/>
                    </a:cubicBezTo>
                    <a:cubicBezTo>
                      <a:pt x="2397157" y="1512094"/>
                      <a:pt x="2479548" y="1486281"/>
                      <a:pt x="2558891" y="1453420"/>
                    </a:cubicBezTo>
                    <a:cubicBezTo>
                      <a:pt x="2610898" y="1431798"/>
                      <a:pt x="2661571" y="1407033"/>
                      <a:pt x="2709767" y="1377887"/>
                    </a:cubicBezTo>
                    <a:cubicBezTo>
                      <a:pt x="2774252" y="1338929"/>
                      <a:pt x="2834069" y="1292447"/>
                      <a:pt x="2885408" y="1237393"/>
                    </a:cubicBezTo>
                    <a:cubicBezTo>
                      <a:pt x="2933605" y="1185767"/>
                      <a:pt x="2973324" y="1127093"/>
                      <a:pt x="3017711" y="1072229"/>
                    </a:cubicBezTo>
                    <a:cubicBezTo>
                      <a:pt x="3059811" y="1020223"/>
                      <a:pt x="3105912" y="971645"/>
                      <a:pt x="3150680" y="921830"/>
                    </a:cubicBezTo>
                    <a:cubicBezTo>
                      <a:pt x="3186113" y="882396"/>
                      <a:pt x="3220593" y="842010"/>
                      <a:pt x="3255169" y="801815"/>
                    </a:cubicBezTo>
                    <a:cubicBezTo>
                      <a:pt x="3284887" y="767239"/>
                      <a:pt x="3314605" y="732473"/>
                      <a:pt x="3339275" y="694182"/>
                    </a:cubicBezTo>
                    <a:cubicBezTo>
                      <a:pt x="3368707" y="648367"/>
                      <a:pt x="3390138" y="597980"/>
                      <a:pt x="3409188" y="546926"/>
                    </a:cubicBezTo>
                    <a:cubicBezTo>
                      <a:pt x="3433382" y="482156"/>
                      <a:pt x="3453384" y="415861"/>
                      <a:pt x="3464243" y="347663"/>
                    </a:cubicBezTo>
                    <a:cubicBezTo>
                      <a:pt x="3476244" y="272224"/>
                      <a:pt x="3661696" y="76295"/>
                      <a:pt x="3665411" y="0"/>
                    </a:cubicBezTo>
                  </a:path>
                </a:pathLst>
              </a:custGeom>
              <a:noFill/>
              <a:ln w="9525" cap="rnd">
                <a:solidFill>
                  <a:schemeClr val="accent2">
                    <a:alpha val="35000"/>
                  </a:schemeClr>
                </a:solidFill>
                <a:prstDash val="lgDash"/>
                <a:round/>
              </a:ln>
            </p:spPr>
            <p:txBody>
              <a:bodyPr rtlCol="0" anchor="ctr"/>
              <a:lstStyle/>
              <a:p>
                <a:endParaRPr lang="en-US"/>
              </a:p>
            </p:txBody>
          </p:sp>
          <p:sp>
            <p:nvSpPr>
              <p:cNvPr id="157" name="Freeform: Shape 156">
                <a:extLst>
                  <a:ext uri="{FF2B5EF4-FFF2-40B4-BE49-F238E27FC236}">
                    <a16:creationId xmlns:a16="http://schemas.microsoft.com/office/drawing/2014/main" id="{8ABFBC77-5178-4DAA-93E6-A494D49148D1}"/>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7790402" y="5229700"/>
                <a:ext cx="285940" cy="199072"/>
              </a:xfrm>
              <a:custGeom>
                <a:avLst/>
                <a:gdLst>
                  <a:gd name="connsiteX0" fmla="*/ 0 w 285940"/>
                  <a:gd name="connsiteY0" fmla="*/ 199073 h 199072"/>
                  <a:gd name="connsiteX1" fmla="*/ 285940 w 285940"/>
                  <a:gd name="connsiteY1" fmla="*/ 0 h 199072"/>
                </a:gdLst>
                <a:ahLst/>
                <a:cxnLst>
                  <a:cxn ang="0">
                    <a:pos x="connsiteX0" y="connsiteY0"/>
                  </a:cxn>
                  <a:cxn ang="0">
                    <a:pos x="connsiteX1" y="connsiteY1"/>
                  </a:cxn>
                </a:cxnLst>
                <a:rect l="l" t="t" r="r" b="b"/>
                <a:pathLst>
                  <a:path w="285940" h="199072">
                    <a:moveTo>
                      <a:pt x="0" y="199073"/>
                    </a:moveTo>
                    <a:cubicBezTo>
                      <a:pt x="0" y="199073"/>
                      <a:pt x="242125" y="39243"/>
                      <a:pt x="285940" y="0"/>
                    </a:cubicBezTo>
                  </a:path>
                </a:pathLst>
              </a:custGeom>
              <a:noFill/>
              <a:ln w="9525" cap="rnd">
                <a:solidFill>
                  <a:schemeClr val="accent2">
                    <a:alpha val="35000"/>
                  </a:schemeClr>
                </a:solidFill>
                <a:prstDash val="lgDash"/>
                <a:round/>
              </a:ln>
            </p:spPr>
            <p:txBody>
              <a:bodyPr rtlCol="0" anchor="ctr"/>
              <a:lstStyle/>
              <a:p>
                <a:endParaRPr lang="en-US"/>
              </a:p>
            </p:txBody>
          </p:sp>
          <p:sp>
            <p:nvSpPr>
              <p:cNvPr id="158" name="Freeform: Shape 157">
                <a:extLst>
                  <a:ext uri="{FF2B5EF4-FFF2-40B4-BE49-F238E27FC236}">
                    <a16:creationId xmlns:a16="http://schemas.microsoft.com/office/drawing/2014/main" id="{47E709EC-272C-4F97-BDC8-4B872DEDC6DB}"/>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7393114" y="5049773"/>
                <a:ext cx="655796" cy="381190"/>
              </a:xfrm>
              <a:custGeom>
                <a:avLst/>
                <a:gdLst>
                  <a:gd name="connsiteX0" fmla="*/ 0 w 655796"/>
                  <a:gd name="connsiteY0" fmla="*/ 381190 h 381190"/>
                  <a:gd name="connsiteX1" fmla="*/ 655796 w 655796"/>
                  <a:gd name="connsiteY1" fmla="*/ 0 h 381190"/>
                </a:gdLst>
                <a:ahLst/>
                <a:cxnLst>
                  <a:cxn ang="0">
                    <a:pos x="connsiteX0" y="connsiteY0"/>
                  </a:cxn>
                  <a:cxn ang="0">
                    <a:pos x="connsiteX1" y="connsiteY1"/>
                  </a:cxn>
                </a:cxnLst>
                <a:rect l="l" t="t" r="r" b="b"/>
                <a:pathLst>
                  <a:path w="655796" h="381190">
                    <a:moveTo>
                      <a:pt x="0" y="381190"/>
                    </a:moveTo>
                    <a:cubicBezTo>
                      <a:pt x="0" y="381190"/>
                      <a:pt x="461105" y="172117"/>
                      <a:pt x="655796" y="0"/>
                    </a:cubicBezTo>
                  </a:path>
                </a:pathLst>
              </a:custGeom>
              <a:noFill/>
              <a:ln w="9525" cap="rnd">
                <a:solidFill>
                  <a:schemeClr val="accent2">
                    <a:alpha val="35000"/>
                  </a:schemeClr>
                </a:solidFill>
                <a:prstDash val="lgDash"/>
                <a:round/>
              </a:ln>
            </p:spPr>
            <p:txBody>
              <a:bodyPr rtlCol="0" anchor="ctr"/>
              <a:lstStyle/>
              <a:p>
                <a:endParaRPr lang="en-US"/>
              </a:p>
            </p:txBody>
          </p:sp>
          <p:sp>
            <p:nvSpPr>
              <p:cNvPr id="159" name="Freeform: Shape 158">
                <a:extLst>
                  <a:ext uri="{FF2B5EF4-FFF2-40B4-BE49-F238E27FC236}">
                    <a16:creationId xmlns:a16="http://schemas.microsoft.com/office/drawing/2014/main" id="{27C992B3-ABB9-443C-8748-5516261882B2}"/>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154072" y="3867816"/>
                <a:ext cx="2907315" cy="1544764"/>
              </a:xfrm>
              <a:custGeom>
                <a:avLst/>
                <a:gdLst>
                  <a:gd name="connsiteX0" fmla="*/ 0 w 2907315"/>
                  <a:gd name="connsiteY0" fmla="*/ 1544764 h 1544764"/>
                  <a:gd name="connsiteX1" fmla="*/ 201644 w 2907315"/>
                  <a:gd name="connsiteY1" fmla="*/ 1352550 h 1544764"/>
                  <a:gd name="connsiteX2" fmla="*/ 423196 w 2907315"/>
                  <a:gd name="connsiteY2" fmla="*/ 1196054 h 1544764"/>
                  <a:gd name="connsiteX3" fmla="*/ 782193 w 2907315"/>
                  <a:gd name="connsiteY3" fmla="*/ 1099947 h 1544764"/>
                  <a:gd name="connsiteX4" fmla="*/ 1052513 w 2907315"/>
                  <a:gd name="connsiteY4" fmla="*/ 1042321 h 1544764"/>
                  <a:gd name="connsiteX5" fmla="*/ 1311783 w 2907315"/>
                  <a:gd name="connsiteY5" fmla="*/ 1056037 h 1544764"/>
                  <a:gd name="connsiteX6" fmla="*/ 1484662 w 2907315"/>
                  <a:gd name="connsiteY6" fmla="*/ 1083469 h 1544764"/>
                  <a:gd name="connsiteX7" fmla="*/ 1788224 w 2907315"/>
                  <a:gd name="connsiteY7" fmla="*/ 1023080 h 1544764"/>
                  <a:gd name="connsiteX8" fmla="*/ 2269045 w 2907315"/>
                  <a:gd name="connsiteY8" fmla="*/ 734758 h 1544764"/>
                  <a:gd name="connsiteX9" fmla="*/ 2534984 w 2907315"/>
                  <a:gd name="connsiteY9" fmla="*/ 572738 h 1544764"/>
                  <a:gd name="connsiteX10" fmla="*/ 2907316 w 2907315"/>
                  <a:gd name="connsiteY10" fmla="*/ 0 h 154476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2907315" h="1544764">
                    <a:moveTo>
                      <a:pt x="0" y="1544764"/>
                    </a:moveTo>
                    <a:cubicBezTo>
                      <a:pt x="0" y="1544764"/>
                      <a:pt x="98012" y="1443990"/>
                      <a:pt x="201644" y="1352550"/>
                    </a:cubicBezTo>
                    <a:cubicBezTo>
                      <a:pt x="271272" y="1291209"/>
                      <a:pt x="343662" y="1234249"/>
                      <a:pt x="423196" y="1196054"/>
                    </a:cubicBezTo>
                    <a:cubicBezTo>
                      <a:pt x="537591" y="1141095"/>
                      <a:pt x="661226" y="1127189"/>
                      <a:pt x="782193" y="1099947"/>
                    </a:cubicBezTo>
                    <a:cubicBezTo>
                      <a:pt x="872300" y="1079659"/>
                      <a:pt x="961358" y="1051370"/>
                      <a:pt x="1052513" y="1042321"/>
                    </a:cubicBezTo>
                    <a:cubicBezTo>
                      <a:pt x="1139000" y="1033653"/>
                      <a:pt x="1225868" y="1040321"/>
                      <a:pt x="1311783" y="1056037"/>
                    </a:cubicBezTo>
                    <a:cubicBezTo>
                      <a:pt x="1369314" y="1066609"/>
                      <a:pt x="1426559" y="1079373"/>
                      <a:pt x="1484662" y="1083469"/>
                    </a:cubicBezTo>
                    <a:cubicBezTo>
                      <a:pt x="1587913" y="1090803"/>
                      <a:pt x="1690402" y="1064800"/>
                      <a:pt x="1788224" y="1023080"/>
                    </a:cubicBezTo>
                    <a:cubicBezTo>
                      <a:pt x="1956721" y="951262"/>
                      <a:pt x="2106549" y="825722"/>
                      <a:pt x="2269045" y="734758"/>
                    </a:cubicBezTo>
                    <a:cubicBezTo>
                      <a:pt x="2359438" y="684181"/>
                      <a:pt x="2452497" y="640556"/>
                      <a:pt x="2534984" y="572738"/>
                    </a:cubicBezTo>
                    <a:cubicBezTo>
                      <a:pt x="2673001" y="459391"/>
                      <a:pt x="2847023" y="191453"/>
                      <a:pt x="2907316" y="0"/>
                    </a:cubicBezTo>
                  </a:path>
                </a:pathLst>
              </a:custGeom>
              <a:noFill/>
              <a:ln w="9525" cap="rnd">
                <a:solidFill>
                  <a:schemeClr val="accent2">
                    <a:alpha val="35000"/>
                  </a:schemeClr>
                </a:solidFill>
                <a:prstDash val="lgDash"/>
                <a:round/>
              </a:ln>
            </p:spPr>
            <p:txBody>
              <a:bodyPr rtlCol="0" anchor="ctr"/>
              <a:lstStyle/>
              <a:p>
                <a:endParaRPr lang="en-US"/>
              </a:p>
            </p:txBody>
          </p:sp>
          <p:sp>
            <p:nvSpPr>
              <p:cNvPr id="160" name="Freeform: Shape 159">
                <a:extLst>
                  <a:ext uri="{FF2B5EF4-FFF2-40B4-BE49-F238E27FC236}">
                    <a16:creationId xmlns:a16="http://schemas.microsoft.com/office/drawing/2014/main" id="{710CC2EE-90B9-45E3-B7E6-C856A199D46A}"/>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4907946" y="3479100"/>
                <a:ext cx="3168300" cy="1952434"/>
              </a:xfrm>
              <a:custGeom>
                <a:avLst/>
                <a:gdLst>
                  <a:gd name="connsiteX0" fmla="*/ 0 w 3168300"/>
                  <a:gd name="connsiteY0" fmla="*/ 1952435 h 1952434"/>
                  <a:gd name="connsiteX1" fmla="*/ 202121 w 3168300"/>
                  <a:gd name="connsiteY1" fmla="*/ 1687068 h 1952434"/>
                  <a:gd name="connsiteX2" fmla="*/ 545116 w 3168300"/>
                  <a:gd name="connsiteY2" fmla="*/ 1450277 h 1952434"/>
                  <a:gd name="connsiteX3" fmla="*/ 906780 w 3168300"/>
                  <a:gd name="connsiteY3" fmla="*/ 1354455 h 1952434"/>
                  <a:gd name="connsiteX4" fmla="*/ 1332262 w 3168300"/>
                  <a:gd name="connsiteY4" fmla="*/ 1285304 h 1952434"/>
                  <a:gd name="connsiteX5" fmla="*/ 1691259 w 3168300"/>
                  <a:gd name="connsiteY5" fmla="*/ 1240060 h 1952434"/>
                  <a:gd name="connsiteX6" fmla="*/ 2010346 w 3168300"/>
                  <a:gd name="connsiteY6" fmla="*/ 1141667 h 1952434"/>
                  <a:gd name="connsiteX7" fmla="*/ 2393252 w 3168300"/>
                  <a:gd name="connsiteY7" fmla="*/ 1027271 h 1952434"/>
                  <a:gd name="connsiteX8" fmla="*/ 2582037 w 3168300"/>
                  <a:gd name="connsiteY8" fmla="*/ 958120 h 1952434"/>
                  <a:gd name="connsiteX9" fmla="*/ 2760155 w 3168300"/>
                  <a:gd name="connsiteY9" fmla="*/ 827723 h 1952434"/>
                  <a:gd name="connsiteX10" fmla="*/ 2914364 w 3168300"/>
                  <a:gd name="connsiteY10" fmla="*/ 567023 h 1952434"/>
                  <a:gd name="connsiteX11" fmla="*/ 3168301 w 3168300"/>
                  <a:gd name="connsiteY11" fmla="*/ 0 h 195243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3168300" h="1952434">
                    <a:moveTo>
                      <a:pt x="0" y="1952435"/>
                    </a:moveTo>
                    <a:cubicBezTo>
                      <a:pt x="0" y="1952435"/>
                      <a:pt x="91059" y="1796415"/>
                      <a:pt x="202121" y="1687068"/>
                    </a:cubicBezTo>
                    <a:cubicBezTo>
                      <a:pt x="301943" y="1588675"/>
                      <a:pt x="416528" y="1505617"/>
                      <a:pt x="545116" y="1450277"/>
                    </a:cubicBezTo>
                    <a:cubicBezTo>
                      <a:pt x="659987" y="1400747"/>
                      <a:pt x="783622" y="1377601"/>
                      <a:pt x="906780" y="1354455"/>
                    </a:cubicBezTo>
                    <a:cubicBezTo>
                      <a:pt x="1048036" y="1327976"/>
                      <a:pt x="1189482" y="1301972"/>
                      <a:pt x="1332262" y="1285304"/>
                    </a:cubicBezTo>
                    <a:cubicBezTo>
                      <a:pt x="1452182" y="1271302"/>
                      <a:pt x="1573340" y="1265873"/>
                      <a:pt x="1691259" y="1240060"/>
                    </a:cubicBezTo>
                    <a:cubicBezTo>
                      <a:pt x="1800035" y="1216247"/>
                      <a:pt x="1904619" y="1176718"/>
                      <a:pt x="2010346" y="1141667"/>
                    </a:cubicBezTo>
                    <a:cubicBezTo>
                      <a:pt x="2136743" y="1099661"/>
                      <a:pt x="2265902" y="1066229"/>
                      <a:pt x="2393252" y="1027271"/>
                    </a:cubicBezTo>
                    <a:cubicBezTo>
                      <a:pt x="2457450" y="1007650"/>
                      <a:pt x="2521744" y="987552"/>
                      <a:pt x="2582037" y="958120"/>
                    </a:cubicBezTo>
                    <a:cubicBezTo>
                      <a:pt x="2648807" y="925449"/>
                      <a:pt x="2710815" y="883349"/>
                      <a:pt x="2760155" y="827723"/>
                    </a:cubicBezTo>
                    <a:cubicBezTo>
                      <a:pt x="2827496" y="751904"/>
                      <a:pt x="2867978" y="657511"/>
                      <a:pt x="2914364" y="567023"/>
                    </a:cubicBezTo>
                    <a:cubicBezTo>
                      <a:pt x="2972753" y="453200"/>
                      <a:pt x="3119152" y="118015"/>
                      <a:pt x="3168301" y="0"/>
                    </a:cubicBezTo>
                  </a:path>
                </a:pathLst>
              </a:custGeom>
              <a:noFill/>
              <a:ln w="9525" cap="rnd">
                <a:solidFill>
                  <a:schemeClr val="accent2">
                    <a:alpha val="35000"/>
                  </a:schemeClr>
                </a:solidFill>
                <a:prstDash val="lgDash"/>
                <a:round/>
              </a:ln>
            </p:spPr>
            <p:txBody>
              <a:bodyPr rtlCol="0" anchor="ctr"/>
              <a:lstStyle/>
              <a:p>
                <a:endParaRPr lang="en-US"/>
              </a:p>
            </p:txBody>
          </p:sp>
          <p:sp>
            <p:nvSpPr>
              <p:cNvPr id="161" name="Freeform: Shape 160">
                <a:extLst>
                  <a:ext uri="{FF2B5EF4-FFF2-40B4-BE49-F238E27FC236}">
                    <a16:creationId xmlns:a16="http://schemas.microsoft.com/office/drawing/2014/main" id="{28272C51-7AB7-4369-A6E9-17958FD30D43}"/>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4704778" y="2976752"/>
                <a:ext cx="3356800" cy="2452020"/>
              </a:xfrm>
              <a:custGeom>
                <a:avLst/>
                <a:gdLst>
                  <a:gd name="connsiteX0" fmla="*/ 0 w 3356800"/>
                  <a:gd name="connsiteY0" fmla="*/ 2452021 h 2452020"/>
                  <a:gd name="connsiteX1" fmla="*/ 130874 w 3356800"/>
                  <a:gd name="connsiteY1" fmla="*/ 2247710 h 2452020"/>
                  <a:gd name="connsiteX2" fmla="*/ 437197 w 3356800"/>
                  <a:gd name="connsiteY2" fmla="*/ 1941195 h 2452020"/>
                  <a:gd name="connsiteX3" fmla="*/ 737140 w 3356800"/>
                  <a:gd name="connsiteY3" fmla="*/ 1736884 h 2452020"/>
                  <a:gd name="connsiteX4" fmla="*/ 1031843 w 3356800"/>
                  <a:gd name="connsiteY4" fmla="*/ 1685068 h 2452020"/>
                  <a:gd name="connsiteX5" fmla="*/ 1287304 w 3356800"/>
                  <a:gd name="connsiteY5" fmla="*/ 1655826 h 2452020"/>
                  <a:gd name="connsiteX6" fmla="*/ 1471994 w 3356800"/>
                  <a:gd name="connsiteY6" fmla="*/ 1634300 h 2452020"/>
                  <a:gd name="connsiteX7" fmla="*/ 1898237 w 3356800"/>
                  <a:gd name="connsiteY7" fmla="*/ 1512665 h 2452020"/>
                  <a:gd name="connsiteX8" fmla="*/ 2229136 w 3356800"/>
                  <a:gd name="connsiteY8" fmla="*/ 1355598 h 2452020"/>
                  <a:gd name="connsiteX9" fmla="*/ 2512314 w 3356800"/>
                  <a:gd name="connsiteY9" fmla="*/ 1238631 h 2452020"/>
                  <a:gd name="connsiteX10" fmla="*/ 2758535 w 3356800"/>
                  <a:gd name="connsiteY10" fmla="*/ 1096994 h 2452020"/>
                  <a:gd name="connsiteX11" fmla="*/ 2935510 w 3356800"/>
                  <a:gd name="connsiteY11" fmla="*/ 919925 h 2452020"/>
                  <a:gd name="connsiteX12" fmla="*/ 3081719 w 3356800"/>
                  <a:gd name="connsiteY12" fmla="*/ 687419 h 2452020"/>
                  <a:gd name="connsiteX13" fmla="*/ 3356800 w 3356800"/>
                  <a:gd name="connsiteY13" fmla="*/ 0 h 245202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Lst>
                <a:rect l="l" t="t" r="r" b="b"/>
                <a:pathLst>
                  <a:path w="3356800" h="2452020">
                    <a:moveTo>
                      <a:pt x="0" y="2452021"/>
                    </a:moveTo>
                    <a:cubicBezTo>
                      <a:pt x="0" y="2452021"/>
                      <a:pt x="57150" y="2344198"/>
                      <a:pt x="130874" y="2247710"/>
                    </a:cubicBezTo>
                    <a:cubicBezTo>
                      <a:pt x="218694" y="2132648"/>
                      <a:pt x="328136" y="2036635"/>
                      <a:pt x="437197" y="1941195"/>
                    </a:cubicBezTo>
                    <a:cubicBezTo>
                      <a:pt x="529304" y="1860709"/>
                      <a:pt x="623030" y="1779556"/>
                      <a:pt x="737140" y="1736884"/>
                    </a:cubicBezTo>
                    <a:cubicBezTo>
                      <a:pt x="830866" y="1701736"/>
                      <a:pt x="932021" y="1695450"/>
                      <a:pt x="1031843" y="1685068"/>
                    </a:cubicBezTo>
                    <a:cubicBezTo>
                      <a:pt x="1117092" y="1676210"/>
                      <a:pt x="1202055" y="1665160"/>
                      <a:pt x="1287304" y="1655826"/>
                    </a:cubicBezTo>
                    <a:cubicBezTo>
                      <a:pt x="1348931" y="1649063"/>
                      <a:pt x="1410653" y="1643539"/>
                      <a:pt x="1471994" y="1634300"/>
                    </a:cubicBezTo>
                    <a:cubicBezTo>
                      <a:pt x="1618679" y="1612011"/>
                      <a:pt x="1761935" y="1571149"/>
                      <a:pt x="1898237" y="1512665"/>
                    </a:cubicBezTo>
                    <a:cubicBezTo>
                      <a:pt x="2010442" y="1464564"/>
                      <a:pt x="2117503" y="1405128"/>
                      <a:pt x="2229136" y="1355598"/>
                    </a:cubicBezTo>
                    <a:cubicBezTo>
                      <a:pt x="2322481" y="1314164"/>
                      <a:pt x="2418969" y="1280160"/>
                      <a:pt x="2512314" y="1238631"/>
                    </a:cubicBezTo>
                    <a:cubicBezTo>
                      <a:pt x="2599087" y="1199960"/>
                      <a:pt x="2683193" y="1154811"/>
                      <a:pt x="2758535" y="1096994"/>
                    </a:cubicBezTo>
                    <a:cubicBezTo>
                      <a:pt x="2825020" y="1046035"/>
                      <a:pt x="2883789" y="985837"/>
                      <a:pt x="2935510" y="919925"/>
                    </a:cubicBezTo>
                    <a:cubicBezTo>
                      <a:pt x="2992184" y="847725"/>
                      <a:pt x="3039904" y="769144"/>
                      <a:pt x="3081719" y="687419"/>
                    </a:cubicBezTo>
                    <a:cubicBezTo>
                      <a:pt x="3138297" y="576739"/>
                      <a:pt x="3314129" y="116776"/>
                      <a:pt x="3356800" y="0"/>
                    </a:cubicBezTo>
                  </a:path>
                </a:pathLst>
              </a:custGeom>
              <a:noFill/>
              <a:ln w="9525" cap="rnd">
                <a:solidFill>
                  <a:schemeClr val="accent2">
                    <a:alpha val="35000"/>
                  </a:schemeClr>
                </a:solidFill>
                <a:prstDash val="lgDash"/>
                <a:round/>
              </a:ln>
            </p:spPr>
            <p:txBody>
              <a:bodyPr rtlCol="0" anchor="ctr"/>
              <a:lstStyle/>
              <a:p>
                <a:endParaRPr lang="en-US"/>
              </a:p>
            </p:txBody>
          </p:sp>
        </p:grpSp>
        <p:sp>
          <p:nvSpPr>
            <p:cNvPr id="154" name="Freeform: Shape 153">
              <a:extLst>
                <a:ext uri="{FF2B5EF4-FFF2-40B4-BE49-F238E27FC236}">
                  <a16:creationId xmlns:a16="http://schemas.microsoft.com/office/drawing/2014/main" id="{9B1F31DD-C31E-4C9E-A920-AD354B5CBA17}"/>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7980400" y="5197178"/>
              <a:ext cx="4211600" cy="1660822"/>
            </a:xfrm>
            <a:custGeom>
              <a:avLst/>
              <a:gdLst>
                <a:gd name="connsiteX0" fmla="*/ 4211600 w 4211600"/>
                <a:gd name="connsiteY0" fmla="*/ 0 h 1660822"/>
                <a:gd name="connsiteX1" fmla="*/ 4211600 w 4211600"/>
                <a:gd name="connsiteY1" fmla="*/ 58430 h 1660822"/>
                <a:gd name="connsiteX2" fmla="*/ 4136524 w 4211600"/>
                <a:gd name="connsiteY2" fmla="*/ 208808 h 1660822"/>
                <a:gd name="connsiteX3" fmla="*/ 3973354 w 4211600"/>
                <a:gd name="connsiteY3" fmla="*/ 437313 h 1660822"/>
                <a:gd name="connsiteX4" fmla="*/ 3884746 w 4211600"/>
                <a:gd name="connsiteY4" fmla="*/ 553613 h 1660822"/>
                <a:gd name="connsiteX5" fmla="*/ 3849435 w 4211600"/>
                <a:gd name="connsiteY5" fmla="*/ 603143 h 1660822"/>
                <a:gd name="connsiteX6" fmla="*/ 3661849 w 4211600"/>
                <a:gd name="connsiteY6" fmla="*/ 819075 h 1660822"/>
                <a:gd name="connsiteX7" fmla="*/ 3402589 w 4211600"/>
                <a:gd name="connsiteY7" fmla="*/ 952996 h 1660822"/>
                <a:gd name="connsiteX8" fmla="*/ 3130202 w 4211600"/>
                <a:gd name="connsiteY8" fmla="*/ 1023386 h 1660822"/>
                <a:gd name="connsiteX9" fmla="*/ 2914657 w 4211600"/>
                <a:gd name="connsiteY9" fmla="*/ 1068058 h 1660822"/>
                <a:gd name="connsiteX10" fmla="*/ 2582149 w 4211600"/>
                <a:gd name="connsiteY10" fmla="*/ 1138924 h 1660822"/>
                <a:gd name="connsiteX11" fmla="*/ 2483958 w 4211600"/>
                <a:gd name="connsiteY11" fmla="*/ 1162356 h 1660822"/>
                <a:gd name="connsiteX12" fmla="*/ 2123750 w 4211600"/>
                <a:gd name="connsiteY12" fmla="*/ 1238651 h 1660822"/>
                <a:gd name="connsiteX13" fmla="*/ 1761444 w 4211600"/>
                <a:gd name="connsiteY13" fmla="*/ 1273417 h 1660822"/>
                <a:gd name="connsiteX14" fmla="*/ 1608382 w 4211600"/>
                <a:gd name="connsiteY14" fmla="*/ 1284466 h 1660822"/>
                <a:gd name="connsiteX15" fmla="*/ 999942 w 4211600"/>
                <a:gd name="connsiteY15" fmla="*/ 1354284 h 1660822"/>
                <a:gd name="connsiteX16" fmla="*/ 484705 w 4211600"/>
                <a:gd name="connsiteY16" fmla="*/ 1450487 h 1660822"/>
                <a:gd name="connsiteX17" fmla="*/ 113310 w 4211600"/>
                <a:gd name="connsiteY17" fmla="*/ 1613700 h 1660822"/>
                <a:gd name="connsiteX18" fmla="*/ 39668 w 4211600"/>
                <a:gd name="connsiteY18" fmla="*/ 1660822 h 1660822"/>
                <a:gd name="connsiteX19" fmla="*/ 0 w 4211600"/>
                <a:gd name="connsiteY19" fmla="*/ 1660822 h 1660822"/>
                <a:gd name="connsiteX20" fmla="*/ 96701 w 4211600"/>
                <a:gd name="connsiteY20" fmla="*/ 1598934 h 1660822"/>
                <a:gd name="connsiteX21" fmla="*/ 474335 w 4211600"/>
                <a:gd name="connsiteY21" fmla="*/ 1433056 h 1660822"/>
                <a:gd name="connsiteX22" fmla="*/ 994299 w 4211600"/>
                <a:gd name="connsiteY22" fmla="*/ 1335806 h 1660822"/>
                <a:gd name="connsiteX23" fmla="*/ 1605231 w 4211600"/>
                <a:gd name="connsiteY23" fmla="*/ 1265702 h 1660822"/>
                <a:gd name="connsiteX24" fmla="*/ 1758819 w 4211600"/>
                <a:gd name="connsiteY24" fmla="*/ 1254558 h 1660822"/>
                <a:gd name="connsiteX25" fmla="*/ 2118106 w 4211600"/>
                <a:gd name="connsiteY25" fmla="*/ 1220077 h 1660822"/>
                <a:gd name="connsiteX26" fmla="*/ 2475557 w 4211600"/>
                <a:gd name="connsiteY26" fmla="*/ 1144353 h 1660822"/>
                <a:gd name="connsiteX27" fmla="*/ 2573878 w 4211600"/>
                <a:gd name="connsiteY27" fmla="*/ 1120827 h 1660822"/>
                <a:gd name="connsiteX28" fmla="*/ 2907437 w 4211600"/>
                <a:gd name="connsiteY28" fmla="*/ 1049675 h 1660822"/>
                <a:gd name="connsiteX29" fmla="*/ 3122589 w 4211600"/>
                <a:gd name="connsiteY29" fmla="*/ 1005098 h 1660822"/>
                <a:gd name="connsiteX30" fmla="*/ 3391169 w 4211600"/>
                <a:gd name="connsiteY30" fmla="*/ 935756 h 1660822"/>
                <a:gd name="connsiteX31" fmla="*/ 3642290 w 4211600"/>
                <a:gd name="connsiteY31" fmla="*/ 806216 h 1660822"/>
                <a:gd name="connsiteX32" fmla="*/ 3825937 w 4211600"/>
                <a:gd name="connsiteY32" fmla="*/ 594475 h 1660822"/>
                <a:gd name="connsiteX33" fmla="*/ 3861381 w 4211600"/>
                <a:gd name="connsiteY33" fmla="*/ 544755 h 1660822"/>
                <a:gd name="connsiteX34" fmla="*/ 3950381 w 4211600"/>
                <a:gd name="connsiteY34" fmla="*/ 427978 h 1660822"/>
                <a:gd name="connsiteX35" fmla="*/ 4112370 w 4211600"/>
                <a:gd name="connsiteY35" fmla="*/ 201378 h 1660822"/>
                <a:gd name="connsiteX36" fmla="*/ 4195989 w 4211600"/>
                <a:gd name="connsiteY36" fmla="*/ 33834 h 166082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Lst>
              <a:rect l="l" t="t" r="r" b="b"/>
              <a:pathLst>
                <a:path w="4211600" h="1660822">
                  <a:moveTo>
                    <a:pt x="4211600" y="0"/>
                  </a:moveTo>
                  <a:lnTo>
                    <a:pt x="4211600" y="58430"/>
                  </a:lnTo>
                  <a:lnTo>
                    <a:pt x="4136524" y="208808"/>
                  </a:lnTo>
                  <a:cubicBezTo>
                    <a:pt x="4089791" y="287770"/>
                    <a:pt x="4030588" y="363780"/>
                    <a:pt x="3973354" y="437313"/>
                  </a:cubicBezTo>
                  <a:cubicBezTo>
                    <a:pt x="3943819" y="475222"/>
                    <a:pt x="3913231" y="514465"/>
                    <a:pt x="3884746" y="553613"/>
                  </a:cubicBezTo>
                  <a:cubicBezTo>
                    <a:pt x="3872801" y="569996"/>
                    <a:pt x="3861119" y="586569"/>
                    <a:pt x="3849435" y="603143"/>
                  </a:cubicBezTo>
                  <a:cubicBezTo>
                    <a:pt x="3796665" y="678009"/>
                    <a:pt x="3742187" y="755352"/>
                    <a:pt x="3661849" y="819075"/>
                  </a:cubicBezTo>
                  <a:cubicBezTo>
                    <a:pt x="3596214" y="871176"/>
                    <a:pt x="3509050" y="916230"/>
                    <a:pt x="3402589" y="952996"/>
                  </a:cubicBezTo>
                  <a:cubicBezTo>
                    <a:pt x="3312406" y="984048"/>
                    <a:pt x="3215660" y="1005003"/>
                    <a:pt x="3130202" y="1023386"/>
                  </a:cubicBezTo>
                  <a:cubicBezTo>
                    <a:pt x="3058529" y="1038816"/>
                    <a:pt x="2985412" y="1053675"/>
                    <a:pt x="2914657" y="1068058"/>
                  </a:cubicBezTo>
                  <a:cubicBezTo>
                    <a:pt x="2805176" y="1090251"/>
                    <a:pt x="2692021" y="1113207"/>
                    <a:pt x="2582149" y="1138924"/>
                  </a:cubicBezTo>
                  <a:cubicBezTo>
                    <a:pt x="2549330" y="1146639"/>
                    <a:pt x="2516644" y="1154450"/>
                    <a:pt x="2483958" y="1162356"/>
                  </a:cubicBezTo>
                  <a:cubicBezTo>
                    <a:pt x="2367257" y="1190550"/>
                    <a:pt x="2246621" y="1219601"/>
                    <a:pt x="2123750" y="1238651"/>
                  </a:cubicBezTo>
                  <a:cubicBezTo>
                    <a:pt x="2004294" y="1257129"/>
                    <a:pt x="1880769" y="1265416"/>
                    <a:pt x="1761444" y="1273417"/>
                  </a:cubicBezTo>
                  <a:cubicBezTo>
                    <a:pt x="1711167" y="1276751"/>
                    <a:pt x="1659184" y="1280275"/>
                    <a:pt x="1608382" y="1284466"/>
                  </a:cubicBezTo>
                  <a:cubicBezTo>
                    <a:pt x="1408589" y="1300944"/>
                    <a:pt x="1214570" y="1325805"/>
                    <a:pt x="999942" y="1354284"/>
                  </a:cubicBezTo>
                  <a:cubicBezTo>
                    <a:pt x="826403" y="1377240"/>
                    <a:pt x="647744" y="1400957"/>
                    <a:pt x="484705" y="1450487"/>
                  </a:cubicBezTo>
                  <a:cubicBezTo>
                    <a:pt x="355831" y="1489635"/>
                    <a:pt x="231387" y="1544374"/>
                    <a:pt x="113310" y="1613700"/>
                  </a:cubicBezTo>
                  <a:lnTo>
                    <a:pt x="39668" y="1660822"/>
                  </a:lnTo>
                  <a:lnTo>
                    <a:pt x="0" y="1660822"/>
                  </a:lnTo>
                  <a:lnTo>
                    <a:pt x="96701" y="1598934"/>
                  </a:lnTo>
                  <a:cubicBezTo>
                    <a:pt x="216635" y="1528533"/>
                    <a:pt x="343196" y="1472919"/>
                    <a:pt x="474335" y="1433056"/>
                  </a:cubicBezTo>
                  <a:cubicBezTo>
                    <a:pt x="639999" y="1382669"/>
                    <a:pt x="820102" y="1358856"/>
                    <a:pt x="994299" y="1335806"/>
                  </a:cubicBezTo>
                  <a:cubicBezTo>
                    <a:pt x="1210239" y="1307231"/>
                    <a:pt x="1404650" y="1282275"/>
                    <a:pt x="1605231" y="1265702"/>
                  </a:cubicBezTo>
                  <a:cubicBezTo>
                    <a:pt x="1656428" y="1261511"/>
                    <a:pt x="1708411" y="1257987"/>
                    <a:pt x="1758819" y="1254558"/>
                  </a:cubicBezTo>
                  <a:cubicBezTo>
                    <a:pt x="1877487" y="1246557"/>
                    <a:pt x="2000094" y="1238365"/>
                    <a:pt x="2118106" y="1220077"/>
                  </a:cubicBezTo>
                  <a:cubicBezTo>
                    <a:pt x="2239531" y="1201313"/>
                    <a:pt x="2359513" y="1172357"/>
                    <a:pt x="2475557" y="1144353"/>
                  </a:cubicBezTo>
                  <a:cubicBezTo>
                    <a:pt x="2508243" y="1136448"/>
                    <a:pt x="2541060" y="1128542"/>
                    <a:pt x="2573878" y="1120827"/>
                  </a:cubicBezTo>
                  <a:cubicBezTo>
                    <a:pt x="2684276" y="1094919"/>
                    <a:pt x="2797694" y="1071963"/>
                    <a:pt x="2907437" y="1049675"/>
                  </a:cubicBezTo>
                  <a:cubicBezTo>
                    <a:pt x="2978061" y="1035387"/>
                    <a:pt x="3051178" y="1020528"/>
                    <a:pt x="3122589" y="1005098"/>
                  </a:cubicBezTo>
                  <a:cubicBezTo>
                    <a:pt x="3206997" y="986810"/>
                    <a:pt x="3302823" y="966141"/>
                    <a:pt x="3391169" y="935756"/>
                  </a:cubicBezTo>
                  <a:cubicBezTo>
                    <a:pt x="3494479" y="900132"/>
                    <a:pt x="3578886" y="856508"/>
                    <a:pt x="3642290" y="806216"/>
                  </a:cubicBezTo>
                  <a:cubicBezTo>
                    <a:pt x="3720133" y="744303"/>
                    <a:pt x="3773953" y="668103"/>
                    <a:pt x="3825937" y="594475"/>
                  </a:cubicBezTo>
                  <a:cubicBezTo>
                    <a:pt x="3837621" y="577902"/>
                    <a:pt x="3849435" y="561233"/>
                    <a:pt x="3861381" y="544755"/>
                  </a:cubicBezTo>
                  <a:cubicBezTo>
                    <a:pt x="3889997" y="505416"/>
                    <a:pt x="3920715" y="465983"/>
                    <a:pt x="3950381" y="427978"/>
                  </a:cubicBezTo>
                  <a:cubicBezTo>
                    <a:pt x="4007353" y="354921"/>
                    <a:pt x="4066163" y="279388"/>
                    <a:pt x="4112370" y="201378"/>
                  </a:cubicBezTo>
                  <a:cubicBezTo>
                    <a:pt x="4144662" y="146800"/>
                    <a:pt x="4170785" y="89364"/>
                    <a:pt x="4195989" y="33834"/>
                  </a:cubicBezTo>
                  <a:close/>
                </a:path>
              </a:pathLst>
            </a:cu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a:p>
          </p:txBody>
        </p:sp>
      </p:grpSp>
      <p:pic>
        <p:nvPicPr>
          <p:cNvPr id="5" name="Picture 4" descr="A graph with blue and white bars&#10;&#10;AI-generated content may be incorrect.">
            <a:extLst>
              <a:ext uri="{FF2B5EF4-FFF2-40B4-BE49-F238E27FC236}">
                <a16:creationId xmlns:a16="http://schemas.microsoft.com/office/drawing/2014/main" id="{A95AEB63-776A-FD83-857C-E7FA31184FF4}"/>
              </a:ext>
            </a:extLst>
          </p:cNvPr>
          <p:cNvPicPr>
            <a:picLocks noChangeAspect="1"/>
          </p:cNvPicPr>
          <p:nvPr/>
        </p:nvPicPr>
        <p:blipFill>
          <a:blip r:embed="rId2"/>
          <a:stretch>
            <a:fillRect/>
          </a:stretch>
        </p:blipFill>
        <p:spPr>
          <a:xfrm>
            <a:off x="838200" y="815707"/>
            <a:ext cx="10515600" cy="2812927"/>
          </a:xfrm>
          <a:prstGeom prst="rect">
            <a:avLst/>
          </a:prstGeom>
        </p:spPr>
      </p:pic>
      <p:grpSp>
        <p:nvGrpSpPr>
          <p:cNvPr id="163" name="Top left">
            <a:extLst>
              <a:ext uri="{FF2B5EF4-FFF2-40B4-BE49-F238E27FC236}">
                <a16:creationId xmlns:a16="http://schemas.microsoft.com/office/drawing/2014/main" id="{96BED12B-FE5D-4876-810D-5579D6E85AFA}"/>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10849" y="-3086"/>
            <a:ext cx="2198951" cy="3349518"/>
            <a:chOff x="10849" y="-3086"/>
            <a:chExt cx="2198951" cy="3349518"/>
          </a:xfrm>
        </p:grpSpPr>
        <p:sp>
          <p:nvSpPr>
            <p:cNvPr id="164" name="Freeform: Shape 163">
              <a:extLst>
                <a:ext uri="{FF2B5EF4-FFF2-40B4-BE49-F238E27FC236}">
                  <a16:creationId xmlns:a16="http://schemas.microsoft.com/office/drawing/2014/main" id="{22EB1789-3A9D-45E9-8CDD-C8063C513000}"/>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rot="10800000">
              <a:off x="692844" y="-3086"/>
              <a:ext cx="1326111" cy="597603"/>
            </a:xfrm>
            <a:custGeom>
              <a:avLst/>
              <a:gdLst>
                <a:gd name="connsiteX0" fmla="*/ 741051 w 1482102"/>
                <a:gd name="connsiteY0" fmla="*/ 0 h 679363"/>
                <a:gd name="connsiteX1" fmla="*/ 1473822 w 1482102"/>
                <a:gd name="connsiteY1" fmla="*/ 597226 h 679363"/>
                <a:gd name="connsiteX2" fmla="*/ 1482102 w 1482102"/>
                <a:gd name="connsiteY2" fmla="*/ 679363 h 679363"/>
                <a:gd name="connsiteX3" fmla="*/ 0 w 1482102"/>
                <a:gd name="connsiteY3" fmla="*/ 679363 h 679363"/>
                <a:gd name="connsiteX4" fmla="*/ 8280 w 1482102"/>
                <a:gd name="connsiteY4" fmla="*/ 597226 h 679363"/>
                <a:gd name="connsiteX5" fmla="*/ 741051 w 1482102"/>
                <a:gd name="connsiteY5" fmla="*/ 0 h 67936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1482102" h="679363">
                  <a:moveTo>
                    <a:pt x="741051" y="0"/>
                  </a:moveTo>
                  <a:cubicBezTo>
                    <a:pt x="1102506" y="0"/>
                    <a:pt x="1404077" y="256390"/>
                    <a:pt x="1473822" y="597226"/>
                  </a:cubicBezTo>
                  <a:lnTo>
                    <a:pt x="1482102" y="679363"/>
                  </a:lnTo>
                  <a:lnTo>
                    <a:pt x="0" y="679363"/>
                  </a:lnTo>
                  <a:lnTo>
                    <a:pt x="8280" y="597226"/>
                  </a:lnTo>
                  <a:cubicBezTo>
                    <a:pt x="78025" y="256390"/>
                    <a:pt x="379596" y="0"/>
                    <a:pt x="741051" y="0"/>
                  </a:cubicBezTo>
                  <a:close/>
                </a:path>
              </a:pathLst>
            </a:cu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dirty="0">
                <a:solidFill>
                  <a:schemeClr val="tx1">
                    <a:lumMod val="65000"/>
                    <a:lumOff val="35000"/>
                  </a:schemeClr>
                </a:solidFill>
                <a:latin typeface="AvenirNext LT Pro Medium" panose="020B0504020202020204" pitchFamily="34" charset="0"/>
              </a:endParaRPr>
            </a:p>
          </p:txBody>
        </p:sp>
        <p:sp>
          <p:nvSpPr>
            <p:cNvPr id="165" name="Freeform: Shape 164">
              <a:extLst>
                <a:ext uri="{FF2B5EF4-FFF2-40B4-BE49-F238E27FC236}">
                  <a16:creationId xmlns:a16="http://schemas.microsoft.com/office/drawing/2014/main" id="{17CA9CCF-CD57-438A-9A90-777CB891C5CF}"/>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19394" y="15241"/>
              <a:ext cx="2190406" cy="3331191"/>
            </a:xfrm>
            <a:custGeom>
              <a:avLst/>
              <a:gdLst>
                <a:gd name="connsiteX0" fmla="*/ 0 w 3296088"/>
                <a:gd name="connsiteY0" fmla="*/ 5012722 h 5012722"/>
                <a:gd name="connsiteX1" fmla="*/ 244031 w 3296088"/>
                <a:gd name="connsiteY1" fmla="*/ 4820222 h 5012722"/>
                <a:gd name="connsiteX2" fmla="*/ 729234 w 3296088"/>
                <a:gd name="connsiteY2" fmla="*/ 4360641 h 5012722"/>
                <a:gd name="connsiteX3" fmla="*/ 881444 w 3296088"/>
                <a:gd name="connsiteY3" fmla="*/ 4173950 h 5012722"/>
                <a:gd name="connsiteX4" fmla="*/ 1151287 w 3296088"/>
                <a:gd name="connsiteY4" fmla="*/ 3972877 h 5012722"/>
                <a:gd name="connsiteX5" fmla="*/ 1498664 w 3296088"/>
                <a:gd name="connsiteY5" fmla="*/ 3786188 h 5012722"/>
                <a:gd name="connsiteX6" fmla="*/ 1716881 w 3296088"/>
                <a:gd name="connsiteY6" fmla="*/ 3674174 h 5012722"/>
                <a:gd name="connsiteX7" fmla="*/ 1913573 w 3296088"/>
                <a:gd name="connsiteY7" fmla="*/ 3477387 h 5012722"/>
                <a:gd name="connsiteX8" fmla="*/ 2167700 w 3296088"/>
                <a:gd name="connsiteY8" fmla="*/ 3042190 h 5012722"/>
                <a:gd name="connsiteX9" fmla="*/ 2273903 w 3296088"/>
                <a:gd name="connsiteY9" fmla="*/ 2775014 h 5012722"/>
                <a:gd name="connsiteX10" fmla="*/ 2463356 w 3296088"/>
                <a:gd name="connsiteY10" fmla="*/ 2335530 h 5012722"/>
                <a:gd name="connsiteX11" fmla="*/ 2741866 w 3296088"/>
                <a:gd name="connsiteY11" fmla="*/ 1982248 h 5012722"/>
                <a:gd name="connsiteX12" fmla="*/ 2985897 w 3296088"/>
                <a:gd name="connsiteY12" fmla="*/ 1634681 h 5012722"/>
                <a:gd name="connsiteX13" fmla="*/ 3212687 w 3296088"/>
                <a:gd name="connsiteY13" fmla="*/ 1226820 h 5012722"/>
                <a:gd name="connsiteX14" fmla="*/ 3281553 w 3296088"/>
                <a:gd name="connsiteY14" fmla="*/ 959644 h 5012722"/>
                <a:gd name="connsiteX15" fmla="*/ 3295936 w 3296088"/>
                <a:gd name="connsiteY15" fmla="*/ 701135 h 5012722"/>
                <a:gd name="connsiteX16" fmla="*/ 3267266 w 3296088"/>
                <a:gd name="connsiteY16" fmla="*/ 436817 h 5012722"/>
                <a:gd name="connsiteX17" fmla="*/ 3105341 w 3296088"/>
                <a:gd name="connsiteY17" fmla="*/ 0 h 501272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Lst>
              <a:rect l="l" t="t" r="r" b="b"/>
              <a:pathLst>
                <a:path w="3296088" h="5012722">
                  <a:moveTo>
                    <a:pt x="0" y="5012722"/>
                  </a:moveTo>
                  <a:cubicBezTo>
                    <a:pt x="81820" y="4949095"/>
                    <a:pt x="163544" y="4885468"/>
                    <a:pt x="244031" y="4820222"/>
                  </a:cubicBezTo>
                  <a:cubicBezTo>
                    <a:pt x="417671" y="4679633"/>
                    <a:pt x="589883" y="4535139"/>
                    <a:pt x="729234" y="4360641"/>
                  </a:cubicBezTo>
                  <a:cubicBezTo>
                    <a:pt x="779431" y="4297776"/>
                    <a:pt x="825818" y="4231958"/>
                    <a:pt x="881444" y="4173950"/>
                  </a:cubicBezTo>
                  <a:cubicBezTo>
                    <a:pt x="959358" y="4092607"/>
                    <a:pt x="1054799" y="4031075"/>
                    <a:pt x="1151287" y="3972877"/>
                  </a:cubicBezTo>
                  <a:cubicBezTo>
                    <a:pt x="1263968" y="3904964"/>
                    <a:pt x="1379315" y="3841337"/>
                    <a:pt x="1498664" y="3786188"/>
                  </a:cubicBezTo>
                  <a:cubicBezTo>
                    <a:pt x="1573149" y="3751802"/>
                    <a:pt x="1649159" y="3720179"/>
                    <a:pt x="1716881" y="3674174"/>
                  </a:cubicBezTo>
                  <a:cubicBezTo>
                    <a:pt x="1794034" y="3621691"/>
                    <a:pt x="1856708" y="3551492"/>
                    <a:pt x="1913573" y="3477387"/>
                  </a:cubicBezTo>
                  <a:cubicBezTo>
                    <a:pt x="2016157" y="3343751"/>
                    <a:pt x="2099024" y="3196114"/>
                    <a:pt x="2167700" y="3042190"/>
                  </a:cubicBezTo>
                  <a:cubicBezTo>
                    <a:pt x="2206752" y="2954655"/>
                    <a:pt x="2241233" y="2865215"/>
                    <a:pt x="2273903" y="2775014"/>
                  </a:cubicBezTo>
                  <a:cubicBezTo>
                    <a:pt x="2328482" y="2624423"/>
                    <a:pt x="2379440" y="2471642"/>
                    <a:pt x="2463356" y="2335530"/>
                  </a:cubicBezTo>
                  <a:cubicBezTo>
                    <a:pt x="2542127" y="2207705"/>
                    <a:pt x="2647855" y="2099501"/>
                    <a:pt x="2741866" y="1982248"/>
                  </a:cubicBezTo>
                  <a:cubicBezTo>
                    <a:pt x="2830449" y="1871758"/>
                    <a:pt x="2908554" y="1753362"/>
                    <a:pt x="2985897" y="1634681"/>
                  </a:cubicBezTo>
                  <a:cubicBezTo>
                    <a:pt x="3071146" y="1503902"/>
                    <a:pt x="3156395" y="1372172"/>
                    <a:pt x="3212687" y="1226820"/>
                  </a:cubicBezTo>
                  <a:cubicBezTo>
                    <a:pt x="3246025" y="1140809"/>
                    <a:pt x="3268790" y="1051084"/>
                    <a:pt x="3281553" y="959644"/>
                  </a:cubicBezTo>
                  <a:cubicBezTo>
                    <a:pt x="3293555" y="874014"/>
                    <a:pt x="3296888" y="787527"/>
                    <a:pt x="3295936" y="701135"/>
                  </a:cubicBezTo>
                  <a:cubicBezTo>
                    <a:pt x="3294888" y="612172"/>
                    <a:pt x="3289268" y="523018"/>
                    <a:pt x="3267266" y="436817"/>
                  </a:cubicBezTo>
                  <a:cubicBezTo>
                    <a:pt x="3227832" y="282416"/>
                    <a:pt x="3105341" y="0"/>
                    <a:pt x="3105341" y="0"/>
                  </a:cubicBezTo>
                </a:path>
              </a:pathLst>
            </a:custGeom>
            <a:noFill/>
            <a:ln w="9525" cap="rnd">
              <a:solidFill>
                <a:schemeClr val="accent2">
                  <a:alpha val="50000"/>
                </a:schemeClr>
              </a:solidFill>
              <a:prstDash val="lgDash"/>
              <a:round/>
            </a:ln>
          </p:spPr>
          <p:txBody>
            <a:bodyPr rtlCol="0" anchor="ctr"/>
            <a:lstStyle/>
            <a:p>
              <a:endParaRPr lang="en-US"/>
            </a:p>
          </p:txBody>
        </p:sp>
        <p:sp>
          <p:nvSpPr>
            <p:cNvPr id="166" name="Freeform: Shape 165">
              <a:extLst>
                <a:ext uri="{FF2B5EF4-FFF2-40B4-BE49-F238E27FC236}">
                  <a16:creationId xmlns:a16="http://schemas.microsoft.com/office/drawing/2014/main" id="{A0CE73CE-4EED-4313-8396-3E701096DE79}"/>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10849" y="15178"/>
              <a:ext cx="1978674" cy="3074959"/>
            </a:xfrm>
            <a:custGeom>
              <a:avLst/>
              <a:gdLst>
                <a:gd name="connsiteX0" fmla="*/ 0 w 2977477"/>
                <a:gd name="connsiteY0" fmla="*/ 4627150 h 4627149"/>
                <a:gd name="connsiteX1" fmla="*/ 275082 w 2977477"/>
                <a:gd name="connsiteY1" fmla="*/ 4341590 h 4627149"/>
                <a:gd name="connsiteX2" fmla="*/ 502825 w 2977477"/>
                <a:gd name="connsiteY2" fmla="*/ 4054126 h 4627149"/>
                <a:gd name="connsiteX3" fmla="*/ 666179 w 2977477"/>
                <a:gd name="connsiteY3" fmla="*/ 3890677 h 4627149"/>
                <a:gd name="connsiteX4" fmla="*/ 864203 w 2977477"/>
                <a:gd name="connsiteY4" fmla="*/ 3675983 h 4627149"/>
                <a:gd name="connsiteX5" fmla="*/ 982599 w 2977477"/>
                <a:gd name="connsiteY5" fmla="*/ 3557492 h 4627149"/>
                <a:gd name="connsiteX6" fmla="*/ 1188244 w 2977477"/>
                <a:gd name="connsiteY6" fmla="*/ 3329654 h 4627149"/>
                <a:gd name="connsiteX7" fmla="*/ 1344740 w 2977477"/>
                <a:gd name="connsiteY7" fmla="*/ 3146774 h 4627149"/>
                <a:gd name="connsiteX8" fmla="*/ 1470755 w 2977477"/>
                <a:gd name="connsiteY8" fmla="*/ 2984659 h 4627149"/>
                <a:gd name="connsiteX9" fmla="*/ 1657636 w 2977477"/>
                <a:gd name="connsiteY9" fmla="*/ 2670239 h 4627149"/>
                <a:gd name="connsiteX10" fmla="*/ 1762887 w 2977477"/>
                <a:gd name="connsiteY10" fmla="*/ 2473547 h 4627149"/>
                <a:gd name="connsiteX11" fmla="*/ 1866710 w 2977477"/>
                <a:gd name="connsiteY11" fmla="*/ 2290667 h 4627149"/>
                <a:gd name="connsiteX12" fmla="*/ 2106263 w 2977477"/>
                <a:gd name="connsiteY12" fmla="*/ 2030254 h 4627149"/>
                <a:gd name="connsiteX13" fmla="*/ 2277237 w 2977477"/>
                <a:gd name="connsiteY13" fmla="*/ 1859185 h 4627149"/>
                <a:gd name="connsiteX14" fmla="*/ 2499455 w 2977477"/>
                <a:gd name="connsiteY14" fmla="*/ 1656207 h 4627149"/>
                <a:gd name="connsiteX15" fmla="*/ 2707100 w 2977477"/>
                <a:gd name="connsiteY15" fmla="*/ 1390269 h 4627149"/>
                <a:gd name="connsiteX16" fmla="*/ 2812352 w 2977477"/>
                <a:gd name="connsiteY16" fmla="*/ 1230916 h 4627149"/>
                <a:gd name="connsiteX17" fmla="*/ 2898172 w 2977477"/>
                <a:gd name="connsiteY17" fmla="*/ 1036987 h 4627149"/>
                <a:gd name="connsiteX18" fmla="*/ 2963228 w 2977477"/>
                <a:gd name="connsiteY18" fmla="*/ 850011 h 4627149"/>
                <a:gd name="connsiteX19" fmla="*/ 2977325 w 2977477"/>
                <a:gd name="connsiteY19" fmla="*/ 745427 h 4627149"/>
                <a:gd name="connsiteX20" fmla="*/ 2929509 w 2977477"/>
                <a:gd name="connsiteY20" fmla="*/ 480155 h 4627149"/>
                <a:gd name="connsiteX21" fmla="*/ 2563082 w 2977477"/>
                <a:gd name="connsiteY21" fmla="*/ 0 h 462714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Lst>
              <a:rect l="l" t="t" r="r" b="b"/>
              <a:pathLst>
                <a:path w="2977477" h="4627149">
                  <a:moveTo>
                    <a:pt x="0" y="4627150"/>
                  </a:moveTo>
                  <a:cubicBezTo>
                    <a:pt x="79820" y="4552283"/>
                    <a:pt x="203835" y="4424648"/>
                    <a:pt x="275082" y="4341590"/>
                  </a:cubicBezTo>
                  <a:cubicBezTo>
                    <a:pt x="354711" y="4248722"/>
                    <a:pt x="421005" y="4145090"/>
                    <a:pt x="502825" y="4054126"/>
                  </a:cubicBezTo>
                  <a:cubicBezTo>
                    <a:pt x="554355" y="3996881"/>
                    <a:pt x="612362" y="3945827"/>
                    <a:pt x="666179" y="3890677"/>
                  </a:cubicBezTo>
                  <a:cubicBezTo>
                    <a:pt x="734187" y="3821049"/>
                    <a:pt x="796671" y="3746183"/>
                    <a:pt x="864203" y="3675983"/>
                  </a:cubicBezTo>
                  <a:cubicBezTo>
                    <a:pt x="902875" y="3635788"/>
                    <a:pt x="943642" y="3597593"/>
                    <a:pt x="982599" y="3557492"/>
                  </a:cubicBezTo>
                  <a:cubicBezTo>
                    <a:pt x="1053941" y="3484150"/>
                    <a:pt x="1121378" y="3407093"/>
                    <a:pt x="1188244" y="3329654"/>
                  </a:cubicBezTo>
                  <a:cubicBezTo>
                    <a:pt x="1240631" y="3268885"/>
                    <a:pt x="1293495" y="3208496"/>
                    <a:pt x="1344740" y="3146774"/>
                  </a:cubicBezTo>
                  <a:cubicBezTo>
                    <a:pt x="1388459" y="3094101"/>
                    <a:pt x="1431512" y="3040761"/>
                    <a:pt x="1470755" y="2984659"/>
                  </a:cubicBezTo>
                  <a:cubicBezTo>
                    <a:pt x="1540764" y="2884646"/>
                    <a:pt x="1598771" y="2777109"/>
                    <a:pt x="1657636" y="2670239"/>
                  </a:cubicBezTo>
                  <a:cubicBezTo>
                    <a:pt x="1693545" y="2605088"/>
                    <a:pt x="1728502" y="2539460"/>
                    <a:pt x="1762887" y="2473547"/>
                  </a:cubicBezTo>
                  <a:cubicBezTo>
                    <a:pt x="1795367" y="2411349"/>
                    <a:pt x="1826419" y="2348103"/>
                    <a:pt x="1866710" y="2290667"/>
                  </a:cubicBezTo>
                  <a:cubicBezTo>
                    <a:pt x="1934623" y="2193893"/>
                    <a:pt x="2022729" y="2114169"/>
                    <a:pt x="2106263" y="2030254"/>
                  </a:cubicBezTo>
                  <a:cubicBezTo>
                    <a:pt x="2163128" y="1973104"/>
                    <a:pt x="2218182" y="1914049"/>
                    <a:pt x="2277237" y="1859185"/>
                  </a:cubicBezTo>
                  <a:cubicBezTo>
                    <a:pt x="2350770" y="1790891"/>
                    <a:pt x="2430304" y="1728978"/>
                    <a:pt x="2499455" y="1656207"/>
                  </a:cubicBezTo>
                  <a:cubicBezTo>
                    <a:pt x="2576989" y="1574578"/>
                    <a:pt x="2641568" y="1481900"/>
                    <a:pt x="2707100" y="1390269"/>
                  </a:cubicBezTo>
                  <a:cubicBezTo>
                    <a:pt x="2744153" y="1338453"/>
                    <a:pt x="2781586" y="1286732"/>
                    <a:pt x="2812352" y="1230916"/>
                  </a:cubicBezTo>
                  <a:cubicBezTo>
                    <a:pt x="2846546" y="1168908"/>
                    <a:pt x="2872550" y="1102900"/>
                    <a:pt x="2898172" y="1036987"/>
                  </a:cubicBezTo>
                  <a:cubicBezTo>
                    <a:pt x="2922175" y="975455"/>
                    <a:pt x="2948273" y="914305"/>
                    <a:pt x="2963228" y="850011"/>
                  </a:cubicBezTo>
                  <a:cubicBezTo>
                    <a:pt x="2971229" y="815626"/>
                    <a:pt x="2976563" y="780764"/>
                    <a:pt x="2977325" y="745427"/>
                  </a:cubicBezTo>
                  <a:cubicBezTo>
                    <a:pt x="2979230" y="654844"/>
                    <a:pt x="2963323" y="564261"/>
                    <a:pt x="2929509" y="480155"/>
                  </a:cubicBezTo>
                  <a:cubicBezTo>
                    <a:pt x="2851309" y="285655"/>
                    <a:pt x="2563082" y="0"/>
                    <a:pt x="2563082" y="0"/>
                  </a:cubicBezTo>
                </a:path>
              </a:pathLst>
            </a:custGeom>
            <a:noFill/>
            <a:ln w="9525" cap="rnd">
              <a:solidFill>
                <a:schemeClr val="accent2">
                  <a:alpha val="50000"/>
                </a:schemeClr>
              </a:solidFill>
              <a:prstDash val="lgDash"/>
              <a:round/>
            </a:ln>
          </p:spPr>
          <p:txBody>
            <a:bodyPr rtlCol="0" anchor="ctr"/>
            <a:lstStyle/>
            <a:p>
              <a:endParaRPr lang="en-US"/>
            </a:p>
          </p:txBody>
        </p:sp>
        <p:sp>
          <p:nvSpPr>
            <p:cNvPr id="167" name="Freeform: Shape 166">
              <a:extLst>
                <a:ext uri="{FF2B5EF4-FFF2-40B4-BE49-F238E27FC236}">
                  <a16:creationId xmlns:a16="http://schemas.microsoft.com/office/drawing/2014/main" id="{680AC3D6-983B-4840-BB53-F3C27CBCB20A}"/>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25092" y="15178"/>
              <a:ext cx="1566146" cy="2737264"/>
            </a:xfrm>
            <a:custGeom>
              <a:avLst/>
              <a:gdLst>
                <a:gd name="connsiteX0" fmla="*/ 1707071 w 2356712"/>
                <a:gd name="connsiteY0" fmla="*/ 0 h 4118991"/>
                <a:gd name="connsiteX1" fmla="*/ 1824514 w 2356712"/>
                <a:gd name="connsiteY1" fmla="*/ 244697 h 4118991"/>
                <a:gd name="connsiteX2" fmla="*/ 1908715 w 2356712"/>
                <a:gd name="connsiteY2" fmla="*/ 328994 h 4118991"/>
                <a:gd name="connsiteX3" fmla="*/ 2226469 w 2356712"/>
                <a:gd name="connsiteY3" fmla="*/ 603695 h 4118991"/>
                <a:gd name="connsiteX4" fmla="*/ 2355628 w 2356712"/>
                <a:gd name="connsiteY4" fmla="*/ 900494 h 4118991"/>
                <a:gd name="connsiteX5" fmla="*/ 2281428 w 2356712"/>
                <a:gd name="connsiteY5" fmla="*/ 1206913 h 4118991"/>
                <a:gd name="connsiteX6" fmla="*/ 2092452 w 2356712"/>
                <a:gd name="connsiteY6" fmla="*/ 1460659 h 4118991"/>
                <a:gd name="connsiteX7" fmla="*/ 1834039 w 2356712"/>
                <a:gd name="connsiteY7" fmla="*/ 1625822 h 4118991"/>
                <a:gd name="connsiteX8" fmla="*/ 1558862 w 2356712"/>
                <a:gd name="connsiteY8" fmla="*/ 1743075 h 4118991"/>
                <a:gd name="connsiteX9" fmla="*/ 1386554 w 2356712"/>
                <a:gd name="connsiteY9" fmla="*/ 1869948 h 4118991"/>
                <a:gd name="connsiteX10" fmla="*/ 1271683 w 2356712"/>
                <a:gd name="connsiteY10" fmla="*/ 2073402 h 4118991"/>
                <a:gd name="connsiteX11" fmla="*/ 1178338 w 2356712"/>
                <a:gd name="connsiteY11" fmla="*/ 2355914 h 4118991"/>
                <a:gd name="connsiteX12" fmla="*/ 1113758 w 2356712"/>
                <a:gd name="connsiteY12" fmla="*/ 2578513 h 4118991"/>
                <a:gd name="connsiteX13" fmla="*/ 1034796 w 2356712"/>
                <a:gd name="connsiteY13" fmla="*/ 2834640 h 4118991"/>
                <a:gd name="connsiteX14" fmla="*/ 905637 w 2356712"/>
                <a:gd name="connsiteY14" fmla="*/ 3081242 h 4118991"/>
                <a:gd name="connsiteX15" fmla="*/ 793147 w 2356712"/>
                <a:gd name="connsiteY15" fmla="*/ 3258407 h 4118991"/>
                <a:gd name="connsiteX16" fmla="*/ 546735 w 2356712"/>
                <a:gd name="connsiteY16" fmla="*/ 3571970 h 4118991"/>
                <a:gd name="connsiteX17" fmla="*/ 346996 w 2356712"/>
                <a:gd name="connsiteY17" fmla="*/ 3771900 h 4118991"/>
                <a:gd name="connsiteX18" fmla="*/ 174689 w 2356712"/>
                <a:gd name="connsiteY18" fmla="*/ 3944207 h 4118991"/>
                <a:gd name="connsiteX19" fmla="*/ 0 w 2356712"/>
                <a:gd name="connsiteY19" fmla="*/ 4118991 h 411899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Lst>
              <a:rect l="l" t="t" r="r" b="b"/>
              <a:pathLst>
                <a:path w="2356712" h="4118991">
                  <a:moveTo>
                    <a:pt x="1707071" y="0"/>
                  </a:moveTo>
                  <a:cubicBezTo>
                    <a:pt x="1715357" y="22098"/>
                    <a:pt x="1812608" y="224409"/>
                    <a:pt x="1824514" y="244697"/>
                  </a:cubicBezTo>
                  <a:cubicBezTo>
                    <a:pt x="1844802" y="279273"/>
                    <a:pt x="1876996" y="304324"/>
                    <a:pt x="1908715" y="328994"/>
                  </a:cubicBezTo>
                  <a:cubicBezTo>
                    <a:pt x="2019967" y="415195"/>
                    <a:pt x="2137886" y="494633"/>
                    <a:pt x="2226469" y="603695"/>
                  </a:cubicBezTo>
                  <a:cubicBezTo>
                    <a:pt x="2296287" y="689610"/>
                    <a:pt x="2347817" y="790480"/>
                    <a:pt x="2355628" y="900494"/>
                  </a:cubicBezTo>
                  <a:cubicBezTo>
                    <a:pt x="2363248" y="1007078"/>
                    <a:pt x="2329910" y="1111187"/>
                    <a:pt x="2281428" y="1206913"/>
                  </a:cubicBezTo>
                  <a:cubicBezTo>
                    <a:pt x="2233422" y="1301877"/>
                    <a:pt x="2170938" y="1388936"/>
                    <a:pt x="2092452" y="1460659"/>
                  </a:cubicBezTo>
                  <a:cubicBezTo>
                    <a:pt x="2016538" y="1530001"/>
                    <a:pt x="1927765" y="1583436"/>
                    <a:pt x="1834039" y="1625822"/>
                  </a:cubicBezTo>
                  <a:cubicBezTo>
                    <a:pt x="1743075" y="1666970"/>
                    <a:pt x="1647730" y="1697736"/>
                    <a:pt x="1558862" y="1743075"/>
                  </a:cubicBezTo>
                  <a:cubicBezTo>
                    <a:pt x="1494758" y="1775841"/>
                    <a:pt x="1434275" y="1816132"/>
                    <a:pt x="1386554" y="1869948"/>
                  </a:cubicBezTo>
                  <a:cubicBezTo>
                    <a:pt x="1334548" y="1928622"/>
                    <a:pt x="1300544" y="2000345"/>
                    <a:pt x="1271683" y="2073402"/>
                  </a:cubicBezTo>
                  <a:cubicBezTo>
                    <a:pt x="1235202" y="2165699"/>
                    <a:pt x="1206722" y="2260759"/>
                    <a:pt x="1178338" y="2355914"/>
                  </a:cubicBezTo>
                  <a:cubicBezTo>
                    <a:pt x="1156240" y="2429923"/>
                    <a:pt x="1134237" y="2504028"/>
                    <a:pt x="1113758" y="2578513"/>
                  </a:cubicBezTo>
                  <a:cubicBezTo>
                    <a:pt x="1090041" y="2664714"/>
                    <a:pt x="1068134" y="2751678"/>
                    <a:pt x="1034796" y="2834640"/>
                  </a:cubicBezTo>
                  <a:cubicBezTo>
                    <a:pt x="1000125" y="2920841"/>
                    <a:pt x="953643" y="3001613"/>
                    <a:pt x="905637" y="3081242"/>
                  </a:cubicBezTo>
                  <a:cubicBezTo>
                    <a:pt x="869442" y="3141155"/>
                    <a:pt x="832295" y="3200400"/>
                    <a:pt x="793147" y="3258407"/>
                  </a:cubicBezTo>
                  <a:cubicBezTo>
                    <a:pt x="718661" y="3368802"/>
                    <a:pt x="637223" y="3474434"/>
                    <a:pt x="546735" y="3571970"/>
                  </a:cubicBezTo>
                  <a:cubicBezTo>
                    <a:pt x="482632" y="3641027"/>
                    <a:pt x="414147" y="3705797"/>
                    <a:pt x="346996" y="3771900"/>
                  </a:cubicBezTo>
                  <a:cubicBezTo>
                    <a:pt x="288989" y="3828764"/>
                    <a:pt x="232029" y="3886676"/>
                    <a:pt x="174689" y="3944207"/>
                  </a:cubicBezTo>
                  <a:cubicBezTo>
                    <a:pt x="116586" y="4002596"/>
                    <a:pt x="58293" y="4060698"/>
                    <a:pt x="0" y="4118991"/>
                  </a:cubicBezTo>
                </a:path>
              </a:pathLst>
            </a:custGeom>
            <a:noFill/>
            <a:ln w="9525" cap="rnd">
              <a:solidFill>
                <a:schemeClr val="accent2">
                  <a:alpha val="50000"/>
                </a:schemeClr>
              </a:solidFill>
              <a:prstDash val="lgDash"/>
              <a:round/>
            </a:ln>
          </p:spPr>
          <p:txBody>
            <a:bodyPr rtlCol="0" anchor="ctr"/>
            <a:lstStyle/>
            <a:p>
              <a:endParaRPr lang="en-US"/>
            </a:p>
          </p:txBody>
        </p:sp>
        <p:sp>
          <p:nvSpPr>
            <p:cNvPr id="168" name="Freeform: Shape 167">
              <a:extLst>
                <a:ext uri="{FF2B5EF4-FFF2-40B4-BE49-F238E27FC236}">
                  <a16:creationId xmlns:a16="http://schemas.microsoft.com/office/drawing/2014/main" id="{F45DFDBC-0EF7-4972-A2FD-5589DCF4D351}"/>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10849" y="15178"/>
              <a:ext cx="1368431" cy="2644975"/>
            </a:xfrm>
            <a:custGeom>
              <a:avLst/>
              <a:gdLst>
                <a:gd name="connsiteX0" fmla="*/ 0 w 2059193"/>
                <a:gd name="connsiteY0" fmla="*/ 3980116 h 3980116"/>
                <a:gd name="connsiteX1" fmla="*/ 471583 w 2059193"/>
                <a:gd name="connsiteY1" fmla="*/ 3515678 h 3980116"/>
                <a:gd name="connsiteX2" fmla="*/ 758666 w 2059193"/>
                <a:gd name="connsiteY2" fmla="*/ 3163824 h 3980116"/>
                <a:gd name="connsiteX3" fmla="*/ 940499 w 2059193"/>
                <a:gd name="connsiteY3" fmla="*/ 2780824 h 3980116"/>
                <a:gd name="connsiteX4" fmla="*/ 1055370 w 2059193"/>
                <a:gd name="connsiteY4" fmla="*/ 2242185 h 3980116"/>
                <a:gd name="connsiteX5" fmla="*/ 1136714 w 2059193"/>
                <a:gd name="connsiteY5" fmla="*/ 1878330 h 3980116"/>
                <a:gd name="connsiteX6" fmla="*/ 1246727 w 2059193"/>
                <a:gd name="connsiteY6" fmla="*/ 1562386 h 3980116"/>
                <a:gd name="connsiteX7" fmla="*/ 1378363 w 2059193"/>
                <a:gd name="connsiteY7" fmla="*/ 1430750 h 3980116"/>
                <a:gd name="connsiteX8" fmla="*/ 1691831 w 2059193"/>
                <a:gd name="connsiteY8" fmla="*/ 1394841 h 3980116"/>
                <a:gd name="connsiteX9" fmla="*/ 1914335 w 2059193"/>
                <a:gd name="connsiteY9" fmla="*/ 1323023 h 3980116"/>
                <a:gd name="connsiteX10" fmla="*/ 2055495 w 2059193"/>
                <a:gd name="connsiteY10" fmla="*/ 1098042 h 3980116"/>
                <a:gd name="connsiteX11" fmla="*/ 2033969 w 2059193"/>
                <a:gd name="connsiteY11" fmla="*/ 930497 h 3980116"/>
                <a:gd name="connsiteX12" fmla="*/ 1885664 w 2059193"/>
                <a:gd name="connsiteY12" fmla="*/ 760571 h 3980116"/>
                <a:gd name="connsiteX13" fmla="*/ 1636871 w 2059193"/>
                <a:gd name="connsiteY13" fmla="*/ 612172 h 3980116"/>
                <a:gd name="connsiteX14" fmla="*/ 1335405 w 2059193"/>
                <a:gd name="connsiteY14" fmla="*/ 459010 h 3980116"/>
                <a:gd name="connsiteX15" fmla="*/ 1234916 w 2059193"/>
                <a:gd name="connsiteY15" fmla="*/ 269939 h 3980116"/>
                <a:gd name="connsiteX16" fmla="*/ 1386935 w 2059193"/>
                <a:gd name="connsiteY16" fmla="*/ 0 h 398011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Lst>
              <a:rect l="l" t="t" r="r" b="b"/>
              <a:pathLst>
                <a:path w="2059193" h="3980116">
                  <a:moveTo>
                    <a:pt x="0" y="3980116"/>
                  </a:moveTo>
                  <a:cubicBezTo>
                    <a:pt x="91345" y="3889534"/>
                    <a:pt x="382715" y="3608737"/>
                    <a:pt x="471583" y="3515678"/>
                  </a:cubicBezTo>
                  <a:cubicBezTo>
                    <a:pt x="576358" y="3405949"/>
                    <a:pt x="675989" y="3290983"/>
                    <a:pt x="758666" y="3163824"/>
                  </a:cubicBezTo>
                  <a:cubicBezTo>
                    <a:pt x="836105" y="3044857"/>
                    <a:pt x="897445" y="2916079"/>
                    <a:pt x="940499" y="2780824"/>
                  </a:cubicBezTo>
                  <a:cubicBezTo>
                    <a:pt x="996315" y="2605754"/>
                    <a:pt x="1020985" y="2422874"/>
                    <a:pt x="1055370" y="2242185"/>
                  </a:cubicBezTo>
                  <a:cubicBezTo>
                    <a:pt x="1078611" y="2120075"/>
                    <a:pt x="1107472" y="1999107"/>
                    <a:pt x="1136714" y="1878330"/>
                  </a:cubicBezTo>
                  <a:cubicBezTo>
                    <a:pt x="1163098" y="1769174"/>
                    <a:pt x="1189482" y="1658588"/>
                    <a:pt x="1246727" y="1562386"/>
                  </a:cubicBezTo>
                  <a:cubicBezTo>
                    <a:pt x="1279208" y="1507808"/>
                    <a:pt x="1321689" y="1459039"/>
                    <a:pt x="1378363" y="1430750"/>
                  </a:cubicBezTo>
                  <a:cubicBezTo>
                    <a:pt x="1473327" y="1383221"/>
                    <a:pt x="1584865" y="1402652"/>
                    <a:pt x="1691831" y="1394841"/>
                  </a:cubicBezTo>
                  <a:cubicBezTo>
                    <a:pt x="1771079" y="1389031"/>
                    <a:pt x="1849279" y="1368266"/>
                    <a:pt x="1914335" y="1323023"/>
                  </a:cubicBezTo>
                  <a:cubicBezTo>
                    <a:pt x="1989963" y="1270445"/>
                    <a:pt x="2041493" y="1189101"/>
                    <a:pt x="2055495" y="1098042"/>
                  </a:cubicBezTo>
                  <a:cubicBezTo>
                    <a:pt x="2064258" y="1041178"/>
                    <a:pt x="2057591" y="982980"/>
                    <a:pt x="2033969" y="930497"/>
                  </a:cubicBezTo>
                  <a:cubicBezTo>
                    <a:pt x="2002727" y="861060"/>
                    <a:pt x="1945958" y="807625"/>
                    <a:pt x="1885664" y="760571"/>
                  </a:cubicBezTo>
                  <a:cubicBezTo>
                    <a:pt x="1809179" y="700945"/>
                    <a:pt x="1725549" y="651415"/>
                    <a:pt x="1636871" y="612172"/>
                  </a:cubicBezTo>
                  <a:cubicBezTo>
                    <a:pt x="1532763" y="566071"/>
                    <a:pt x="1421606" y="532543"/>
                    <a:pt x="1335405" y="459010"/>
                  </a:cubicBezTo>
                  <a:cubicBezTo>
                    <a:pt x="1277969" y="409956"/>
                    <a:pt x="1232059" y="344615"/>
                    <a:pt x="1234916" y="269939"/>
                  </a:cubicBezTo>
                  <a:cubicBezTo>
                    <a:pt x="1237012" y="211741"/>
                    <a:pt x="1386935" y="0"/>
                    <a:pt x="1386935" y="0"/>
                  </a:cubicBezTo>
                </a:path>
              </a:pathLst>
            </a:custGeom>
            <a:noFill/>
            <a:ln w="9525" cap="rnd">
              <a:solidFill>
                <a:schemeClr val="accent2">
                  <a:alpha val="50000"/>
                </a:schemeClr>
              </a:solidFill>
              <a:prstDash val="lgDash"/>
              <a:round/>
            </a:ln>
          </p:spPr>
          <p:txBody>
            <a:bodyPr rtlCol="0" anchor="ctr"/>
            <a:lstStyle/>
            <a:p>
              <a:endParaRPr lang="en-US"/>
            </a:p>
          </p:txBody>
        </p:sp>
        <p:sp>
          <p:nvSpPr>
            <p:cNvPr id="169" name="Freeform: Shape 168">
              <a:extLst>
                <a:ext uri="{FF2B5EF4-FFF2-40B4-BE49-F238E27FC236}">
                  <a16:creationId xmlns:a16="http://schemas.microsoft.com/office/drawing/2014/main" id="{35F3B204-B3FF-4D3D-A08D-2848E22B0257}"/>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18825" y="543780"/>
              <a:ext cx="494287" cy="1905590"/>
            </a:xfrm>
            <a:custGeom>
              <a:avLst/>
              <a:gdLst>
                <a:gd name="connsiteX0" fmla="*/ 11144 w 743796"/>
                <a:gd name="connsiteY0" fmla="*/ 0 h 2867501"/>
                <a:gd name="connsiteX1" fmla="*/ 353663 w 743796"/>
                <a:gd name="connsiteY1" fmla="*/ 55245 h 2867501"/>
                <a:gd name="connsiteX2" fmla="*/ 571405 w 743796"/>
                <a:gd name="connsiteY2" fmla="*/ 179737 h 2867501"/>
                <a:gd name="connsiteX3" fmla="*/ 688658 w 743796"/>
                <a:gd name="connsiteY3" fmla="*/ 368808 h 2867501"/>
                <a:gd name="connsiteX4" fmla="*/ 731711 w 743796"/>
                <a:gd name="connsiteY4" fmla="*/ 612934 h 2867501"/>
                <a:gd name="connsiteX5" fmla="*/ 725233 w 743796"/>
                <a:gd name="connsiteY5" fmla="*/ 995648 h 2867501"/>
                <a:gd name="connsiteX6" fmla="*/ 742855 w 743796"/>
                <a:gd name="connsiteY6" fmla="*/ 1499330 h 2867501"/>
                <a:gd name="connsiteX7" fmla="*/ 707898 w 743796"/>
                <a:gd name="connsiteY7" fmla="*/ 1793081 h 2867501"/>
                <a:gd name="connsiteX8" fmla="*/ 633222 w 743796"/>
                <a:gd name="connsiteY8" fmla="*/ 2073592 h 2867501"/>
                <a:gd name="connsiteX9" fmla="*/ 404527 w 743796"/>
                <a:gd name="connsiteY9" fmla="*/ 2472404 h 2867501"/>
                <a:gd name="connsiteX10" fmla="*/ 0 w 743796"/>
                <a:gd name="connsiteY10" fmla="*/ 2867501 h 286750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743796" h="2867501">
                  <a:moveTo>
                    <a:pt x="11144" y="0"/>
                  </a:moveTo>
                  <a:cubicBezTo>
                    <a:pt x="101060" y="2953"/>
                    <a:pt x="268796" y="25146"/>
                    <a:pt x="353663" y="55245"/>
                  </a:cubicBezTo>
                  <a:cubicBezTo>
                    <a:pt x="433483" y="83534"/>
                    <a:pt x="510635" y="120967"/>
                    <a:pt x="571405" y="179737"/>
                  </a:cubicBezTo>
                  <a:cubicBezTo>
                    <a:pt x="625412" y="231934"/>
                    <a:pt x="663607" y="297942"/>
                    <a:pt x="688658" y="368808"/>
                  </a:cubicBezTo>
                  <a:cubicBezTo>
                    <a:pt x="716375" y="447103"/>
                    <a:pt x="727996" y="529876"/>
                    <a:pt x="731711" y="612934"/>
                  </a:cubicBezTo>
                  <a:cubicBezTo>
                    <a:pt x="737426" y="740474"/>
                    <a:pt x="724948" y="867918"/>
                    <a:pt x="725233" y="995648"/>
                  </a:cubicBezTo>
                  <a:cubicBezTo>
                    <a:pt x="725710" y="1163765"/>
                    <a:pt x="748665" y="1331309"/>
                    <a:pt x="742855" y="1499330"/>
                  </a:cubicBezTo>
                  <a:cubicBezTo>
                    <a:pt x="739426" y="1598009"/>
                    <a:pt x="725996" y="1696022"/>
                    <a:pt x="707898" y="1793081"/>
                  </a:cubicBezTo>
                  <a:cubicBezTo>
                    <a:pt x="690086" y="1888426"/>
                    <a:pt x="666845" y="1982724"/>
                    <a:pt x="633222" y="2073592"/>
                  </a:cubicBezTo>
                  <a:cubicBezTo>
                    <a:pt x="579692" y="2218182"/>
                    <a:pt x="499682" y="2351056"/>
                    <a:pt x="404527" y="2472404"/>
                  </a:cubicBezTo>
                  <a:cubicBezTo>
                    <a:pt x="266033" y="2648902"/>
                    <a:pt x="179642" y="2732818"/>
                    <a:pt x="0" y="2867501"/>
                  </a:cubicBezTo>
                </a:path>
              </a:pathLst>
            </a:custGeom>
            <a:noFill/>
            <a:ln w="9525" cap="rnd">
              <a:solidFill>
                <a:schemeClr val="accent2">
                  <a:alpha val="50000"/>
                </a:schemeClr>
              </a:solidFill>
              <a:prstDash val="lgDash"/>
              <a:round/>
            </a:ln>
          </p:spPr>
          <p:txBody>
            <a:bodyPr rtlCol="0" anchor="ctr"/>
            <a:lstStyle/>
            <a:p>
              <a:endParaRPr lang="en-US"/>
            </a:p>
          </p:txBody>
        </p:sp>
        <p:sp>
          <p:nvSpPr>
            <p:cNvPr id="170" name="Freeform: Shape 169">
              <a:extLst>
                <a:ext uri="{FF2B5EF4-FFF2-40B4-BE49-F238E27FC236}">
                  <a16:creationId xmlns:a16="http://schemas.microsoft.com/office/drawing/2014/main" id="{C5F2879E-E3AA-4758-A22D-0DD2AF77183D}"/>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10849" y="672286"/>
              <a:ext cx="396930" cy="1690303"/>
            </a:xfrm>
            <a:custGeom>
              <a:avLst/>
              <a:gdLst>
                <a:gd name="connsiteX0" fmla="*/ 16478 w 597294"/>
                <a:gd name="connsiteY0" fmla="*/ 2079 h 2543540"/>
                <a:gd name="connsiteX1" fmla="*/ 299847 w 597294"/>
                <a:gd name="connsiteY1" fmla="*/ 53991 h 2543540"/>
                <a:gd name="connsiteX2" fmla="*/ 503206 w 597294"/>
                <a:gd name="connsiteY2" fmla="*/ 291354 h 2543540"/>
                <a:gd name="connsiteX3" fmla="*/ 525113 w 597294"/>
                <a:gd name="connsiteY3" fmla="*/ 724265 h 2543540"/>
                <a:gd name="connsiteX4" fmla="*/ 578930 w 597294"/>
                <a:gd name="connsiteY4" fmla="*/ 1117267 h 2543540"/>
                <a:gd name="connsiteX5" fmla="*/ 592931 w 597294"/>
                <a:gd name="connsiteY5" fmla="*/ 1476359 h 2543540"/>
                <a:gd name="connsiteX6" fmla="*/ 503206 w 597294"/>
                <a:gd name="connsiteY6" fmla="*/ 1859359 h 2543540"/>
                <a:gd name="connsiteX7" fmla="*/ 291846 w 597294"/>
                <a:gd name="connsiteY7" fmla="*/ 2250361 h 2543540"/>
                <a:gd name="connsiteX8" fmla="*/ 0 w 597294"/>
                <a:gd name="connsiteY8" fmla="*/ 2543540 h 254354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597294" h="2543540">
                  <a:moveTo>
                    <a:pt x="16478" y="2079"/>
                  </a:moveTo>
                  <a:cubicBezTo>
                    <a:pt x="101441" y="-6684"/>
                    <a:pt x="224885" y="12557"/>
                    <a:pt x="299847" y="53991"/>
                  </a:cubicBezTo>
                  <a:cubicBezTo>
                    <a:pt x="394240" y="106092"/>
                    <a:pt x="468440" y="189341"/>
                    <a:pt x="503206" y="291354"/>
                  </a:cubicBezTo>
                  <a:cubicBezTo>
                    <a:pt x="550069" y="429085"/>
                    <a:pt x="520827" y="577770"/>
                    <a:pt x="525113" y="724265"/>
                  </a:cubicBezTo>
                  <a:cubicBezTo>
                    <a:pt x="529019" y="856472"/>
                    <a:pt x="561118" y="986012"/>
                    <a:pt x="578930" y="1117267"/>
                  </a:cubicBezTo>
                  <a:cubicBezTo>
                    <a:pt x="595122" y="1236234"/>
                    <a:pt x="602742" y="1356630"/>
                    <a:pt x="592931" y="1476359"/>
                  </a:cubicBezTo>
                  <a:cubicBezTo>
                    <a:pt x="582073" y="1607709"/>
                    <a:pt x="549783" y="1736011"/>
                    <a:pt x="503206" y="1859359"/>
                  </a:cubicBezTo>
                  <a:cubicBezTo>
                    <a:pt x="450628" y="1998710"/>
                    <a:pt x="383857" y="2133298"/>
                    <a:pt x="291846" y="2250361"/>
                  </a:cubicBezTo>
                  <a:cubicBezTo>
                    <a:pt x="231553" y="2327132"/>
                    <a:pt x="73819" y="2479532"/>
                    <a:pt x="0" y="2543540"/>
                  </a:cubicBezTo>
                </a:path>
              </a:pathLst>
            </a:custGeom>
            <a:noFill/>
            <a:ln w="9525" cap="rnd">
              <a:solidFill>
                <a:schemeClr val="accent2">
                  <a:alpha val="50000"/>
                </a:schemeClr>
              </a:solidFill>
              <a:prstDash val="lgDash"/>
              <a:round/>
            </a:ln>
          </p:spPr>
          <p:txBody>
            <a:bodyPr rtlCol="0" anchor="ctr"/>
            <a:lstStyle/>
            <a:p>
              <a:endParaRPr lang="en-US"/>
            </a:p>
          </p:txBody>
        </p:sp>
        <p:sp>
          <p:nvSpPr>
            <p:cNvPr id="171" name="Freeform: Shape 170">
              <a:extLst>
                <a:ext uri="{FF2B5EF4-FFF2-40B4-BE49-F238E27FC236}">
                  <a16:creationId xmlns:a16="http://schemas.microsoft.com/office/drawing/2014/main" id="{B110AA5C-CE6D-4F70-9F34-C4E0875F7E63}"/>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23002" y="881264"/>
              <a:ext cx="258791" cy="1336561"/>
            </a:xfrm>
            <a:custGeom>
              <a:avLst/>
              <a:gdLst>
                <a:gd name="connsiteX0" fmla="*/ 0 w 389425"/>
                <a:gd name="connsiteY0" fmla="*/ 33 h 2011236"/>
                <a:gd name="connsiteX1" fmla="*/ 171260 w 389425"/>
                <a:gd name="connsiteY1" fmla="*/ 60326 h 2011236"/>
                <a:gd name="connsiteX2" fmla="*/ 211455 w 389425"/>
                <a:gd name="connsiteY2" fmla="*/ 221204 h 2011236"/>
                <a:gd name="connsiteX3" fmla="*/ 243078 w 389425"/>
                <a:gd name="connsiteY3" fmla="*/ 448089 h 2011236"/>
                <a:gd name="connsiteX4" fmla="*/ 346424 w 389425"/>
                <a:gd name="connsiteY4" fmla="*/ 789941 h 2011236"/>
                <a:gd name="connsiteX5" fmla="*/ 372237 w 389425"/>
                <a:gd name="connsiteY5" fmla="*/ 942151 h 2011236"/>
                <a:gd name="connsiteX6" fmla="*/ 386620 w 389425"/>
                <a:gd name="connsiteY6" fmla="*/ 1272478 h 2011236"/>
                <a:gd name="connsiteX7" fmla="*/ 280416 w 389425"/>
                <a:gd name="connsiteY7" fmla="*/ 1660241 h 2011236"/>
                <a:gd name="connsiteX8" fmla="*/ 151257 w 389425"/>
                <a:gd name="connsiteY8" fmla="*/ 1844073 h 2011236"/>
                <a:gd name="connsiteX9" fmla="*/ 1905 w 389425"/>
                <a:gd name="connsiteY9" fmla="*/ 2011237 h 201123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389425" h="2011236">
                  <a:moveTo>
                    <a:pt x="0" y="33"/>
                  </a:moveTo>
                  <a:cubicBezTo>
                    <a:pt x="57912" y="-824"/>
                    <a:pt x="136112" y="14892"/>
                    <a:pt x="171260" y="60326"/>
                  </a:cubicBezTo>
                  <a:cubicBezTo>
                    <a:pt x="205645" y="104903"/>
                    <a:pt x="207740" y="164244"/>
                    <a:pt x="211455" y="221204"/>
                  </a:cubicBezTo>
                  <a:cubicBezTo>
                    <a:pt x="216408" y="297594"/>
                    <a:pt x="225838" y="373604"/>
                    <a:pt x="243078" y="448089"/>
                  </a:cubicBezTo>
                  <a:cubicBezTo>
                    <a:pt x="269939" y="564199"/>
                    <a:pt x="319183" y="673927"/>
                    <a:pt x="346424" y="789941"/>
                  </a:cubicBezTo>
                  <a:cubicBezTo>
                    <a:pt x="358235" y="840043"/>
                    <a:pt x="365951" y="891097"/>
                    <a:pt x="372237" y="942151"/>
                  </a:cubicBezTo>
                  <a:cubicBezTo>
                    <a:pt x="385858" y="1051784"/>
                    <a:pt x="394049" y="1162274"/>
                    <a:pt x="386620" y="1272478"/>
                  </a:cubicBezTo>
                  <a:cubicBezTo>
                    <a:pt x="377476" y="1407828"/>
                    <a:pt x="344996" y="1541178"/>
                    <a:pt x="280416" y="1660241"/>
                  </a:cubicBezTo>
                  <a:cubicBezTo>
                    <a:pt x="244602" y="1726249"/>
                    <a:pt x="199358" y="1786352"/>
                    <a:pt x="151257" y="1844073"/>
                  </a:cubicBezTo>
                  <a:cubicBezTo>
                    <a:pt x="79534" y="1930084"/>
                    <a:pt x="89345" y="1941419"/>
                    <a:pt x="1905" y="2011237"/>
                  </a:cubicBezTo>
                </a:path>
              </a:pathLst>
            </a:custGeom>
            <a:noFill/>
            <a:ln w="9525" cap="rnd">
              <a:solidFill>
                <a:schemeClr val="accent2">
                  <a:alpha val="50000"/>
                </a:schemeClr>
              </a:solidFill>
              <a:prstDash val="lgDash"/>
              <a:round/>
            </a:ln>
          </p:spPr>
          <p:txBody>
            <a:bodyPr rtlCol="0" anchor="ctr"/>
            <a:lstStyle/>
            <a:p>
              <a:endParaRPr lang="en-US" dirty="0"/>
            </a:p>
          </p:txBody>
        </p:sp>
      </p:grpSp>
      <p:sp>
        <p:nvSpPr>
          <p:cNvPr id="3" name="Content Placeholder 2">
            <a:extLst>
              <a:ext uri="{FF2B5EF4-FFF2-40B4-BE49-F238E27FC236}">
                <a16:creationId xmlns:a16="http://schemas.microsoft.com/office/drawing/2014/main" id="{225844E8-93A1-26EB-DE07-B7431024460C}"/>
              </a:ext>
            </a:extLst>
          </p:cNvPr>
          <p:cNvSpPr>
            <a:spLocks noGrp="1"/>
          </p:cNvSpPr>
          <p:nvPr>
            <p:ph idx="1"/>
          </p:nvPr>
        </p:nvSpPr>
        <p:spPr>
          <a:xfrm>
            <a:off x="6195372" y="4084395"/>
            <a:ext cx="4977905" cy="2035130"/>
          </a:xfrm>
        </p:spPr>
        <p:txBody>
          <a:bodyPr anchor="ctr">
            <a:normAutofit/>
          </a:bodyPr>
          <a:lstStyle/>
          <a:p>
            <a:r>
              <a:rPr lang="en-US" sz="1800" dirty="0"/>
              <a:t>Best Finality</a:t>
            </a:r>
          </a:p>
          <a:p>
            <a:pPr lvl="1"/>
            <a:r>
              <a:rPr lang="en-US" sz="1800"/>
              <a:t>In this configuration we shrink block size, so MEMO achieves sub-second block times with still-high TPS, demonstrating that sharding can also be tuned for ultra-fast finality.</a:t>
            </a:r>
          </a:p>
        </p:txBody>
      </p:sp>
    </p:spTree>
    <p:extLst>
      <p:ext uri="{BB962C8B-B14F-4D97-AF65-F5344CB8AC3E}">
        <p14:creationId xmlns:p14="http://schemas.microsoft.com/office/powerpoint/2010/main" val="1233980297"/>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0CE1D7CA-77E1-E64B-F0A7-EEF8AE48C524}"/>
            </a:ext>
          </a:extLst>
        </p:cNvPr>
        <p:cNvGrpSpPr/>
        <p:nvPr/>
      </p:nvGrpSpPr>
      <p:grpSpPr>
        <a:xfrm>
          <a:off x="0" y="0"/>
          <a:ext cx="0" cy="0"/>
          <a:chOff x="0" y="0"/>
          <a:chExt cx="0" cy="0"/>
        </a:xfrm>
      </p:grpSpPr>
      <p:sp useBgFill="1">
        <p:nvSpPr>
          <p:cNvPr id="176" name="Rectangle 175">
            <a:extLst>
              <a:ext uri="{FF2B5EF4-FFF2-40B4-BE49-F238E27FC236}">
                <a16:creationId xmlns:a16="http://schemas.microsoft.com/office/drawing/2014/main" id="{8651CFA9-6065-4243-AC48-858E359780B1}"/>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88952" cy="6858000"/>
          </a:xfrm>
          <a:prstGeom prst="rect">
            <a:avLst/>
          </a:prstGeom>
          <a:ln>
            <a:solidFill>
              <a:schemeClr val="bg1">
                <a:lumMod val="9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solidFill>
                <a:schemeClr val="tx1">
                  <a:lumMod val="65000"/>
                  <a:lumOff val="35000"/>
                </a:schemeClr>
              </a:solidFill>
              <a:latin typeface="AvenirNext LT Pro Medium" panose="020B0504020202020204" pitchFamily="34" charset="0"/>
            </a:endParaRPr>
          </a:p>
        </p:txBody>
      </p:sp>
      <p:sp>
        <p:nvSpPr>
          <p:cNvPr id="178" name="Rectangle 177">
            <a:extLst>
              <a:ext uri="{FF2B5EF4-FFF2-40B4-BE49-F238E27FC236}">
                <a16:creationId xmlns:a16="http://schemas.microsoft.com/office/drawing/2014/main" id="{FBFC6891-CBA5-427E-98AC-BF56BB033089}"/>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88952" cy="6858000"/>
          </a:xfrm>
          <a:prstGeom prst="rect">
            <a:avLst/>
          </a:prstGeom>
          <a:solidFill>
            <a:schemeClr val="bg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solidFill>
                <a:schemeClr val="tx1">
                  <a:lumMod val="65000"/>
                  <a:lumOff val="35000"/>
                </a:schemeClr>
              </a:solidFill>
              <a:latin typeface="AvenirNext LT Pro Medium" panose="020B0504020202020204" pitchFamily="34" charset="0"/>
            </a:endParaRPr>
          </a:p>
        </p:txBody>
      </p:sp>
      <p:sp>
        <p:nvSpPr>
          <p:cNvPr id="2" name="Title 1">
            <a:extLst>
              <a:ext uri="{FF2B5EF4-FFF2-40B4-BE49-F238E27FC236}">
                <a16:creationId xmlns:a16="http://schemas.microsoft.com/office/drawing/2014/main" id="{8EB0F7E8-6A84-C747-4CE8-ACF3B073D31F}"/>
              </a:ext>
            </a:extLst>
          </p:cNvPr>
          <p:cNvSpPr>
            <a:spLocks noGrp="1"/>
          </p:cNvSpPr>
          <p:nvPr>
            <p:ph type="title"/>
          </p:nvPr>
        </p:nvSpPr>
        <p:spPr>
          <a:xfrm>
            <a:off x="1198181" y="4078540"/>
            <a:ext cx="4795282" cy="2040973"/>
          </a:xfrm>
        </p:spPr>
        <p:txBody>
          <a:bodyPr anchor="ctr">
            <a:normAutofit/>
          </a:bodyPr>
          <a:lstStyle/>
          <a:p>
            <a:pPr>
              <a:lnSpc>
                <a:spcPct val="90000"/>
              </a:lnSpc>
            </a:pPr>
            <a:r>
              <a:rPr lang="en-US"/>
              <a:t>Our Approach – Results of Simulation</a:t>
            </a:r>
          </a:p>
        </p:txBody>
      </p:sp>
      <p:grpSp>
        <p:nvGrpSpPr>
          <p:cNvPr id="180" name="Bottom Right">
            <a:extLst>
              <a:ext uri="{FF2B5EF4-FFF2-40B4-BE49-F238E27FC236}">
                <a16:creationId xmlns:a16="http://schemas.microsoft.com/office/drawing/2014/main" id="{D817ADB7-00E6-482F-BD8B-6813268266F1}"/>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7980400" y="3276601"/>
            <a:ext cx="4211600" cy="3581399"/>
            <a:chOff x="7980400" y="3276601"/>
            <a:chExt cx="4211600" cy="3581399"/>
          </a:xfrm>
        </p:grpSpPr>
        <p:sp>
          <p:nvSpPr>
            <p:cNvPr id="181" name="Freeform: Shape 180">
              <a:extLst>
                <a:ext uri="{FF2B5EF4-FFF2-40B4-BE49-F238E27FC236}">
                  <a16:creationId xmlns:a16="http://schemas.microsoft.com/office/drawing/2014/main" id="{DF71969E-EB0C-4011-A721-C46857925D91}"/>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10439256" y="6178637"/>
              <a:ext cx="1482102" cy="679363"/>
            </a:xfrm>
            <a:custGeom>
              <a:avLst/>
              <a:gdLst>
                <a:gd name="connsiteX0" fmla="*/ 741051 w 1482102"/>
                <a:gd name="connsiteY0" fmla="*/ 0 h 679363"/>
                <a:gd name="connsiteX1" fmla="*/ 1473822 w 1482102"/>
                <a:gd name="connsiteY1" fmla="*/ 597226 h 679363"/>
                <a:gd name="connsiteX2" fmla="*/ 1482102 w 1482102"/>
                <a:gd name="connsiteY2" fmla="*/ 679363 h 679363"/>
                <a:gd name="connsiteX3" fmla="*/ 0 w 1482102"/>
                <a:gd name="connsiteY3" fmla="*/ 679363 h 679363"/>
                <a:gd name="connsiteX4" fmla="*/ 8280 w 1482102"/>
                <a:gd name="connsiteY4" fmla="*/ 597226 h 679363"/>
                <a:gd name="connsiteX5" fmla="*/ 741051 w 1482102"/>
                <a:gd name="connsiteY5" fmla="*/ 0 h 67936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1482102" h="679363">
                  <a:moveTo>
                    <a:pt x="741051" y="0"/>
                  </a:moveTo>
                  <a:cubicBezTo>
                    <a:pt x="1102506" y="0"/>
                    <a:pt x="1404077" y="256390"/>
                    <a:pt x="1473822" y="597226"/>
                  </a:cubicBezTo>
                  <a:lnTo>
                    <a:pt x="1482102" y="679363"/>
                  </a:lnTo>
                  <a:lnTo>
                    <a:pt x="0" y="679363"/>
                  </a:lnTo>
                  <a:lnTo>
                    <a:pt x="8280" y="597226"/>
                  </a:lnTo>
                  <a:cubicBezTo>
                    <a:pt x="78025" y="256390"/>
                    <a:pt x="379596" y="0"/>
                    <a:pt x="741051" y="0"/>
                  </a:cubicBezTo>
                  <a:close/>
                </a:path>
              </a:pathLst>
            </a:cu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dirty="0">
                <a:solidFill>
                  <a:schemeClr val="tx1">
                    <a:lumMod val="65000"/>
                    <a:lumOff val="35000"/>
                  </a:schemeClr>
                </a:solidFill>
                <a:latin typeface="AvenirNext LT Pro Medium" panose="020B0504020202020204" pitchFamily="34" charset="0"/>
              </a:endParaRPr>
            </a:p>
          </p:txBody>
        </p:sp>
        <p:grpSp>
          <p:nvGrpSpPr>
            <p:cNvPr id="182" name="Graphic 157">
              <a:extLst>
                <a:ext uri="{FF2B5EF4-FFF2-40B4-BE49-F238E27FC236}">
                  <a16:creationId xmlns:a16="http://schemas.microsoft.com/office/drawing/2014/main" id="{0C06B9B3-A426-4BDD-BA45-9C5F6A44154E}"/>
                </a:ext>
                <a:ext uri="{C183D7F6-B498-43B3-948B-1728B52AA6E4}">
                  <adec:decorative xmlns:adec="http://schemas.microsoft.com/office/drawing/2017/decorative" val="1"/>
                </a:ext>
              </a:extLst>
            </p:cNvPr>
            <p:cNvGrpSpPr/>
            <p:nvPr>
              <p:extLst>
                <p:ext uri="{386F3935-93C4-4BCD-93E2-E3B085C9AB24}">
                  <p16:designElem xmlns:p16="http://schemas.microsoft.com/office/powerpoint/2015/main" val="1"/>
                </p:ext>
              </p:extLst>
            </p:nvPr>
          </p:nvGrpSpPr>
          <p:grpSpPr>
            <a:xfrm>
              <a:off x="8662740" y="3276601"/>
              <a:ext cx="3529260" cy="3581398"/>
              <a:chOff x="4114800" y="1423987"/>
              <a:chExt cx="3961542" cy="4007547"/>
            </a:xfrm>
            <a:noFill/>
          </p:grpSpPr>
          <p:sp>
            <p:nvSpPr>
              <p:cNvPr id="184" name="Freeform: Shape 183">
                <a:extLst>
                  <a:ext uri="{FF2B5EF4-FFF2-40B4-BE49-F238E27FC236}">
                    <a16:creationId xmlns:a16="http://schemas.microsoft.com/office/drawing/2014/main" id="{E8BAA882-64C3-4E36-828C-E2034D999A03}"/>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4114800" y="1423987"/>
                <a:ext cx="3946874" cy="3989641"/>
              </a:xfrm>
              <a:custGeom>
                <a:avLst/>
                <a:gdLst>
                  <a:gd name="connsiteX0" fmla="*/ 0 w 3946874"/>
                  <a:gd name="connsiteY0" fmla="*/ 3989641 h 3989641"/>
                  <a:gd name="connsiteX1" fmla="*/ 79439 w 3946874"/>
                  <a:gd name="connsiteY1" fmla="*/ 3891153 h 3989641"/>
                  <a:gd name="connsiteX2" fmla="*/ 297371 w 3946874"/>
                  <a:gd name="connsiteY2" fmla="*/ 3626930 h 3989641"/>
                  <a:gd name="connsiteX3" fmla="*/ 454343 w 3946874"/>
                  <a:gd name="connsiteY3" fmla="*/ 3440335 h 3989641"/>
                  <a:gd name="connsiteX4" fmla="*/ 622363 w 3946874"/>
                  <a:gd name="connsiteY4" fmla="*/ 3290697 h 3989641"/>
                  <a:gd name="connsiteX5" fmla="*/ 927068 w 3946874"/>
                  <a:gd name="connsiteY5" fmla="*/ 3087434 h 3989641"/>
                  <a:gd name="connsiteX6" fmla="*/ 1176338 w 3946874"/>
                  <a:gd name="connsiteY6" fmla="*/ 2915603 h 3989641"/>
                  <a:gd name="connsiteX7" fmla="*/ 1394270 w 3946874"/>
                  <a:gd name="connsiteY7" fmla="*/ 2780729 h 3989641"/>
                  <a:gd name="connsiteX8" fmla="*/ 1601057 w 3946874"/>
                  <a:gd name="connsiteY8" fmla="*/ 2723483 h 3989641"/>
                  <a:gd name="connsiteX9" fmla="*/ 1756220 w 3946874"/>
                  <a:gd name="connsiteY9" fmla="*/ 2743772 h 3989641"/>
                  <a:gd name="connsiteX10" fmla="*/ 1889189 w 3946874"/>
                  <a:gd name="connsiteY10" fmla="*/ 2765965 h 3989641"/>
                  <a:gd name="connsiteX11" fmla="*/ 2007394 w 3946874"/>
                  <a:gd name="connsiteY11" fmla="*/ 2765965 h 3989641"/>
                  <a:gd name="connsiteX12" fmla="*/ 2184654 w 3946874"/>
                  <a:gd name="connsiteY12" fmla="*/ 2671763 h 3989641"/>
                  <a:gd name="connsiteX13" fmla="*/ 2372773 w 3946874"/>
                  <a:gd name="connsiteY13" fmla="*/ 2538984 h 3989641"/>
                  <a:gd name="connsiteX14" fmla="*/ 2439543 w 3946874"/>
                  <a:gd name="connsiteY14" fmla="*/ 2510504 h 3989641"/>
                  <a:gd name="connsiteX15" fmla="*/ 2650617 w 3946874"/>
                  <a:gd name="connsiteY15" fmla="*/ 2434781 h 3989641"/>
                  <a:gd name="connsiteX16" fmla="*/ 2785110 w 3946874"/>
                  <a:gd name="connsiteY16" fmla="*/ 2383060 h 3989641"/>
                  <a:gd name="connsiteX17" fmla="*/ 2897315 w 3946874"/>
                  <a:gd name="connsiteY17" fmla="*/ 2318861 h 3989641"/>
                  <a:gd name="connsiteX18" fmla="*/ 2997994 w 3946874"/>
                  <a:gd name="connsiteY18" fmla="*/ 2226183 h 3989641"/>
                  <a:gd name="connsiteX19" fmla="*/ 3061240 w 3946874"/>
                  <a:gd name="connsiteY19" fmla="*/ 2141506 h 3989641"/>
                  <a:gd name="connsiteX20" fmla="*/ 3152108 w 3946874"/>
                  <a:gd name="connsiteY20" fmla="*/ 2005203 h 3989641"/>
                  <a:gd name="connsiteX21" fmla="*/ 3274124 w 3946874"/>
                  <a:gd name="connsiteY21" fmla="*/ 1871567 h 3989641"/>
                  <a:gd name="connsiteX22" fmla="*/ 3388138 w 3946874"/>
                  <a:gd name="connsiteY22" fmla="*/ 1770888 h 3989641"/>
                  <a:gd name="connsiteX23" fmla="*/ 3466529 w 3946874"/>
                  <a:gd name="connsiteY23" fmla="*/ 1679162 h 3989641"/>
                  <a:gd name="connsiteX24" fmla="*/ 3538633 w 3946874"/>
                  <a:gd name="connsiteY24" fmla="*/ 1551718 h 3989641"/>
                  <a:gd name="connsiteX25" fmla="*/ 3588544 w 3946874"/>
                  <a:gd name="connsiteY25" fmla="*/ 1376172 h 3989641"/>
                  <a:gd name="connsiteX26" fmla="*/ 3597402 w 3946874"/>
                  <a:gd name="connsiteY26" fmla="*/ 1293305 h 3989641"/>
                  <a:gd name="connsiteX27" fmla="*/ 3721227 w 3946874"/>
                  <a:gd name="connsiteY27" fmla="*/ 880491 h 3989641"/>
                  <a:gd name="connsiteX28" fmla="*/ 3761137 w 3946874"/>
                  <a:gd name="connsiteY28" fmla="*/ 463677 h 3989641"/>
                  <a:gd name="connsiteX29" fmla="*/ 3946874 w 3946874"/>
                  <a:gd name="connsiteY29" fmla="*/ 0 h 398964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Lst>
                <a:rect l="l" t="t" r="r" b="b"/>
                <a:pathLst>
                  <a:path w="3946874" h="3989641">
                    <a:moveTo>
                      <a:pt x="0" y="3989641"/>
                    </a:moveTo>
                    <a:cubicBezTo>
                      <a:pt x="19050" y="3957257"/>
                      <a:pt x="50959" y="3916013"/>
                      <a:pt x="79439" y="3891153"/>
                    </a:cubicBezTo>
                    <a:cubicBezTo>
                      <a:pt x="165544" y="3815906"/>
                      <a:pt x="227933" y="3717989"/>
                      <a:pt x="297371" y="3626930"/>
                    </a:cubicBezTo>
                    <a:cubicBezTo>
                      <a:pt x="346615" y="3562255"/>
                      <a:pt x="398050" y="3499009"/>
                      <a:pt x="454343" y="3440335"/>
                    </a:cubicBezTo>
                    <a:cubicBezTo>
                      <a:pt x="506349" y="3386042"/>
                      <a:pt x="562642" y="3336227"/>
                      <a:pt x="622363" y="3290697"/>
                    </a:cubicBezTo>
                    <a:cubicBezTo>
                      <a:pt x="719519" y="3216688"/>
                      <a:pt x="824960" y="3154585"/>
                      <a:pt x="927068" y="3087434"/>
                    </a:cubicBezTo>
                    <a:cubicBezTo>
                      <a:pt x="1011365" y="3031998"/>
                      <a:pt x="1093565" y="2973324"/>
                      <a:pt x="1176338" y="2915603"/>
                    </a:cubicBezTo>
                    <a:cubicBezTo>
                      <a:pt x="1246537" y="2866644"/>
                      <a:pt x="1317308" y="2818066"/>
                      <a:pt x="1394270" y="2780729"/>
                    </a:cubicBezTo>
                    <a:cubicBezTo>
                      <a:pt x="1459421" y="2749106"/>
                      <a:pt x="1528763" y="2724436"/>
                      <a:pt x="1601057" y="2723483"/>
                    </a:cubicBezTo>
                    <a:cubicBezTo>
                      <a:pt x="1653350" y="2722721"/>
                      <a:pt x="1704785" y="2733485"/>
                      <a:pt x="1756220" y="2743772"/>
                    </a:cubicBezTo>
                    <a:cubicBezTo>
                      <a:pt x="1800320" y="2752630"/>
                      <a:pt x="1844612" y="2760250"/>
                      <a:pt x="1889189" y="2765965"/>
                    </a:cubicBezTo>
                    <a:cubicBezTo>
                      <a:pt x="1928622" y="2771013"/>
                      <a:pt x="1968437" y="2773299"/>
                      <a:pt x="2007394" y="2765965"/>
                    </a:cubicBezTo>
                    <a:cubicBezTo>
                      <a:pt x="2073878" y="2753487"/>
                      <a:pt x="2130647" y="2712911"/>
                      <a:pt x="2184654" y="2671763"/>
                    </a:cubicBezTo>
                    <a:cubicBezTo>
                      <a:pt x="2245900" y="2625090"/>
                      <a:pt x="2304002" y="2573465"/>
                      <a:pt x="2372773" y="2538984"/>
                    </a:cubicBezTo>
                    <a:cubicBezTo>
                      <a:pt x="2394395" y="2528126"/>
                      <a:pt x="2416874" y="2518982"/>
                      <a:pt x="2439543" y="2510504"/>
                    </a:cubicBezTo>
                    <a:cubicBezTo>
                      <a:pt x="2509552" y="2484215"/>
                      <a:pt x="2580037" y="2459450"/>
                      <a:pt x="2650617" y="2434781"/>
                    </a:cubicBezTo>
                    <a:cubicBezTo>
                      <a:pt x="2695956" y="2418874"/>
                      <a:pt x="2741295" y="2402872"/>
                      <a:pt x="2785110" y="2383060"/>
                    </a:cubicBezTo>
                    <a:cubicBezTo>
                      <a:pt x="2824448" y="2365248"/>
                      <a:pt x="2862358" y="2344198"/>
                      <a:pt x="2897315" y="2318861"/>
                    </a:cubicBezTo>
                    <a:cubicBezTo>
                      <a:pt x="2934367" y="2292096"/>
                      <a:pt x="2968085" y="2260854"/>
                      <a:pt x="2997994" y="2226183"/>
                    </a:cubicBezTo>
                    <a:cubicBezTo>
                      <a:pt x="3020949" y="2199513"/>
                      <a:pt x="3041714" y="2170938"/>
                      <a:pt x="3061240" y="2141506"/>
                    </a:cubicBezTo>
                    <a:cubicBezTo>
                      <a:pt x="3091529" y="2095976"/>
                      <a:pt x="3119533" y="2049018"/>
                      <a:pt x="3152108" y="2005203"/>
                    </a:cubicBezTo>
                    <a:cubicBezTo>
                      <a:pt x="3188113" y="1956626"/>
                      <a:pt x="3229261" y="1912144"/>
                      <a:pt x="3274124" y="1871567"/>
                    </a:cubicBezTo>
                    <a:cubicBezTo>
                      <a:pt x="3311747" y="1837563"/>
                      <a:pt x="3351848" y="1806321"/>
                      <a:pt x="3388138" y="1770888"/>
                    </a:cubicBezTo>
                    <a:cubicBezTo>
                      <a:pt x="3416999" y="1742694"/>
                      <a:pt x="3443002" y="1711833"/>
                      <a:pt x="3466529" y="1679162"/>
                    </a:cubicBezTo>
                    <a:cubicBezTo>
                      <a:pt x="3495008" y="1639348"/>
                      <a:pt x="3519392" y="1596771"/>
                      <a:pt x="3538633" y="1551718"/>
                    </a:cubicBezTo>
                    <a:cubicBezTo>
                      <a:pt x="3562731" y="1495616"/>
                      <a:pt x="3578924" y="1436465"/>
                      <a:pt x="3588544" y="1376172"/>
                    </a:cubicBezTo>
                    <a:cubicBezTo>
                      <a:pt x="3592925" y="1348740"/>
                      <a:pt x="3595688" y="1321022"/>
                      <a:pt x="3597402" y="1293305"/>
                    </a:cubicBezTo>
                    <a:cubicBezTo>
                      <a:pt x="3605974" y="1155859"/>
                      <a:pt x="3717703" y="1018127"/>
                      <a:pt x="3721227" y="880491"/>
                    </a:cubicBezTo>
                    <a:cubicBezTo>
                      <a:pt x="3724751" y="740855"/>
                      <a:pt x="3743135" y="602171"/>
                      <a:pt x="3761137" y="463677"/>
                    </a:cubicBezTo>
                    <a:cubicBezTo>
                      <a:pt x="3776186" y="347758"/>
                      <a:pt x="3934968" y="116205"/>
                      <a:pt x="3946874" y="0"/>
                    </a:cubicBezTo>
                  </a:path>
                </a:pathLst>
              </a:custGeom>
              <a:noFill/>
              <a:ln w="9525" cap="rnd">
                <a:solidFill>
                  <a:schemeClr val="accent2">
                    <a:alpha val="35000"/>
                  </a:schemeClr>
                </a:solidFill>
                <a:prstDash val="lgDash"/>
                <a:round/>
              </a:ln>
            </p:spPr>
            <p:txBody>
              <a:bodyPr rtlCol="0" anchor="ctr"/>
              <a:lstStyle/>
              <a:p>
                <a:endParaRPr lang="en-US"/>
              </a:p>
            </p:txBody>
          </p:sp>
          <p:sp>
            <p:nvSpPr>
              <p:cNvPr id="185" name="Freeform: Shape 184">
                <a:extLst>
                  <a:ext uri="{FF2B5EF4-FFF2-40B4-BE49-F238E27FC236}">
                    <a16:creationId xmlns:a16="http://schemas.microsoft.com/office/drawing/2014/main" id="{8AC94D91-AECE-473B-B00B-F2AAE0EA4D5D}"/>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4395978" y="2441733"/>
                <a:ext cx="3665410" cy="2985611"/>
              </a:xfrm>
              <a:custGeom>
                <a:avLst/>
                <a:gdLst>
                  <a:gd name="connsiteX0" fmla="*/ 0 w 3665410"/>
                  <a:gd name="connsiteY0" fmla="*/ 2985611 h 2985611"/>
                  <a:gd name="connsiteX1" fmla="*/ 166211 w 3665410"/>
                  <a:gd name="connsiteY1" fmla="*/ 2699766 h 2985611"/>
                  <a:gd name="connsiteX2" fmla="*/ 397002 w 3665410"/>
                  <a:gd name="connsiteY2" fmla="*/ 2414969 h 2985611"/>
                  <a:gd name="connsiteX3" fmla="*/ 620173 w 3665410"/>
                  <a:gd name="connsiteY3" fmla="*/ 2237899 h 2985611"/>
                  <a:gd name="connsiteX4" fmla="*/ 823341 w 3665410"/>
                  <a:gd name="connsiteY4" fmla="*/ 2085499 h 2985611"/>
                  <a:gd name="connsiteX5" fmla="*/ 1089565 w 3665410"/>
                  <a:gd name="connsiteY5" fmla="*/ 1911477 h 2985611"/>
                  <a:gd name="connsiteX6" fmla="*/ 1145000 w 3665410"/>
                  <a:gd name="connsiteY6" fmla="*/ 1886807 h 2985611"/>
                  <a:gd name="connsiteX7" fmla="*/ 1375791 w 3665410"/>
                  <a:gd name="connsiteY7" fmla="*/ 1842135 h 2985611"/>
                  <a:gd name="connsiteX8" fmla="*/ 1486567 w 3665410"/>
                  <a:gd name="connsiteY8" fmla="*/ 1857566 h 2985611"/>
                  <a:gd name="connsiteX9" fmla="*/ 1568101 w 3665410"/>
                  <a:gd name="connsiteY9" fmla="*/ 1871377 h 2985611"/>
                  <a:gd name="connsiteX10" fmla="*/ 1810607 w 3665410"/>
                  <a:gd name="connsiteY10" fmla="*/ 1871377 h 2985611"/>
                  <a:gd name="connsiteX11" fmla="*/ 1997964 w 3665410"/>
                  <a:gd name="connsiteY11" fmla="*/ 1790605 h 2985611"/>
                  <a:gd name="connsiteX12" fmla="*/ 2109883 w 3665410"/>
                  <a:gd name="connsiteY12" fmla="*/ 1702784 h 2985611"/>
                  <a:gd name="connsiteX13" fmla="*/ 2321433 w 3665410"/>
                  <a:gd name="connsiteY13" fmla="*/ 1552384 h 2985611"/>
                  <a:gd name="connsiteX14" fmla="*/ 2558891 w 3665410"/>
                  <a:gd name="connsiteY14" fmla="*/ 1453420 h 2985611"/>
                  <a:gd name="connsiteX15" fmla="*/ 2709767 w 3665410"/>
                  <a:gd name="connsiteY15" fmla="*/ 1377887 h 2985611"/>
                  <a:gd name="connsiteX16" fmla="*/ 2885408 w 3665410"/>
                  <a:gd name="connsiteY16" fmla="*/ 1237393 h 2985611"/>
                  <a:gd name="connsiteX17" fmla="*/ 3017711 w 3665410"/>
                  <a:gd name="connsiteY17" fmla="*/ 1072229 h 2985611"/>
                  <a:gd name="connsiteX18" fmla="*/ 3150680 w 3665410"/>
                  <a:gd name="connsiteY18" fmla="*/ 921830 h 2985611"/>
                  <a:gd name="connsiteX19" fmla="*/ 3255169 w 3665410"/>
                  <a:gd name="connsiteY19" fmla="*/ 801815 h 2985611"/>
                  <a:gd name="connsiteX20" fmla="*/ 3339275 w 3665410"/>
                  <a:gd name="connsiteY20" fmla="*/ 694182 h 2985611"/>
                  <a:gd name="connsiteX21" fmla="*/ 3409188 w 3665410"/>
                  <a:gd name="connsiteY21" fmla="*/ 546926 h 2985611"/>
                  <a:gd name="connsiteX22" fmla="*/ 3464243 w 3665410"/>
                  <a:gd name="connsiteY22" fmla="*/ 347663 h 2985611"/>
                  <a:gd name="connsiteX23" fmla="*/ 3665411 w 3665410"/>
                  <a:gd name="connsiteY23" fmla="*/ 0 h 298561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Lst>
                <a:rect l="l" t="t" r="r" b="b"/>
                <a:pathLst>
                  <a:path w="3665410" h="2985611">
                    <a:moveTo>
                      <a:pt x="0" y="2985611"/>
                    </a:moveTo>
                    <a:cubicBezTo>
                      <a:pt x="0" y="2985611"/>
                      <a:pt x="86773" y="2802827"/>
                      <a:pt x="166211" y="2699766"/>
                    </a:cubicBezTo>
                    <a:cubicBezTo>
                      <a:pt x="240983" y="2602706"/>
                      <a:pt x="309182" y="2500122"/>
                      <a:pt x="397002" y="2414969"/>
                    </a:cubicBezTo>
                    <a:cubicBezTo>
                      <a:pt x="465296" y="2348865"/>
                      <a:pt x="543592" y="2294477"/>
                      <a:pt x="620173" y="2237899"/>
                    </a:cubicBezTo>
                    <a:cubicBezTo>
                      <a:pt x="688277" y="2187607"/>
                      <a:pt x="755333" y="2135886"/>
                      <a:pt x="823341" y="2085499"/>
                    </a:cubicBezTo>
                    <a:cubicBezTo>
                      <a:pt x="908685" y="2022253"/>
                      <a:pt x="994791" y="1959197"/>
                      <a:pt x="1089565" y="1911477"/>
                    </a:cubicBezTo>
                    <a:cubicBezTo>
                      <a:pt x="1107662" y="1902428"/>
                      <a:pt x="1126141" y="1894141"/>
                      <a:pt x="1145000" y="1886807"/>
                    </a:cubicBezTo>
                    <a:cubicBezTo>
                      <a:pt x="1218819" y="1858232"/>
                      <a:pt x="1296924" y="1838611"/>
                      <a:pt x="1375791" y="1842135"/>
                    </a:cubicBezTo>
                    <a:cubicBezTo>
                      <a:pt x="1413129" y="1843754"/>
                      <a:pt x="1449896" y="1850422"/>
                      <a:pt x="1486567" y="1857566"/>
                    </a:cubicBezTo>
                    <a:cubicBezTo>
                      <a:pt x="1513618" y="1862804"/>
                      <a:pt x="1540859" y="1867376"/>
                      <a:pt x="1568101" y="1871377"/>
                    </a:cubicBezTo>
                    <a:cubicBezTo>
                      <a:pt x="1648778" y="1883188"/>
                      <a:pt x="1730978" y="1887665"/>
                      <a:pt x="1810607" y="1871377"/>
                    </a:cubicBezTo>
                    <a:cubicBezTo>
                      <a:pt x="1877854" y="1857661"/>
                      <a:pt x="1941100" y="1829086"/>
                      <a:pt x="1997964" y="1790605"/>
                    </a:cubicBezTo>
                    <a:cubicBezTo>
                      <a:pt x="2037302" y="1764030"/>
                      <a:pt x="2073497" y="1733264"/>
                      <a:pt x="2109883" y="1702784"/>
                    </a:cubicBezTo>
                    <a:cubicBezTo>
                      <a:pt x="2176367" y="1647063"/>
                      <a:pt x="2244852" y="1593151"/>
                      <a:pt x="2321433" y="1552384"/>
                    </a:cubicBezTo>
                    <a:cubicBezTo>
                      <a:pt x="2397157" y="1512094"/>
                      <a:pt x="2479548" y="1486281"/>
                      <a:pt x="2558891" y="1453420"/>
                    </a:cubicBezTo>
                    <a:cubicBezTo>
                      <a:pt x="2610898" y="1431798"/>
                      <a:pt x="2661571" y="1407033"/>
                      <a:pt x="2709767" y="1377887"/>
                    </a:cubicBezTo>
                    <a:cubicBezTo>
                      <a:pt x="2774252" y="1338929"/>
                      <a:pt x="2834069" y="1292447"/>
                      <a:pt x="2885408" y="1237393"/>
                    </a:cubicBezTo>
                    <a:cubicBezTo>
                      <a:pt x="2933605" y="1185767"/>
                      <a:pt x="2973324" y="1127093"/>
                      <a:pt x="3017711" y="1072229"/>
                    </a:cubicBezTo>
                    <a:cubicBezTo>
                      <a:pt x="3059811" y="1020223"/>
                      <a:pt x="3105912" y="971645"/>
                      <a:pt x="3150680" y="921830"/>
                    </a:cubicBezTo>
                    <a:cubicBezTo>
                      <a:pt x="3186113" y="882396"/>
                      <a:pt x="3220593" y="842010"/>
                      <a:pt x="3255169" y="801815"/>
                    </a:cubicBezTo>
                    <a:cubicBezTo>
                      <a:pt x="3284887" y="767239"/>
                      <a:pt x="3314605" y="732473"/>
                      <a:pt x="3339275" y="694182"/>
                    </a:cubicBezTo>
                    <a:cubicBezTo>
                      <a:pt x="3368707" y="648367"/>
                      <a:pt x="3390138" y="597980"/>
                      <a:pt x="3409188" y="546926"/>
                    </a:cubicBezTo>
                    <a:cubicBezTo>
                      <a:pt x="3433382" y="482156"/>
                      <a:pt x="3453384" y="415861"/>
                      <a:pt x="3464243" y="347663"/>
                    </a:cubicBezTo>
                    <a:cubicBezTo>
                      <a:pt x="3476244" y="272224"/>
                      <a:pt x="3661696" y="76295"/>
                      <a:pt x="3665411" y="0"/>
                    </a:cubicBezTo>
                  </a:path>
                </a:pathLst>
              </a:custGeom>
              <a:noFill/>
              <a:ln w="9525" cap="rnd">
                <a:solidFill>
                  <a:schemeClr val="accent2">
                    <a:alpha val="35000"/>
                  </a:schemeClr>
                </a:solidFill>
                <a:prstDash val="lgDash"/>
                <a:round/>
              </a:ln>
            </p:spPr>
            <p:txBody>
              <a:bodyPr rtlCol="0" anchor="ctr"/>
              <a:lstStyle/>
              <a:p>
                <a:endParaRPr lang="en-US"/>
              </a:p>
            </p:txBody>
          </p:sp>
          <p:sp>
            <p:nvSpPr>
              <p:cNvPr id="186" name="Freeform: Shape 185">
                <a:extLst>
                  <a:ext uri="{FF2B5EF4-FFF2-40B4-BE49-F238E27FC236}">
                    <a16:creationId xmlns:a16="http://schemas.microsoft.com/office/drawing/2014/main" id="{8ABFBC77-5178-4DAA-93E6-A494D49148D1}"/>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7790402" y="5229700"/>
                <a:ext cx="285940" cy="199072"/>
              </a:xfrm>
              <a:custGeom>
                <a:avLst/>
                <a:gdLst>
                  <a:gd name="connsiteX0" fmla="*/ 0 w 285940"/>
                  <a:gd name="connsiteY0" fmla="*/ 199073 h 199072"/>
                  <a:gd name="connsiteX1" fmla="*/ 285940 w 285940"/>
                  <a:gd name="connsiteY1" fmla="*/ 0 h 199072"/>
                </a:gdLst>
                <a:ahLst/>
                <a:cxnLst>
                  <a:cxn ang="0">
                    <a:pos x="connsiteX0" y="connsiteY0"/>
                  </a:cxn>
                  <a:cxn ang="0">
                    <a:pos x="connsiteX1" y="connsiteY1"/>
                  </a:cxn>
                </a:cxnLst>
                <a:rect l="l" t="t" r="r" b="b"/>
                <a:pathLst>
                  <a:path w="285940" h="199072">
                    <a:moveTo>
                      <a:pt x="0" y="199073"/>
                    </a:moveTo>
                    <a:cubicBezTo>
                      <a:pt x="0" y="199073"/>
                      <a:pt x="242125" y="39243"/>
                      <a:pt x="285940" y="0"/>
                    </a:cubicBezTo>
                  </a:path>
                </a:pathLst>
              </a:custGeom>
              <a:noFill/>
              <a:ln w="9525" cap="rnd">
                <a:solidFill>
                  <a:schemeClr val="accent2">
                    <a:alpha val="35000"/>
                  </a:schemeClr>
                </a:solidFill>
                <a:prstDash val="lgDash"/>
                <a:round/>
              </a:ln>
            </p:spPr>
            <p:txBody>
              <a:bodyPr rtlCol="0" anchor="ctr"/>
              <a:lstStyle/>
              <a:p>
                <a:endParaRPr lang="en-US"/>
              </a:p>
            </p:txBody>
          </p:sp>
          <p:sp>
            <p:nvSpPr>
              <p:cNvPr id="187" name="Freeform: Shape 186">
                <a:extLst>
                  <a:ext uri="{FF2B5EF4-FFF2-40B4-BE49-F238E27FC236}">
                    <a16:creationId xmlns:a16="http://schemas.microsoft.com/office/drawing/2014/main" id="{47E709EC-272C-4F97-BDC8-4B872DEDC6DB}"/>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7393114" y="5049773"/>
                <a:ext cx="655796" cy="381190"/>
              </a:xfrm>
              <a:custGeom>
                <a:avLst/>
                <a:gdLst>
                  <a:gd name="connsiteX0" fmla="*/ 0 w 655796"/>
                  <a:gd name="connsiteY0" fmla="*/ 381190 h 381190"/>
                  <a:gd name="connsiteX1" fmla="*/ 655796 w 655796"/>
                  <a:gd name="connsiteY1" fmla="*/ 0 h 381190"/>
                </a:gdLst>
                <a:ahLst/>
                <a:cxnLst>
                  <a:cxn ang="0">
                    <a:pos x="connsiteX0" y="connsiteY0"/>
                  </a:cxn>
                  <a:cxn ang="0">
                    <a:pos x="connsiteX1" y="connsiteY1"/>
                  </a:cxn>
                </a:cxnLst>
                <a:rect l="l" t="t" r="r" b="b"/>
                <a:pathLst>
                  <a:path w="655796" h="381190">
                    <a:moveTo>
                      <a:pt x="0" y="381190"/>
                    </a:moveTo>
                    <a:cubicBezTo>
                      <a:pt x="0" y="381190"/>
                      <a:pt x="461105" y="172117"/>
                      <a:pt x="655796" y="0"/>
                    </a:cubicBezTo>
                  </a:path>
                </a:pathLst>
              </a:custGeom>
              <a:noFill/>
              <a:ln w="9525" cap="rnd">
                <a:solidFill>
                  <a:schemeClr val="accent2">
                    <a:alpha val="35000"/>
                  </a:schemeClr>
                </a:solidFill>
                <a:prstDash val="lgDash"/>
                <a:round/>
              </a:ln>
            </p:spPr>
            <p:txBody>
              <a:bodyPr rtlCol="0" anchor="ctr"/>
              <a:lstStyle/>
              <a:p>
                <a:endParaRPr lang="en-US"/>
              </a:p>
            </p:txBody>
          </p:sp>
          <p:sp>
            <p:nvSpPr>
              <p:cNvPr id="188" name="Freeform: Shape 187">
                <a:extLst>
                  <a:ext uri="{FF2B5EF4-FFF2-40B4-BE49-F238E27FC236}">
                    <a16:creationId xmlns:a16="http://schemas.microsoft.com/office/drawing/2014/main" id="{27C992B3-ABB9-443C-8748-5516261882B2}"/>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154072" y="3867816"/>
                <a:ext cx="2907315" cy="1544764"/>
              </a:xfrm>
              <a:custGeom>
                <a:avLst/>
                <a:gdLst>
                  <a:gd name="connsiteX0" fmla="*/ 0 w 2907315"/>
                  <a:gd name="connsiteY0" fmla="*/ 1544764 h 1544764"/>
                  <a:gd name="connsiteX1" fmla="*/ 201644 w 2907315"/>
                  <a:gd name="connsiteY1" fmla="*/ 1352550 h 1544764"/>
                  <a:gd name="connsiteX2" fmla="*/ 423196 w 2907315"/>
                  <a:gd name="connsiteY2" fmla="*/ 1196054 h 1544764"/>
                  <a:gd name="connsiteX3" fmla="*/ 782193 w 2907315"/>
                  <a:gd name="connsiteY3" fmla="*/ 1099947 h 1544764"/>
                  <a:gd name="connsiteX4" fmla="*/ 1052513 w 2907315"/>
                  <a:gd name="connsiteY4" fmla="*/ 1042321 h 1544764"/>
                  <a:gd name="connsiteX5" fmla="*/ 1311783 w 2907315"/>
                  <a:gd name="connsiteY5" fmla="*/ 1056037 h 1544764"/>
                  <a:gd name="connsiteX6" fmla="*/ 1484662 w 2907315"/>
                  <a:gd name="connsiteY6" fmla="*/ 1083469 h 1544764"/>
                  <a:gd name="connsiteX7" fmla="*/ 1788224 w 2907315"/>
                  <a:gd name="connsiteY7" fmla="*/ 1023080 h 1544764"/>
                  <a:gd name="connsiteX8" fmla="*/ 2269045 w 2907315"/>
                  <a:gd name="connsiteY8" fmla="*/ 734758 h 1544764"/>
                  <a:gd name="connsiteX9" fmla="*/ 2534984 w 2907315"/>
                  <a:gd name="connsiteY9" fmla="*/ 572738 h 1544764"/>
                  <a:gd name="connsiteX10" fmla="*/ 2907316 w 2907315"/>
                  <a:gd name="connsiteY10" fmla="*/ 0 h 154476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2907315" h="1544764">
                    <a:moveTo>
                      <a:pt x="0" y="1544764"/>
                    </a:moveTo>
                    <a:cubicBezTo>
                      <a:pt x="0" y="1544764"/>
                      <a:pt x="98012" y="1443990"/>
                      <a:pt x="201644" y="1352550"/>
                    </a:cubicBezTo>
                    <a:cubicBezTo>
                      <a:pt x="271272" y="1291209"/>
                      <a:pt x="343662" y="1234249"/>
                      <a:pt x="423196" y="1196054"/>
                    </a:cubicBezTo>
                    <a:cubicBezTo>
                      <a:pt x="537591" y="1141095"/>
                      <a:pt x="661226" y="1127189"/>
                      <a:pt x="782193" y="1099947"/>
                    </a:cubicBezTo>
                    <a:cubicBezTo>
                      <a:pt x="872300" y="1079659"/>
                      <a:pt x="961358" y="1051370"/>
                      <a:pt x="1052513" y="1042321"/>
                    </a:cubicBezTo>
                    <a:cubicBezTo>
                      <a:pt x="1139000" y="1033653"/>
                      <a:pt x="1225868" y="1040321"/>
                      <a:pt x="1311783" y="1056037"/>
                    </a:cubicBezTo>
                    <a:cubicBezTo>
                      <a:pt x="1369314" y="1066609"/>
                      <a:pt x="1426559" y="1079373"/>
                      <a:pt x="1484662" y="1083469"/>
                    </a:cubicBezTo>
                    <a:cubicBezTo>
                      <a:pt x="1587913" y="1090803"/>
                      <a:pt x="1690402" y="1064800"/>
                      <a:pt x="1788224" y="1023080"/>
                    </a:cubicBezTo>
                    <a:cubicBezTo>
                      <a:pt x="1956721" y="951262"/>
                      <a:pt x="2106549" y="825722"/>
                      <a:pt x="2269045" y="734758"/>
                    </a:cubicBezTo>
                    <a:cubicBezTo>
                      <a:pt x="2359438" y="684181"/>
                      <a:pt x="2452497" y="640556"/>
                      <a:pt x="2534984" y="572738"/>
                    </a:cubicBezTo>
                    <a:cubicBezTo>
                      <a:pt x="2673001" y="459391"/>
                      <a:pt x="2847023" y="191453"/>
                      <a:pt x="2907316" y="0"/>
                    </a:cubicBezTo>
                  </a:path>
                </a:pathLst>
              </a:custGeom>
              <a:noFill/>
              <a:ln w="9525" cap="rnd">
                <a:solidFill>
                  <a:schemeClr val="accent2">
                    <a:alpha val="35000"/>
                  </a:schemeClr>
                </a:solidFill>
                <a:prstDash val="lgDash"/>
                <a:round/>
              </a:ln>
            </p:spPr>
            <p:txBody>
              <a:bodyPr rtlCol="0" anchor="ctr"/>
              <a:lstStyle/>
              <a:p>
                <a:endParaRPr lang="en-US"/>
              </a:p>
            </p:txBody>
          </p:sp>
          <p:sp>
            <p:nvSpPr>
              <p:cNvPr id="189" name="Freeform: Shape 188">
                <a:extLst>
                  <a:ext uri="{FF2B5EF4-FFF2-40B4-BE49-F238E27FC236}">
                    <a16:creationId xmlns:a16="http://schemas.microsoft.com/office/drawing/2014/main" id="{710CC2EE-90B9-45E3-B7E6-C856A199D46A}"/>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4907946" y="3479100"/>
                <a:ext cx="3168300" cy="1952434"/>
              </a:xfrm>
              <a:custGeom>
                <a:avLst/>
                <a:gdLst>
                  <a:gd name="connsiteX0" fmla="*/ 0 w 3168300"/>
                  <a:gd name="connsiteY0" fmla="*/ 1952435 h 1952434"/>
                  <a:gd name="connsiteX1" fmla="*/ 202121 w 3168300"/>
                  <a:gd name="connsiteY1" fmla="*/ 1687068 h 1952434"/>
                  <a:gd name="connsiteX2" fmla="*/ 545116 w 3168300"/>
                  <a:gd name="connsiteY2" fmla="*/ 1450277 h 1952434"/>
                  <a:gd name="connsiteX3" fmla="*/ 906780 w 3168300"/>
                  <a:gd name="connsiteY3" fmla="*/ 1354455 h 1952434"/>
                  <a:gd name="connsiteX4" fmla="*/ 1332262 w 3168300"/>
                  <a:gd name="connsiteY4" fmla="*/ 1285304 h 1952434"/>
                  <a:gd name="connsiteX5" fmla="*/ 1691259 w 3168300"/>
                  <a:gd name="connsiteY5" fmla="*/ 1240060 h 1952434"/>
                  <a:gd name="connsiteX6" fmla="*/ 2010346 w 3168300"/>
                  <a:gd name="connsiteY6" fmla="*/ 1141667 h 1952434"/>
                  <a:gd name="connsiteX7" fmla="*/ 2393252 w 3168300"/>
                  <a:gd name="connsiteY7" fmla="*/ 1027271 h 1952434"/>
                  <a:gd name="connsiteX8" fmla="*/ 2582037 w 3168300"/>
                  <a:gd name="connsiteY8" fmla="*/ 958120 h 1952434"/>
                  <a:gd name="connsiteX9" fmla="*/ 2760155 w 3168300"/>
                  <a:gd name="connsiteY9" fmla="*/ 827723 h 1952434"/>
                  <a:gd name="connsiteX10" fmla="*/ 2914364 w 3168300"/>
                  <a:gd name="connsiteY10" fmla="*/ 567023 h 1952434"/>
                  <a:gd name="connsiteX11" fmla="*/ 3168301 w 3168300"/>
                  <a:gd name="connsiteY11" fmla="*/ 0 h 195243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3168300" h="1952434">
                    <a:moveTo>
                      <a:pt x="0" y="1952435"/>
                    </a:moveTo>
                    <a:cubicBezTo>
                      <a:pt x="0" y="1952435"/>
                      <a:pt x="91059" y="1796415"/>
                      <a:pt x="202121" y="1687068"/>
                    </a:cubicBezTo>
                    <a:cubicBezTo>
                      <a:pt x="301943" y="1588675"/>
                      <a:pt x="416528" y="1505617"/>
                      <a:pt x="545116" y="1450277"/>
                    </a:cubicBezTo>
                    <a:cubicBezTo>
                      <a:pt x="659987" y="1400747"/>
                      <a:pt x="783622" y="1377601"/>
                      <a:pt x="906780" y="1354455"/>
                    </a:cubicBezTo>
                    <a:cubicBezTo>
                      <a:pt x="1048036" y="1327976"/>
                      <a:pt x="1189482" y="1301972"/>
                      <a:pt x="1332262" y="1285304"/>
                    </a:cubicBezTo>
                    <a:cubicBezTo>
                      <a:pt x="1452182" y="1271302"/>
                      <a:pt x="1573340" y="1265873"/>
                      <a:pt x="1691259" y="1240060"/>
                    </a:cubicBezTo>
                    <a:cubicBezTo>
                      <a:pt x="1800035" y="1216247"/>
                      <a:pt x="1904619" y="1176718"/>
                      <a:pt x="2010346" y="1141667"/>
                    </a:cubicBezTo>
                    <a:cubicBezTo>
                      <a:pt x="2136743" y="1099661"/>
                      <a:pt x="2265902" y="1066229"/>
                      <a:pt x="2393252" y="1027271"/>
                    </a:cubicBezTo>
                    <a:cubicBezTo>
                      <a:pt x="2457450" y="1007650"/>
                      <a:pt x="2521744" y="987552"/>
                      <a:pt x="2582037" y="958120"/>
                    </a:cubicBezTo>
                    <a:cubicBezTo>
                      <a:pt x="2648807" y="925449"/>
                      <a:pt x="2710815" y="883349"/>
                      <a:pt x="2760155" y="827723"/>
                    </a:cubicBezTo>
                    <a:cubicBezTo>
                      <a:pt x="2827496" y="751904"/>
                      <a:pt x="2867978" y="657511"/>
                      <a:pt x="2914364" y="567023"/>
                    </a:cubicBezTo>
                    <a:cubicBezTo>
                      <a:pt x="2972753" y="453200"/>
                      <a:pt x="3119152" y="118015"/>
                      <a:pt x="3168301" y="0"/>
                    </a:cubicBezTo>
                  </a:path>
                </a:pathLst>
              </a:custGeom>
              <a:noFill/>
              <a:ln w="9525" cap="rnd">
                <a:solidFill>
                  <a:schemeClr val="accent2">
                    <a:alpha val="35000"/>
                  </a:schemeClr>
                </a:solidFill>
                <a:prstDash val="lgDash"/>
                <a:round/>
              </a:ln>
            </p:spPr>
            <p:txBody>
              <a:bodyPr rtlCol="0" anchor="ctr"/>
              <a:lstStyle/>
              <a:p>
                <a:endParaRPr lang="en-US"/>
              </a:p>
            </p:txBody>
          </p:sp>
          <p:sp>
            <p:nvSpPr>
              <p:cNvPr id="190" name="Freeform: Shape 189">
                <a:extLst>
                  <a:ext uri="{FF2B5EF4-FFF2-40B4-BE49-F238E27FC236}">
                    <a16:creationId xmlns:a16="http://schemas.microsoft.com/office/drawing/2014/main" id="{28272C51-7AB7-4369-A6E9-17958FD30D43}"/>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4704778" y="2976752"/>
                <a:ext cx="3356800" cy="2452020"/>
              </a:xfrm>
              <a:custGeom>
                <a:avLst/>
                <a:gdLst>
                  <a:gd name="connsiteX0" fmla="*/ 0 w 3356800"/>
                  <a:gd name="connsiteY0" fmla="*/ 2452021 h 2452020"/>
                  <a:gd name="connsiteX1" fmla="*/ 130874 w 3356800"/>
                  <a:gd name="connsiteY1" fmla="*/ 2247710 h 2452020"/>
                  <a:gd name="connsiteX2" fmla="*/ 437197 w 3356800"/>
                  <a:gd name="connsiteY2" fmla="*/ 1941195 h 2452020"/>
                  <a:gd name="connsiteX3" fmla="*/ 737140 w 3356800"/>
                  <a:gd name="connsiteY3" fmla="*/ 1736884 h 2452020"/>
                  <a:gd name="connsiteX4" fmla="*/ 1031843 w 3356800"/>
                  <a:gd name="connsiteY4" fmla="*/ 1685068 h 2452020"/>
                  <a:gd name="connsiteX5" fmla="*/ 1287304 w 3356800"/>
                  <a:gd name="connsiteY5" fmla="*/ 1655826 h 2452020"/>
                  <a:gd name="connsiteX6" fmla="*/ 1471994 w 3356800"/>
                  <a:gd name="connsiteY6" fmla="*/ 1634300 h 2452020"/>
                  <a:gd name="connsiteX7" fmla="*/ 1898237 w 3356800"/>
                  <a:gd name="connsiteY7" fmla="*/ 1512665 h 2452020"/>
                  <a:gd name="connsiteX8" fmla="*/ 2229136 w 3356800"/>
                  <a:gd name="connsiteY8" fmla="*/ 1355598 h 2452020"/>
                  <a:gd name="connsiteX9" fmla="*/ 2512314 w 3356800"/>
                  <a:gd name="connsiteY9" fmla="*/ 1238631 h 2452020"/>
                  <a:gd name="connsiteX10" fmla="*/ 2758535 w 3356800"/>
                  <a:gd name="connsiteY10" fmla="*/ 1096994 h 2452020"/>
                  <a:gd name="connsiteX11" fmla="*/ 2935510 w 3356800"/>
                  <a:gd name="connsiteY11" fmla="*/ 919925 h 2452020"/>
                  <a:gd name="connsiteX12" fmla="*/ 3081719 w 3356800"/>
                  <a:gd name="connsiteY12" fmla="*/ 687419 h 2452020"/>
                  <a:gd name="connsiteX13" fmla="*/ 3356800 w 3356800"/>
                  <a:gd name="connsiteY13" fmla="*/ 0 h 245202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Lst>
                <a:rect l="l" t="t" r="r" b="b"/>
                <a:pathLst>
                  <a:path w="3356800" h="2452020">
                    <a:moveTo>
                      <a:pt x="0" y="2452021"/>
                    </a:moveTo>
                    <a:cubicBezTo>
                      <a:pt x="0" y="2452021"/>
                      <a:pt x="57150" y="2344198"/>
                      <a:pt x="130874" y="2247710"/>
                    </a:cubicBezTo>
                    <a:cubicBezTo>
                      <a:pt x="218694" y="2132648"/>
                      <a:pt x="328136" y="2036635"/>
                      <a:pt x="437197" y="1941195"/>
                    </a:cubicBezTo>
                    <a:cubicBezTo>
                      <a:pt x="529304" y="1860709"/>
                      <a:pt x="623030" y="1779556"/>
                      <a:pt x="737140" y="1736884"/>
                    </a:cubicBezTo>
                    <a:cubicBezTo>
                      <a:pt x="830866" y="1701736"/>
                      <a:pt x="932021" y="1695450"/>
                      <a:pt x="1031843" y="1685068"/>
                    </a:cubicBezTo>
                    <a:cubicBezTo>
                      <a:pt x="1117092" y="1676210"/>
                      <a:pt x="1202055" y="1665160"/>
                      <a:pt x="1287304" y="1655826"/>
                    </a:cubicBezTo>
                    <a:cubicBezTo>
                      <a:pt x="1348931" y="1649063"/>
                      <a:pt x="1410653" y="1643539"/>
                      <a:pt x="1471994" y="1634300"/>
                    </a:cubicBezTo>
                    <a:cubicBezTo>
                      <a:pt x="1618679" y="1612011"/>
                      <a:pt x="1761935" y="1571149"/>
                      <a:pt x="1898237" y="1512665"/>
                    </a:cubicBezTo>
                    <a:cubicBezTo>
                      <a:pt x="2010442" y="1464564"/>
                      <a:pt x="2117503" y="1405128"/>
                      <a:pt x="2229136" y="1355598"/>
                    </a:cubicBezTo>
                    <a:cubicBezTo>
                      <a:pt x="2322481" y="1314164"/>
                      <a:pt x="2418969" y="1280160"/>
                      <a:pt x="2512314" y="1238631"/>
                    </a:cubicBezTo>
                    <a:cubicBezTo>
                      <a:pt x="2599087" y="1199960"/>
                      <a:pt x="2683193" y="1154811"/>
                      <a:pt x="2758535" y="1096994"/>
                    </a:cubicBezTo>
                    <a:cubicBezTo>
                      <a:pt x="2825020" y="1046035"/>
                      <a:pt x="2883789" y="985837"/>
                      <a:pt x="2935510" y="919925"/>
                    </a:cubicBezTo>
                    <a:cubicBezTo>
                      <a:pt x="2992184" y="847725"/>
                      <a:pt x="3039904" y="769144"/>
                      <a:pt x="3081719" y="687419"/>
                    </a:cubicBezTo>
                    <a:cubicBezTo>
                      <a:pt x="3138297" y="576739"/>
                      <a:pt x="3314129" y="116776"/>
                      <a:pt x="3356800" y="0"/>
                    </a:cubicBezTo>
                  </a:path>
                </a:pathLst>
              </a:custGeom>
              <a:noFill/>
              <a:ln w="9525" cap="rnd">
                <a:solidFill>
                  <a:schemeClr val="accent2">
                    <a:alpha val="35000"/>
                  </a:schemeClr>
                </a:solidFill>
                <a:prstDash val="lgDash"/>
                <a:round/>
              </a:ln>
            </p:spPr>
            <p:txBody>
              <a:bodyPr rtlCol="0" anchor="ctr"/>
              <a:lstStyle/>
              <a:p>
                <a:endParaRPr lang="en-US"/>
              </a:p>
            </p:txBody>
          </p:sp>
        </p:grpSp>
        <p:sp>
          <p:nvSpPr>
            <p:cNvPr id="183" name="Freeform: Shape 182">
              <a:extLst>
                <a:ext uri="{FF2B5EF4-FFF2-40B4-BE49-F238E27FC236}">
                  <a16:creationId xmlns:a16="http://schemas.microsoft.com/office/drawing/2014/main" id="{9B1F31DD-C31E-4C9E-A920-AD354B5CBA17}"/>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7980400" y="5197178"/>
              <a:ext cx="4211600" cy="1660822"/>
            </a:xfrm>
            <a:custGeom>
              <a:avLst/>
              <a:gdLst>
                <a:gd name="connsiteX0" fmla="*/ 4211600 w 4211600"/>
                <a:gd name="connsiteY0" fmla="*/ 0 h 1660822"/>
                <a:gd name="connsiteX1" fmla="*/ 4211600 w 4211600"/>
                <a:gd name="connsiteY1" fmla="*/ 58430 h 1660822"/>
                <a:gd name="connsiteX2" fmla="*/ 4136524 w 4211600"/>
                <a:gd name="connsiteY2" fmla="*/ 208808 h 1660822"/>
                <a:gd name="connsiteX3" fmla="*/ 3973354 w 4211600"/>
                <a:gd name="connsiteY3" fmla="*/ 437313 h 1660822"/>
                <a:gd name="connsiteX4" fmla="*/ 3884746 w 4211600"/>
                <a:gd name="connsiteY4" fmla="*/ 553613 h 1660822"/>
                <a:gd name="connsiteX5" fmla="*/ 3849435 w 4211600"/>
                <a:gd name="connsiteY5" fmla="*/ 603143 h 1660822"/>
                <a:gd name="connsiteX6" fmla="*/ 3661849 w 4211600"/>
                <a:gd name="connsiteY6" fmla="*/ 819075 h 1660822"/>
                <a:gd name="connsiteX7" fmla="*/ 3402589 w 4211600"/>
                <a:gd name="connsiteY7" fmla="*/ 952996 h 1660822"/>
                <a:gd name="connsiteX8" fmla="*/ 3130202 w 4211600"/>
                <a:gd name="connsiteY8" fmla="*/ 1023386 h 1660822"/>
                <a:gd name="connsiteX9" fmla="*/ 2914657 w 4211600"/>
                <a:gd name="connsiteY9" fmla="*/ 1068058 h 1660822"/>
                <a:gd name="connsiteX10" fmla="*/ 2582149 w 4211600"/>
                <a:gd name="connsiteY10" fmla="*/ 1138924 h 1660822"/>
                <a:gd name="connsiteX11" fmla="*/ 2483958 w 4211600"/>
                <a:gd name="connsiteY11" fmla="*/ 1162356 h 1660822"/>
                <a:gd name="connsiteX12" fmla="*/ 2123750 w 4211600"/>
                <a:gd name="connsiteY12" fmla="*/ 1238651 h 1660822"/>
                <a:gd name="connsiteX13" fmla="*/ 1761444 w 4211600"/>
                <a:gd name="connsiteY13" fmla="*/ 1273417 h 1660822"/>
                <a:gd name="connsiteX14" fmla="*/ 1608382 w 4211600"/>
                <a:gd name="connsiteY14" fmla="*/ 1284466 h 1660822"/>
                <a:gd name="connsiteX15" fmla="*/ 999942 w 4211600"/>
                <a:gd name="connsiteY15" fmla="*/ 1354284 h 1660822"/>
                <a:gd name="connsiteX16" fmla="*/ 484705 w 4211600"/>
                <a:gd name="connsiteY16" fmla="*/ 1450487 h 1660822"/>
                <a:gd name="connsiteX17" fmla="*/ 113310 w 4211600"/>
                <a:gd name="connsiteY17" fmla="*/ 1613700 h 1660822"/>
                <a:gd name="connsiteX18" fmla="*/ 39668 w 4211600"/>
                <a:gd name="connsiteY18" fmla="*/ 1660822 h 1660822"/>
                <a:gd name="connsiteX19" fmla="*/ 0 w 4211600"/>
                <a:gd name="connsiteY19" fmla="*/ 1660822 h 1660822"/>
                <a:gd name="connsiteX20" fmla="*/ 96701 w 4211600"/>
                <a:gd name="connsiteY20" fmla="*/ 1598934 h 1660822"/>
                <a:gd name="connsiteX21" fmla="*/ 474335 w 4211600"/>
                <a:gd name="connsiteY21" fmla="*/ 1433056 h 1660822"/>
                <a:gd name="connsiteX22" fmla="*/ 994299 w 4211600"/>
                <a:gd name="connsiteY22" fmla="*/ 1335806 h 1660822"/>
                <a:gd name="connsiteX23" fmla="*/ 1605231 w 4211600"/>
                <a:gd name="connsiteY23" fmla="*/ 1265702 h 1660822"/>
                <a:gd name="connsiteX24" fmla="*/ 1758819 w 4211600"/>
                <a:gd name="connsiteY24" fmla="*/ 1254558 h 1660822"/>
                <a:gd name="connsiteX25" fmla="*/ 2118106 w 4211600"/>
                <a:gd name="connsiteY25" fmla="*/ 1220077 h 1660822"/>
                <a:gd name="connsiteX26" fmla="*/ 2475557 w 4211600"/>
                <a:gd name="connsiteY26" fmla="*/ 1144353 h 1660822"/>
                <a:gd name="connsiteX27" fmla="*/ 2573878 w 4211600"/>
                <a:gd name="connsiteY27" fmla="*/ 1120827 h 1660822"/>
                <a:gd name="connsiteX28" fmla="*/ 2907437 w 4211600"/>
                <a:gd name="connsiteY28" fmla="*/ 1049675 h 1660822"/>
                <a:gd name="connsiteX29" fmla="*/ 3122589 w 4211600"/>
                <a:gd name="connsiteY29" fmla="*/ 1005098 h 1660822"/>
                <a:gd name="connsiteX30" fmla="*/ 3391169 w 4211600"/>
                <a:gd name="connsiteY30" fmla="*/ 935756 h 1660822"/>
                <a:gd name="connsiteX31" fmla="*/ 3642290 w 4211600"/>
                <a:gd name="connsiteY31" fmla="*/ 806216 h 1660822"/>
                <a:gd name="connsiteX32" fmla="*/ 3825937 w 4211600"/>
                <a:gd name="connsiteY32" fmla="*/ 594475 h 1660822"/>
                <a:gd name="connsiteX33" fmla="*/ 3861381 w 4211600"/>
                <a:gd name="connsiteY33" fmla="*/ 544755 h 1660822"/>
                <a:gd name="connsiteX34" fmla="*/ 3950381 w 4211600"/>
                <a:gd name="connsiteY34" fmla="*/ 427978 h 1660822"/>
                <a:gd name="connsiteX35" fmla="*/ 4112370 w 4211600"/>
                <a:gd name="connsiteY35" fmla="*/ 201378 h 1660822"/>
                <a:gd name="connsiteX36" fmla="*/ 4195989 w 4211600"/>
                <a:gd name="connsiteY36" fmla="*/ 33834 h 166082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Lst>
              <a:rect l="l" t="t" r="r" b="b"/>
              <a:pathLst>
                <a:path w="4211600" h="1660822">
                  <a:moveTo>
                    <a:pt x="4211600" y="0"/>
                  </a:moveTo>
                  <a:lnTo>
                    <a:pt x="4211600" y="58430"/>
                  </a:lnTo>
                  <a:lnTo>
                    <a:pt x="4136524" y="208808"/>
                  </a:lnTo>
                  <a:cubicBezTo>
                    <a:pt x="4089791" y="287770"/>
                    <a:pt x="4030588" y="363780"/>
                    <a:pt x="3973354" y="437313"/>
                  </a:cubicBezTo>
                  <a:cubicBezTo>
                    <a:pt x="3943819" y="475222"/>
                    <a:pt x="3913231" y="514465"/>
                    <a:pt x="3884746" y="553613"/>
                  </a:cubicBezTo>
                  <a:cubicBezTo>
                    <a:pt x="3872801" y="569996"/>
                    <a:pt x="3861119" y="586569"/>
                    <a:pt x="3849435" y="603143"/>
                  </a:cubicBezTo>
                  <a:cubicBezTo>
                    <a:pt x="3796665" y="678009"/>
                    <a:pt x="3742187" y="755352"/>
                    <a:pt x="3661849" y="819075"/>
                  </a:cubicBezTo>
                  <a:cubicBezTo>
                    <a:pt x="3596214" y="871176"/>
                    <a:pt x="3509050" y="916230"/>
                    <a:pt x="3402589" y="952996"/>
                  </a:cubicBezTo>
                  <a:cubicBezTo>
                    <a:pt x="3312406" y="984048"/>
                    <a:pt x="3215660" y="1005003"/>
                    <a:pt x="3130202" y="1023386"/>
                  </a:cubicBezTo>
                  <a:cubicBezTo>
                    <a:pt x="3058529" y="1038816"/>
                    <a:pt x="2985412" y="1053675"/>
                    <a:pt x="2914657" y="1068058"/>
                  </a:cubicBezTo>
                  <a:cubicBezTo>
                    <a:pt x="2805176" y="1090251"/>
                    <a:pt x="2692021" y="1113207"/>
                    <a:pt x="2582149" y="1138924"/>
                  </a:cubicBezTo>
                  <a:cubicBezTo>
                    <a:pt x="2549330" y="1146639"/>
                    <a:pt x="2516644" y="1154450"/>
                    <a:pt x="2483958" y="1162356"/>
                  </a:cubicBezTo>
                  <a:cubicBezTo>
                    <a:pt x="2367257" y="1190550"/>
                    <a:pt x="2246621" y="1219601"/>
                    <a:pt x="2123750" y="1238651"/>
                  </a:cubicBezTo>
                  <a:cubicBezTo>
                    <a:pt x="2004294" y="1257129"/>
                    <a:pt x="1880769" y="1265416"/>
                    <a:pt x="1761444" y="1273417"/>
                  </a:cubicBezTo>
                  <a:cubicBezTo>
                    <a:pt x="1711167" y="1276751"/>
                    <a:pt x="1659184" y="1280275"/>
                    <a:pt x="1608382" y="1284466"/>
                  </a:cubicBezTo>
                  <a:cubicBezTo>
                    <a:pt x="1408589" y="1300944"/>
                    <a:pt x="1214570" y="1325805"/>
                    <a:pt x="999942" y="1354284"/>
                  </a:cubicBezTo>
                  <a:cubicBezTo>
                    <a:pt x="826403" y="1377240"/>
                    <a:pt x="647744" y="1400957"/>
                    <a:pt x="484705" y="1450487"/>
                  </a:cubicBezTo>
                  <a:cubicBezTo>
                    <a:pt x="355831" y="1489635"/>
                    <a:pt x="231387" y="1544374"/>
                    <a:pt x="113310" y="1613700"/>
                  </a:cubicBezTo>
                  <a:lnTo>
                    <a:pt x="39668" y="1660822"/>
                  </a:lnTo>
                  <a:lnTo>
                    <a:pt x="0" y="1660822"/>
                  </a:lnTo>
                  <a:lnTo>
                    <a:pt x="96701" y="1598934"/>
                  </a:lnTo>
                  <a:cubicBezTo>
                    <a:pt x="216635" y="1528533"/>
                    <a:pt x="343196" y="1472919"/>
                    <a:pt x="474335" y="1433056"/>
                  </a:cubicBezTo>
                  <a:cubicBezTo>
                    <a:pt x="639999" y="1382669"/>
                    <a:pt x="820102" y="1358856"/>
                    <a:pt x="994299" y="1335806"/>
                  </a:cubicBezTo>
                  <a:cubicBezTo>
                    <a:pt x="1210239" y="1307231"/>
                    <a:pt x="1404650" y="1282275"/>
                    <a:pt x="1605231" y="1265702"/>
                  </a:cubicBezTo>
                  <a:cubicBezTo>
                    <a:pt x="1656428" y="1261511"/>
                    <a:pt x="1708411" y="1257987"/>
                    <a:pt x="1758819" y="1254558"/>
                  </a:cubicBezTo>
                  <a:cubicBezTo>
                    <a:pt x="1877487" y="1246557"/>
                    <a:pt x="2000094" y="1238365"/>
                    <a:pt x="2118106" y="1220077"/>
                  </a:cubicBezTo>
                  <a:cubicBezTo>
                    <a:pt x="2239531" y="1201313"/>
                    <a:pt x="2359513" y="1172357"/>
                    <a:pt x="2475557" y="1144353"/>
                  </a:cubicBezTo>
                  <a:cubicBezTo>
                    <a:pt x="2508243" y="1136448"/>
                    <a:pt x="2541060" y="1128542"/>
                    <a:pt x="2573878" y="1120827"/>
                  </a:cubicBezTo>
                  <a:cubicBezTo>
                    <a:pt x="2684276" y="1094919"/>
                    <a:pt x="2797694" y="1071963"/>
                    <a:pt x="2907437" y="1049675"/>
                  </a:cubicBezTo>
                  <a:cubicBezTo>
                    <a:pt x="2978061" y="1035387"/>
                    <a:pt x="3051178" y="1020528"/>
                    <a:pt x="3122589" y="1005098"/>
                  </a:cubicBezTo>
                  <a:cubicBezTo>
                    <a:pt x="3206997" y="986810"/>
                    <a:pt x="3302823" y="966141"/>
                    <a:pt x="3391169" y="935756"/>
                  </a:cubicBezTo>
                  <a:cubicBezTo>
                    <a:pt x="3494479" y="900132"/>
                    <a:pt x="3578886" y="856508"/>
                    <a:pt x="3642290" y="806216"/>
                  </a:cubicBezTo>
                  <a:cubicBezTo>
                    <a:pt x="3720133" y="744303"/>
                    <a:pt x="3773953" y="668103"/>
                    <a:pt x="3825937" y="594475"/>
                  </a:cubicBezTo>
                  <a:cubicBezTo>
                    <a:pt x="3837621" y="577902"/>
                    <a:pt x="3849435" y="561233"/>
                    <a:pt x="3861381" y="544755"/>
                  </a:cubicBezTo>
                  <a:cubicBezTo>
                    <a:pt x="3889997" y="505416"/>
                    <a:pt x="3920715" y="465983"/>
                    <a:pt x="3950381" y="427978"/>
                  </a:cubicBezTo>
                  <a:cubicBezTo>
                    <a:pt x="4007353" y="354921"/>
                    <a:pt x="4066163" y="279388"/>
                    <a:pt x="4112370" y="201378"/>
                  </a:cubicBezTo>
                  <a:cubicBezTo>
                    <a:pt x="4144662" y="146800"/>
                    <a:pt x="4170785" y="89364"/>
                    <a:pt x="4195989" y="33834"/>
                  </a:cubicBezTo>
                  <a:close/>
                </a:path>
              </a:pathLst>
            </a:cu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a:p>
          </p:txBody>
        </p:sp>
      </p:grpSp>
      <p:pic>
        <p:nvPicPr>
          <p:cNvPr id="6" name="Picture 5" descr="A graph with blue and white bars&#10;&#10;AI-generated content may be incorrect.">
            <a:extLst>
              <a:ext uri="{FF2B5EF4-FFF2-40B4-BE49-F238E27FC236}">
                <a16:creationId xmlns:a16="http://schemas.microsoft.com/office/drawing/2014/main" id="{6CAA6EB6-3956-240C-4D3D-D1D6D8345973}"/>
              </a:ext>
            </a:extLst>
          </p:cNvPr>
          <p:cNvPicPr>
            <a:picLocks noChangeAspect="1"/>
          </p:cNvPicPr>
          <p:nvPr/>
        </p:nvPicPr>
        <p:blipFill>
          <a:blip r:embed="rId2"/>
          <a:stretch>
            <a:fillRect/>
          </a:stretch>
        </p:blipFill>
        <p:spPr>
          <a:xfrm>
            <a:off x="838200" y="815707"/>
            <a:ext cx="10515600" cy="2812927"/>
          </a:xfrm>
          <a:prstGeom prst="rect">
            <a:avLst/>
          </a:prstGeom>
        </p:spPr>
      </p:pic>
      <p:grpSp>
        <p:nvGrpSpPr>
          <p:cNvPr id="192" name="Top left">
            <a:extLst>
              <a:ext uri="{FF2B5EF4-FFF2-40B4-BE49-F238E27FC236}">
                <a16:creationId xmlns:a16="http://schemas.microsoft.com/office/drawing/2014/main" id="{96BED12B-FE5D-4876-810D-5579D6E85AFA}"/>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10849" y="-3086"/>
            <a:ext cx="2198951" cy="3349518"/>
            <a:chOff x="10849" y="-3086"/>
            <a:chExt cx="2198951" cy="3349518"/>
          </a:xfrm>
        </p:grpSpPr>
        <p:sp>
          <p:nvSpPr>
            <p:cNvPr id="193" name="Freeform: Shape 192">
              <a:extLst>
                <a:ext uri="{FF2B5EF4-FFF2-40B4-BE49-F238E27FC236}">
                  <a16:creationId xmlns:a16="http://schemas.microsoft.com/office/drawing/2014/main" id="{22EB1789-3A9D-45E9-8CDD-C8063C513000}"/>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rot="10800000">
              <a:off x="692844" y="-3086"/>
              <a:ext cx="1326111" cy="597603"/>
            </a:xfrm>
            <a:custGeom>
              <a:avLst/>
              <a:gdLst>
                <a:gd name="connsiteX0" fmla="*/ 741051 w 1482102"/>
                <a:gd name="connsiteY0" fmla="*/ 0 h 679363"/>
                <a:gd name="connsiteX1" fmla="*/ 1473822 w 1482102"/>
                <a:gd name="connsiteY1" fmla="*/ 597226 h 679363"/>
                <a:gd name="connsiteX2" fmla="*/ 1482102 w 1482102"/>
                <a:gd name="connsiteY2" fmla="*/ 679363 h 679363"/>
                <a:gd name="connsiteX3" fmla="*/ 0 w 1482102"/>
                <a:gd name="connsiteY3" fmla="*/ 679363 h 679363"/>
                <a:gd name="connsiteX4" fmla="*/ 8280 w 1482102"/>
                <a:gd name="connsiteY4" fmla="*/ 597226 h 679363"/>
                <a:gd name="connsiteX5" fmla="*/ 741051 w 1482102"/>
                <a:gd name="connsiteY5" fmla="*/ 0 h 67936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1482102" h="679363">
                  <a:moveTo>
                    <a:pt x="741051" y="0"/>
                  </a:moveTo>
                  <a:cubicBezTo>
                    <a:pt x="1102506" y="0"/>
                    <a:pt x="1404077" y="256390"/>
                    <a:pt x="1473822" y="597226"/>
                  </a:cubicBezTo>
                  <a:lnTo>
                    <a:pt x="1482102" y="679363"/>
                  </a:lnTo>
                  <a:lnTo>
                    <a:pt x="0" y="679363"/>
                  </a:lnTo>
                  <a:lnTo>
                    <a:pt x="8280" y="597226"/>
                  </a:lnTo>
                  <a:cubicBezTo>
                    <a:pt x="78025" y="256390"/>
                    <a:pt x="379596" y="0"/>
                    <a:pt x="741051" y="0"/>
                  </a:cubicBezTo>
                  <a:close/>
                </a:path>
              </a:pathLst>
            </a:cu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dirty="0">
                <a:solidFill>
                  <a:schemeClr val="tx1">
                    <a:lumMod val="65000"/>
                    <a:lumOff val="35000"/>
                  </a:schemeClr>
                </a:solidFill>
                <a:latin typeface="AvenirNext LT Pro Medium" panose="020B0504020202020204" pitchFamily="34" charset="0"/>
              </a:endParaRPr>
            </a:p>
          </p:txBody>
        </p:sp>
        <p:sp>
          <p:nvSpPr>
            <p:cNvPr id="194" name="Freeform: Shape 193">
              <a:extLst>
                <a:ext uri="{FF2B5EF4-FFF2-40B4-BE49-F238E27FC236}">
                  <a16:creationId xmlns:a16="http://schemas.microsoft.com/office/drawing/2014/main" id="{17CA9CCF-CD57-438A-9A90-777CB891C5CF}"/>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19394" y="15241"/>
              <a:ext cx="2190406" cy="3331191"/>
            </a:xfrm>
            <a:custGeom>
              <a:avLst/>
              <a:gdLst>
                <a:gd name="connsiteX0" fmla="*/ 0 w 3296088"/>
                <a:gd name="connsiteY0" fmla="*/ 5012722 h 5012722"/>
                <a:gd name="connsiteX1" fmla="*/ 244031 w 3296088"/>
                <a:gd name="connsiteY1" fmla="*/ 4820222 h 5012722"/>
                <a:gd name="connsiteX2" fmla="*/ 729234 w 3296088"/>
                <a:gd name="connsiteY2" fmla="*/ 4360641 h 5012722"/>
                <a:gd name="connsiteX3" fmla="*/ 881444 w 3296088"/>
                <a:gd name="connsiteY3" fmla="*/ 4173950 h 5012722"/>
                <a:gd name="connsiteX4" fmla="*/ 1151287 w 3296088"/>
                <a:gd name="connsiteY4" fmla="*/ 3972877 h 5012722"/>
                <a:gd name="connsiteX5" fmla="*/ 1498664 w 3296088"/>
                <a:gd name="connsiteY5" fmla="*/ 3786188 h 5012722"/>
                <a:gd name="connsiteX6" fmla="*/ 1716881 w 3296088"/>
                <a:gd name="connsiteY6" fmla="*/ 3674174 h 5012722"/>
                <a:gd name="connsiteX7" fmla="*/ 1913573 w 3296088"/>
                <a:gd name="connsiteY7" fmla="*/ 3477387 h 5012722"/>
                <a:gd name="connsiteX8" fmla="*/ 2167700 w 3296088"/>
                <a:gd name="connsiteY8" fmla="*/ 3042190 h 5012722"/>
                <a:gd name="connsiteX9" fmla="*/ 2273903 w 3296088"/>
                <a:gd name="connsiteY9" fmla="*/ 2775014 h 5012722"/>
                <a:gd name="connsiteX10" fmla="*/ 2463356 w 3296088"/>
                <a:gd name="connsiteY10" fmla="*/ 2335530 h 5012722"/>
                <a:gd name="connsiteX11" fmla="*/ 2741866 w 3296088"/>
                <a:gd name="connsiteY11" fmla="*/ 1982248 h 5012722"/>
                <a:gd name="connsiteX12" fmla="*/ 2985897 w 3296088"/>
                <a:gd name="connsiteY12" fmla="*/ 1634681 h 5012722"/>
                <a:gd name="connsiteX13" fmla="*/ 3212687 w 3296088"/>
                <a:gd name="connsiteY13" fmla="*/ 1226820 h 5012722"/>
                <a:gd name="connsiteX14" fmla="*/ 3281553 w 3296088"/>
                <a:gd name="connsiteY14" fmla="*/ 959644 h 5012722"/>
                <a:gd name="connsiteX15" fmla="*/ 3295936 w 3296088"/>
                <a:gd name="connsiteY15" fmla="*/ 701135 h 5012722"/>
                <a:gd name="connsiteX16" fmla="*/ 3267266 w 3296088"/>
                <a:gd name="connsiteY16" fmla="*/ 436817 h 5012722"/>
                <a:gd name="connsiteX17" fmla="*/ 3105341 w 3296088"/>
                <a:gd name="connsiteY17" fmla="*/ 0 h 501272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Lst>
              <a:rect l="l" t="t" r="r" b="b"/>
              <a:pathLst>
                <a:path w="3296088" h="5012722">
                  <a:moveTo>
                    <a:pt x="0" y="5012722"/>
                  </a:moveTo>
                  <a:cubicBezTo>
                    <a:pt x="81820" y="4949095"/>
                    <a:pt x="163544" y="4885468"/>
                    <a:pt x="244031" y="4820222"/>
                  </a:cubicBezTo>
                  <a:cubicBezTo>
                    <a:pt x="417671" y="4679633"/>
                    <a:pt x="589883" y="4535139"/>
                    <a:pt x="729234" y="4360641"/>
                  </a:cubicBezTo>
                  <a:cubicBezTo>
                    <a:pt x="779431" y="4297776"/>
                    <a:pt x="825818" y="4231958"/>
                    <a:pt x="881444" y="4173950"/>
                  </a:cubicBezTo>
                  <a:cubicBezTo>
                    <a:pt x="959358" y="4092607"/>
                    <a:pt x="1054799" y="4031075"/>
                    <a:pt x="1151287" y="3972877"/>
                  </a:cubicBezTo>
                  <a:cubicBezTo>
                    <a:pt x="1263968" y="3904964"/>
                    <a:pt x="1379315" y="3841337"/>
                    <a:pt x="1498664" y="3786188"/>
                  </a:cubicBezTo>
                  <a:cubicBezTo>
                    <a:pt x="1573149" y="3751802"/>
                    <a:pt x="1649159" y="3720179"/>
                    <a:pt x="1716881" y="3674174"/>
                  </a:cubicBezTo>
                  <a:cubicBezTo>
                    <a:pt x="1794034" y="3621691"/>
                    <a:pt x="1856708" y="3551492"/>
                    <a:pt x="1913573" y="3477387"/>
                  </a:cubicBezTo>
                  <a:cubicBezTo>
                    <a:pt x="2016157" y="3343751"/>
                    <a:pt x="2099024" y="3196114"/>
                    <a:pt x="2167700" y="3042190"/>
                  </a:cubicBezTo>
                  <a:cubicBezTo>
                    <a:pt x="2206752" y="2954655"/>
                    <a:pt x="2241233" y="2865215"/>
                    <a:pt x="2273903" y="2775014"/>
                  </a:cubicBezTo>
                  <a:cubicBezTo>
                    <a:pt x="2328482" y="2624423"/>
                    <a:pt x="2379440" y="2471642"/>
                    <a:pt x="2463356" y="2335530"/>
                  </a:cubicBezTo>
                  <a:cubicBezTo>
                    <a:pt x="2542127" y="2207705"/>
                    <a:pt x="2647855" y="2099501"/>
                    <a:pt x="2741866" y="1982248"/>
                  </a:cubicBezTo>
                  <a:cubicBezTo>
                    <a:pt x="2830449" y="1871758"/>
                    <a:pt x="2908554" y="1753362"/>
                    <a:pt x="2985897" y="1634681"/>
                  </a:cubicBezTo>
                  <a:cubicBezTo>
                    <a:pt x="3071146" y="1503902"/>
                    <a:pt x="3156395" y="1372172"/>
                    <a:pt x="3212687" y="1226820"/>
                  </a:cubicBezTo>
                  <a:cubicBezTo>
                    <a:pt x="3246025" y="1140809"/>
                    <a:pt x="3268790" y="1051084"/>
                    <a:pt x="3281553" y="959644"/>
                  </a:cubicBezTo>
                  <a:cubicBezTo>
                    <a:pt x="3293555" y="874014"/>
                    <a:pt x="3296888" y="787527"/>
                    <a:pt x="3295936" y="701135"/>
                  </a:cubicBezTo>
                  <a:cubicBezTo>
                    <a:pt x="3294888" y="612172"/>
                    <a:pt x="3289268" y="523018"/>
                    <a:pt x="3267266" y="436817"/>
                  </a:cubicBezTo>
                  <a:cubicBezTo>
                    <a:pt x="3227832" y="282416"/>
                    <a:pt x="3105341" y="0"/>
                    <a:pt x="3105341" y="0"/>
                  </a:cubicBezTo>
                </a:path>
              </a:pathLst>
            </a:custGeom>
            <a:noFill/>
            <a:ln w="9525" cap="rnd">
              <a:solidFill>
                <a:schemeClr val="accent2">
                  <a:alpha val="50000"/>
                </a:schemeClr>
              </a:solidFill>
              <a:prstDash val="lgDash"/>
              <a:round/>
            </a:ln>
          </p:spPr>
          <p:txBody>
            <a:bodyPr rtlCol="0" anchor="ctr"/>
            <a:lstStyle/>
            <a:p>
              <a:endParaRPr lang="en-US"/>
            </a:p>
          </p:txBody>
        </p:sp>
        <p:sp>
          <p:nvSpPr>
            <p:cNvPr id="195" name="Freeform: Shape 194">
              <a:extLst>
                <a:ext uri="{FF2B5EF4-FFF2-40B4-BE49-F238E27FC236}">
                  <a16:creationId xmlns:a16="http://schemas.microsoft.com/office/drawing/2014/main" id="{A0CE73CE-4EED-4313-8396-3E701096DE79}"/>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10849" y="15178"/>
              <a:ext cx="1978674" cy="3074959"/>
            </a:xfrm>
            <a:custGeom>
              <a:avLst/>
              <a:gdLst>
                <a:gd name="connsiteX0" fmla="*/ 0 w 2977477"/>
                <a:gd name="connsiteY0" fmla="*/ 4627150 h 4627149"/>
                <a:gd name="connsiteX1" fmla="*/ 275082 w 2977477"/>
                <a:gd name="connsiteY1" fmla="*/ 4341590 h 4627149"/>
                <a:gd name="connsiteX2" fmla="*/ 502825 w 2977477"/>
                <a:gd name="connsiteY2" fmla="*/ 4054126 h 4627149"/>
                <a:gd name="connsiteX3" fmla="*/ 666179 w 2977477"/>
                <a:gd name="connsiteY3" fmla="*/ 3890677 h 4627149"/>
                <a:gd name="connsiteX4" fmla="*/ 864203 w 2977477"/>
                <a:gd name="connsiteY4" fmla="*/ 3675983 h 4627149"/>
                <a:gd name="connsiteX5" fmla="*/ 982599 w 2977477"/>
                <a:gd name="connsiteY5" fmla="*/ 3557492 h 4627149"/>
                <a:gd name="connsiteX6" fmla="*/ 1188244 w 2977477"/>
                <a:gd name="connsiteY6" fmla="*/ 3329654 h 4627149"/>
                <a:gd name="connsiteX7" fmla="*/ 1344740 w 2977477"/>
                <a:gd name="connsiteY7" fmla="*/ 3146774 h 4627149"/>
                <a:gd name="connsiteX8" fmla="*/ 1470755 w 2977477"/>
                <a:gd name="connsiteY8" fmla="*/ 2984659 h 4627149"/>
                <a:gd name="connsiteX9" fmla="*/ 1657636 w 2977477"/>
                <a:gd name="connsiteY9" fmla="*/ 2670239 h 4627149"/>
                <a:gd name="connsiteX10" fmla="*/ 1762887 w 2977477"/>
                <a:gd name="connsiteY10" fmla="*/ 2473547 h 4627149"/>
                <a:gd name="connsiteX11" fmla="*/ 1866710 w 2977477"/>
                <a:gd name="connsiteY11" fmla="*/ 2290667 h 4627149"/>
                <a:gd name="connsiteX12" fmla="*/ 2106263 w 2977477"/>
                <a:gd name="connsiteY12" fmla="*/ 2030254 h 4627149"/>
                <a:gd name="connsiteX13" fmla="*/ 2277237 w 2977477"/>
                <a:gd name="connsiteY13" fmla="*/ 1859185 h 4627149"/>
                <a:gd name="connsiteX14" fmla="*/ 2499455 w 2977477"/>
                <a:gd name="connsiteY14" fmla="*/ 1656207 h 4627149"/>
                <a:gd name="connsiteX15" fmla="*/ 2707100 w 2977477"/>
                <a:gd name="connsiteY15" fmla="*/ 1390269 h 4627149"/>
                <a:gd name="connsiteX16" fmla="*/ 2812352 w 2977477"/>
                <a:gd name="connsiteY16" fmla="*/ 1230916 h 4627149"/>
                <a:gd name="connsiteX17" fmla="*/ 2898172 w 2977477"/>
                <a:gd name="connsiteY17" fmla="*/ 1036987 h 4627149"/>
                <a:gd name="connsiteX18" fmla="*/ 2963228 w 2977477"/>
                <a:gd name="connsiteY18" fmla="*/ 850011 h 4627149"/>
                <a:gd name="connsiteX19" fmla="*/ 2977325 w 2977477"/>
                <a:gd name="connsiteY19" fmla="*/ 745427 h 4627149"/>
                <a:gd name="connsiteX20" fmla="*/ 2929509 w 2977477"/>
                <a:gd name="connsiteY20" fmla="*/ 480155 h 4627149"/>
                <a:gd name="connsiteX21" fmla="*/ 2563082 w 2977477"/>
                <a:gd name="connsiteY21" fmla="*/ 0 h 462714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Lst>
              <a:rect l="l" t="t" r="r" b="b"/>
              <a:pathLst>
                <a:path w="2977477" h="4627149">
                  <a:moveTo>
                    <a:pt x="0" y="4627150"/>
                  </a:moveTo>
                  <a:cubicBezTo>
                    <a:pt x="79820" y="4552283"/>
                    <a:pt x="203835" y="4424648"/>
                    <a:pt x="275082" y="4341590"/>
                  </a:cubicBezTo>
                  <a:cubicBezTo>
                    <a:pt x="354711" y="4248722"/>
                    <a:pt x="421005" y="4145090"/>
                    <a:pt x="502825" y="4054126"/>
                  </a:cubicBezTo>
                  <a:cubicBezTo>
                    <a:pt x="554355" y="3996881"/>
                    <a:pt x="612362" y="3945827"/>
                    <a:pt x="666179" y="3890677"/>
                  </a:cubicBezTo>
                  <a:cubicBezTo>
                    <a:pt x="734187" y="3821049"/>
                    <a:pt x="796671" y="3746183"/>
                    <a:pt x="864203" y="3675983"/>
                  </a:cubicBezTo>
                  <a:cubicBezTo>
                    <a:pt x="902875" y="3635788"/>
                    <a:pt x="943642" y="3597593"/>
                    <a:pt x="982599" y="3557492"/>
                  </a:cubicBezTo>
                  <a:cubicBezTo>
                    <a:pt x="1053941" y="3484150"/>
                    <a:pt x="1121378" y="3407093"/>
                    <a:pt x="1188244" y="3329654"/>
                  </a:cubicBezTo>
                  <a:cubicBezTo>
                    <a:pt x="1240631" y="3268885"/>
                    <a:pt x="1293495" y="3208496"/>
                    <a:pt x="1344740" y="3146774"/>
                  </a:cubicBezTo>
                  <a:cubicBezTo>
                    <a:pt x="1388459" y="3094101"/>
                    <a:pt x="1431512" y="3040761"/>
                    <a:pt x="1470755" y="2984659"/>
                  </a:cubicBezTo>
                  <a:cubicBezTo>
                    <a:pt x="1540764" y="2884646"/>
                    <a:pt x="1598771" y="2777109"/>
                    <a:pt x="1657636" y="2670239"/>
                  </a:cubicBezTo>
                  <a:cubicBezTo>
                    <a:pt x="1693545" y="2605088"/>
                    <a:pt x="1728502" y="2539460"/>
                    <a:pt x="1762887" y="2473547"/>
                  </a:cubicBezTo>
                  <a:cubicBezTo>
                    <a:pt x="1795367" y="2411349"/>
                    <a:pt x="1826419" y="2348103"/>
                    <a:pt x="1866710" y="2290667"/>
                  </a:cubicBezTo>
                  <a:cubicBezTo>
                    <a:pt x="1934623" y="2193893"/>
                    <a:pt x="2022729" y="2114169"/>
                    <a:pt x="2106263" y="2030254"/>
                  </a:cubicBezTo>
                  <a:cubicBezTo>
                    <a:pt x="2163128" y="1973104"/>
                    <a:pt x="2218182" y="1914049"/>
                    <a:pt x="2277237" y="1859185"/>
                  </a:cubicBezTo>
                  <a:cubicBezTo>
                    <a:pt x="2350770" y="1790891"/>
                    <a:pt x="2430304" y="1728978"/>
                    <a:pt x="2499455" y="1656207"/>
                  </a:cubicBezTo>
                  <a:cubicBezTo>
                    <a:pt x="2576989" y="1574578"/>
                    <a:pt x="2641568" y="1481900"/>
                    <a:pt x="2707100" y="1390269"/>
                  </a:cubicBezTo>
                  <a:cubicBezTo>
                    <a:pt x="2744153" y="1338453"/>
                    <a:pt x="2781586" y="1286732"/>
                    <a:pt x="2812352" y="1230916"/>
                  </a:cubicBezTo>
                  <a:cubicBezTo>
                    <a:pt x="2846546" y="1168908"/>
                    <a:pt x="2872550" y="1102900"/>
                    <a:pt x="2898172" y="1036987"/>
                  </a:cubicBezTo>
                  <a:cubicBezTo>
                    <a:pt x="2922175" y="975455"/>
                    <a:pt x="2948273" y="914305"/>
                    <a:pt x="2963228" y="850011"/>
                  </a:cubicBezTo>
                  <a:cubicBezTo>
                    <a:pt x="2971229" y="815626"/>
                    <a:pt x="2976563" y="780764"/>
                    <a:pt x="2977325" y="745427"/>
                  </a:cubicBezTo>
                  <a:cubicBezTo>
                    <a:pt x="2979230" y="654844"/>
                    <a:pt x="2963323" y="564261"/>
                    <a:pt x="2929509" y="480155"/>
                  </a:cubicBezTo>
                  <a:cubicBezTo>
                    <a:pt x="2851309" y="285655"/>
                    <a:pt x="2563082" y="0"/>
                    <a:pt x="2563082" y="0"/>
                  </a:cubicBezTo>
                </a:path>
              </a:pathLst>
            </a:custGeom>
            <a:noFill/>
            <a:ln w="9525" cap="rnd">
              <a:solidFill>
                <a:schemeClr val="accent2">
                  <a:alpha val="50000"/>
                </a:schemeClr>
              </a:solidFill>
              <a:prstDash val="lgDash"/>
              <a:round/>
            </a:ln>
          </p:spPr>
          <p:txBody>
            <a:bodyPr rtlCol="0" anchor="ctr"/>
            <a:lstStyle/>
            <a:p>
              <a:endParaRPr lang="en-US"/>
            </a:p>
          </p:txBody>
        </p:sp>
        <p:sp>
          <p:nvSpPr>
            <p:cNvPr id="196" name="Freeform: Shape 195">
              <a:extLst>
                <a:ext uri="{FF2B5EF4-FFF2-40B4-BE49-F238E27FC236}">
                  <a16:creationId xmlns:a16="http://schemas.microsoft.com/office/drawing/2014/main" id="{680AC3D6-983B-4840-BB53-F3C27CBCB20A}"/>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25092" y="15178"/>
              <a:ext cx="1566146" cy="2737264"/>
            </a:xfrm>
            <a:custGeom>
              <a:avLst/>
              <a:gdLst>
                <a:gd name="connsiteX0" fmla="*/ 1707071 w 2356712"/>
                <a:gd name="connsiteY0" fmla="*/ 0 h 4118991"/>
                <a:gd name="connsiteX1" fmla="*/ 1824514 w 2356712"/>
                <a:gd name="connsiteY1" fmla="*/ 244697 h 4118991"/>
                <a:gd name="connsiteX2" fmla="*/ 1908715 w 2356712"/>
                <a:gd name="connsiteY2" fmla="*/ 328994 h 4118991"/>
                <a:gd name="connsiteX3" fmla="*/ 2226469 w 2356712"/>
                <a:gd name="connsiteY3" fmla="*/ 603695 h 4118991"/>
                <a:gd name="connsiteX4" fmla="*/ 2355628 w 2356712"/>
                <a:gd name="connsiteY4" fmla="*/ 900494 h 4118991"/>
                <a:gd name="connsiteX5" fmla="*/ 2281428 w 2356712"/>
                <a:gd name="connsiteY5" fmla="*/ 1206913 h 4118991"/>
                <a:gd name="connsiteX6" fmla="*/ 2092452 w 2356712"/>
                <a:gd name="connsiteY6" fmla="*/ 1460659 h 4118991"/>
                <a:gd name="connsiteX7" fmla="*/ 1834039 w 2356712"/>
                <a:gd name="connsiteY7" fmla="*/ 1625822 h 4118991"/>
                <a:gd name="connsiteX8" fmla="*/ 1558862 w 2356712"/>
                <a:gd name="connsiteY8" fmla="*/ 1743075 h 4118991"/>
                <a:gd name="connsiteX9" fmla="*/ 1386554 w 2356712"/>
                <a:gd name="connsiteY9" fmla="*/ 1869948 h 4118991"/>
                <a:gd name="connsiteX10" fmla="*/ 1271683 w 2356712"/>
                <a:gd name="connsiteY10" fmla="*/ 2073402 h 4118991"/>
                <a:gd name="connsiteX11" fmla="*/ 1178338 w 2356712"/>
                <a:gd name="connsiteY11" fmla="*/ 2355914 h 4118991"/>
                <a:gd name="connsiteX12" fmla="*/ 1113758 w 2356712"/>
                <a:gd name="connsiteY12" fmla="*/ 2578513 h 4118991"/>
                <a:gd name="connsiteX13" fmla="*/ 1034796 w 2356712"/>
                <a:gd name="connsiteY13" fmla="*/ 2834640 h 4118991"/>
                <a:gd name="connsiteX14" fmla="*/ 905637 w 2356712"/>
                <a:gd name="connsiteY14" fmla="*/ 3081242 h 4118991"/>
                <a:gd name="connsiteX15" fmla="*/ 793147 w 2356712"/>
                <a:gd name="connsiteY15" fmla="*/ 3258407 h 4118991"/>
                <a:gd name="connsiteX16" fmla="*/ 546735 w 2356712"/>
                <a:gd name="connsiteY16" fmla="*/ 3571970 h 4118991"/>
                <a:gd name="connsiteX17" fmla="*/ 346996 w 2356712"/>
                <a:gd name="connsiteY17" fmla="*/ 3771900 h 4118991"/>
                <a:gd name="connsiteX18" fmla="*/ 174689 w 2356712"/>
                <a:gd name="connsiteY18" fmla="*/ 3944207 h 4118991"/>
                <a:gd name="connsiteX19" fmla="*/ 0 w 2356712"/>
                <a:gd name="connsiteY19" fmla="*/ 4118991 h 411899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Lst>
              <a:rect l="l" t="t" r="r" b="b"/>
              <a:pathLst>
                <a:path w="2356712" h="4118991">
                  <a:moveTo>
                    <a:pt x="1707071" y="0"/>
                  </a:moveTo>
                  <a:cubicBezTo>
                    <a:pt x="1715357" y="22098"/>
                    <a:pt x="1812608" y="224409"/>
                    <a:pt x="1824514" y="244697"/>
                  </a:cubicBezTo>
                  <a:cubicBezTo>
                    <a:pt x="1844802" y="279273"/>
                    <a:pt x="1876996" y="304324"/>
                    <a:pt x="1908715" y="328994"/>
                  </a:cubicBezTo>
                  <a:cubicBezTo>
                    <a:pt x="2019967" y="415195"/>
                    <a:pt x="2137886" y="494633"/>
                    <a:pt x="2226469" y="603695"/>
                  </a:cubicBezTo>
                  <a:cubicBezTo>
                    <a:pt x="2296287" y="689610"/>
                    <a:pt x="2347817" y="790480"/>
                    <a:pt x="2355628" y="900494"/>
                  </a:cubicBezTo>
                  <a:cubicBezTo>
                    <a:pt x="2363248" y="1007078"/>
                    <a:pt x="2329910" y="1111187"/>
                    <a:pt x="2281428" y="1206913"/>
                  </a:cubicBezTo>
                  <a:cubicBezTo>
                    <a:pt x="2233422" y="1301877"/>
                    <a:pt x="2170938" y="1388936"/>
                    <a:pt x="2092452" y="1460659"/>
                  </a:cubicBezTo>
                  <a:cubicBezTo>
                    <a:pt x="2016538" y="1530001"/>
                    <a:pt x="1927765" y="1583436"/>
                    <a:pt x="1834039" y="1625822"/>
                  </a:cubicBezTo>
                  <a:cubicBezTo>
                    <a:pt x="1743075" y="1666970"/>
                    <a:pt x="1647730" y="1697736"/>
                    <a:pt x="1558862" y="1743075"/>
                  </a:cubicBezTo>
                  <a:cubicBezTo>
                    <a:pt x="1494758" y="1775841"/>
                    <a:pt x="1434275" y="1816132"/>
                    <a:pt x="1386554" y="1869948"/>
                  </a:cubicBezTo>
                  <a:cubicBezTo>
                    <a:pt x="1334548" y="1928622"/>
                    <a:pt x="1300544" y="2000345"/>
                    <a:pt x="1271683" y="2073402"/>
                  </a:cubicBezTo>
                  <a:cubicBezTo>
                    <a:pt x="1235202" y="2165699"/>
                    <a:pt x="1206722" y="2260759"/>
                    <a:pt x="1178338" y="2355914"/>
                  </a:cubicBezTo>
                  <a:cubicBezTo>
                    <a:pt x="1156240" y="2429923"/>
                    <a:pt x="1134237" y="2504028"/>
                    <a:pt x="1113758" y="2578513"/>
                  </a:cubicBezTo>
                  <a:cubicBezTo>
                    <a:pt x="1090041" y="2664714"/>
                    <a:pt x="1068134" y="2751678"/>
                    <a:pt x="1034796" y="2834640"/>
                  </a:cubicBezTo>
                  <a:cubicBezTo>
                    <a:pt x="1000125" y="2920841"/>
                    <a:pt x="953643" y="3001613"/>
                    <a:pt x="905637" y="3081242"/>
                  </a:cubicBezTo>
                  <a:cubicBezTo>
                    <a:pt x="869442" y="3141155"/>
                    <a:pt x="832295" y="3200400"/>
                    <a:pt x="793147" y="3258407"/>
                  </a:cubicBezTo>
                  <a:cubicBezTo>
                    <a:pt x="718661" y="3368802"/>
                    <a:pt x="637223" y="3474434"/>
                    <a:pt x="546735" y="3571970"/>
                  </a:cubicBezTo>
                  <a:cubicBezTo>
                    <a:pt x="482632" y="3641027"/>
                    <a:pt x="414147" y="3705797"/>
                    <a:pt x="346996" y="3771900"/>
                  </a:cubicBezTo>
                  <a:cubicBezTo>
                    <a:pt x="288989" y="3828764"/>
                    <a:pt x="232029" y="3886676"/>
                    <a:pt x="174689" y="3944207"/>
                  </a:cubicBezTo>
                  <a:cubicBezTo>
                    <a:pt x="116586" y="4002596"/>
                    <a:pt x="58293" y="4060698"/>
                    <a:pt x="0" y="4118991"/>
                  </a:cubicBezTo>
                </a:path>
              </a:pathLst>
            </a:custGeom>
            <a:noFill/>
            <a:ln w="9525" cap="rnd">
              <a:solidFill>
                <a:schemeClr val="accent2">
                  <a:alpha val="50000"/>
                </a:schemeClr>
              </a:solidFill>
              <a:prstDash val="lgDash"/>
              <a:round/>
            </a:ln>
          </p:spPr>
          <p:txBody>
            <a:bodyPr rtlCol="0" anchor="ctr"/>
            <a:lstStyle/>
            <a:p>
              <a:endParaRPr lang="en-US"/>
            </a:p>
          </p:txBody>
        </p:sp>
        <p:sp>
          <p:nvSpPr>
            <p:cNvPr id="197" name="Freeform: Shape 196">
              <a:extLst>
                <a:ext uri="{FF2B5EF4-FFF2-40B4-BE49-F238E27FC236}">
                  <a16:creationId xmlns:a16="http://schemas.microsoft.com/office/drawing/2014/main" id="{F45DFDBC-0EF7-4972-A2FD-5589DCF4D351}"/>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10849" y="15178"/>
              <a:ext cx="1368431" cy="2644975"/>
            </a:xfrm>
            <a:custGeom>
              <a:avLst/>
              <a:gdLst>
                <a:gd name="connsiteX0" fmla="*/ 0 w 2059193"/>
                <a:gd name="connsiteY0" fmla="*/ 3980116 h 3980116"/>
                <a:gd name="connsiteX1" fmla="*/ 471583 w 2059193"/>
                <a:gd name="connsiteY1" fmla="*/ 3515678 h 3980116"/>
                <a:gd name="connsiteX2" fmla="*/ 758666 w 2059193"/>
                <a:gd name="connsiteY2" fmla="*/ 3163824 h 3980116"/>
                <a:gd name="connsiteX3" fmla="*/ 940499 w 2059193"/>
                <a:gd name="connsiteY3" fmla="*/ 2780824 h 3980116"/>
                <a:gd name="connsiteX4" fmla="*/ 1055370 w 2059193"/>
                <a:gd name="connsiteY4" fmla="*/ 2242185 h 3980116"/>
                <a:gd name="connsiteX5" fmla="*/ 1136714 w 2059193"/>
                <a:gd name="connsiteY5" fmla="*/ 1878330 h 3980116"/>
                <a:gd name="connsiteX6" fmla="*/ 1246727 w 2059193"/>
                <a:gd name="connsiteY6" fmla="*/ 1562386 h 3980116"/>
                <a:gd name="connsiteX7" fmla="*/ 1378363 w 2059193"/>
                <a:gd name="connsiteY7" fmla="*/ 1430750 h 3980116"/>
                <a:gd name="connsiteX8" fmla="*/ 1691831 w 2059193"/>
                <a:gd name="connsiteY8" fmla="*/ 1394841 h 3980116"/>
                <a:gd name="connsiteX9" fmla="*/ 1914335 w 2059193"/>
                <a:gd name="connsiteY9" fmla="*/ 1323023 h 3980116"/>
                <a:gd name="connsiteX10" fmla="*/ 2055495 w 2059193"/>
                <a:gd name="connsiteY10" fmla="*/ 1098042 h 3980116"/>
                <a:gd name="connsiteX11" fmla="*/ 2033969 w 2059193"/>
                <a:gd name="connsiteY11" fmla="*/ 930497 h 3980116"/>
                <a:gd name="connsiteX12" fmla="*/ 1885664 w 2059193"/>
                <a:gd name="connsiteY12" fmla="*/ 760571 h 3980116"/>
                <a:gd name="connsiteX13" fmla="*/ 1636871 w 2059193"/>
                <a:gd name="connsiteY13" fmla="*/ 612172 h 3980116"/>
                <a:gd name="connsiteX14" fmla="*/ 1335405 w 2059193"/>
                <a:gd name="connsiteY14" fmla="*/ 459010 h 3980116"/>
                <a:gd name="connsiteX15" fmla="*/ 1234916 w 2059193"/>
                <a:gd name="connsiteY15" fmla="*/ 269939 h 3980116"/>
                <a:gd name="connsiteX16" fmla="*/ 1386935 w 2059193"/>
                <a:gd name="connsiteY16" fmla="*/ 0 h 398011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Lst>
              <a:rect l="l" t="t" r="r" b="b"/>
              <a:pathLst>
                <a:path w="2059193" h="3980116">
                  <a:moveTo>
                    <a:pt x="0" y="3980116"/>
                  </a:moveTo>
                  <a:cubicBezTo>
                    <a:pt x="91345" y="3889534"/>
                    <a:pt x="382715" y="3608737"/>
                    <a:pt x="471583" y="3515678"/>
                  </a:cubicBezTo>
                  <a:cubicBezTo>
                    <a:pt x="576358" y="3405949"/>
                    <a:pt x="675989" y="3290983"/>
                    <a:pt x="758666" y="3163824"/>
                  </a:cubicBezTo>
                  <a:cubicBezTo>
                    <a:pt x="836105" y="3044857"/>
                    <a:pt x="897445" y="2916079"/>
                    <a:pt x="940499" y="2780824"/>
                  </a:cubicBezTo>
                  <a:cubicBezTo>
                    <a:pt x="996315" y="2605754"/>
                    <a:pt x="1020985" y="2422874"/>
                    <a:pt x="1055370" y="2242185"/>
                  </a:cubicBezTo>
                  <a:cubicBezTo>
                    <a:pt x="1078611" y="2120075"/>
                    <a:pt x="1107472" y="1999107"/>
                    <a:pt x="1136714" y="1878330"/>
                  </a:cubicBezTo>
                  <a:cubicBezTo>
                    <a:pt x="1163098" y="1769174"/>
                    <a:pt x="1189482" y="1658588"/>
                    <a:pt x="1246727" y="1562386"/>
                  </a:cubicBezTo>
                  <a:cubicBezTo>
                    <a:pt x="1279208" y="1507808"/>
                    <a:pt x="1321689" y="1459039"/>
                    <a:pt x="1378363" y="1430750"/>
                  </a:cubicBezTo>
                  <a:cubicBezTo>
                    <a:pt x="1473327" y="1383221"/>
                    <a:pt x="1584865" y="1402652"/>
                    <a:pt x="1691831" y="1394841"/>
                  </a:cubicBezTo>
                  <a:cubicBezTo>
                    <a:pt x="1771079" y="1389031"/>
                    <a:pt x="1849279" y="1368266"/>
                    <a:pt x="1914335" y="1323023"/>
                  </a:cubicBezTo>
                  <a:cubicBezTo>
                    <a:pt x="1989963" y="1270445"/>
                    <a:pt x="2041493" y="1189101"/>
                    <a:pt x="2055495" y="1098042"/>
                  </a:cubicBezTo>
                  <a:cubicBezTo>
                    <a:pt x="2064258" y="1041178"/>
                    <a:pt x="2057591" y="982980"/>
                    <a:pt x="2033969" y="930497"/>
                  </a:cubicBezTo>
                  <a:cubicBezTo>
                    <a:pt x="2002727" y="861060"/>
                    <a:pt x="1945958" y="807625"/>
                    <a:pt x="1885664" y="760571"/>
                  </a:cubicBezTo>
                  <a:cubicBezTo>
                    <a:pt x="1809179" y="700945"/>
                    <a:pt x="1725549" y="651415"/>
                    <a:pt x="1636871" y="612172"/>
                  </a:cubicBezTo>
                  <a:cubicBezTo>
                    <a:pt x="1532763" y="566071"/>
                    <a:pt x="1421606" y="532543"/>
                    <a:pt x="1335405" y="459010"/>
                  </a:cubicBezTo>
                  <a:cubicBezTo>
                    <a:pt x="1277969" y="409956"/>
                    <a:pt x="1232059" y="344615"/>
                    <a:pt x="1234916" y="269939"/>
                  </a:cubicBezTo>
                  <a:cubicBezTo>
                    <a:pt x="1237012" y="211741"/>
                    <a:pt x="1386935" y="0"/>
                    <a:pt x="1386935" y="0"/>
                  </a:cubicBezTo>
                </a:path>
              </a:pathLst>
            </a:custGeom>
            <a:noFill/>
            <a:ln w="9525" cap="rnd">
              <a:solidFill>
                <a:schemeClr val="accent2">
                  <a:alpha val="50000"/>
                </a:schemeClr>
              </a:solidFill>
              <a:prstDash val="lgDash"/>
              <a:round/>
            </a:ln>
          </p:spPr>
          <p:txBody>
            <a:bodyPr rtlCol="0" anchor="ctr"/>
            <a:lstStyle/>
            <a:p>
              <a:endParaRPr lang="en-US"/>
            </a:p>
          </p:txBody>
        </p:sp>
        <p:sp>
          <p:nvSpPr>
            <p:cNvPr id="198" name="Freeform: Shape 197">
              <a:extLst>
                <a:ext uri="{FF2B5EF4-FFF2-40B4-BE49-F238E27FC236}">
                  <a16:creationId xmlns:a16="http://schemas.microsoft.com/office/drawing/2014/main" id="{35F3B204-B3FF-4D3D-A08D-2848E22B0257}"/>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18825" y="543780"/>
              <a:ext cx="494287" cy="1905590"/>
            </a:xfrm>
            <a:custGeom>
              <a:avLst/>
              <a:gdLst>
                <a:gd name="connsiteX0" fmla="*/ 11144 w 743796"/>
                <a:gd name="connsiteY0" fmla="*/ 0 h 2867501"/>
                <a:gd name="connsiteX1" fmla="*/ 353663 w 743796"/>
                <a:gd name="connsiteY1" fmla="*/ 55245 h 2867501"/>
                <a:gd name="connsiteX2" fmla="*/ 571405 w 743796"/>
                <a:gd name="connsiteY2" fmla="*/ 179737 h 2867501"/>
                <a:gd name="connsiteX3" fmla="*/ 688658 w 743796"/>
                <a:gd name="connsiteY3" fmla="*/ 368808 h 2867501"/>
                <a:gd name="connsiteX4" fmla="*/ 731711 w 743796"/>
                <a:gd name="connsiteY4" fmla="*/ 612934 h 2867501"/>
                <a:gd name="connsiteX5" fmla="*/ 725233 w 743796"/>
                <a:gd name="connsiteY5" fmla="*/ 995648 h 2867501"/>
                <a:gd name="connsiteX6" fmla="*/ 742855 w 743796"/>
                <a:gd name="connsiteY6" fmla="*/ 1499330 h 2867501"/>
                <a:gd name="connsiteX7" fmla="*/ 707898 w 743796"/>
                <a:gd name="connsiteY7" fmla="*/ 1793081 h 2867501"/>
                <a:gd name="connsiteX8" fmla="*/ 633222 w 743796"/>
                <a:gd name="connsiteY8" fmla="*/ 2073592 h 2867501"/>
                <a:gd name="connsiteX9" fmla="*/ 404527 w 743796"/>
                <a:gd name="connsiteY9" fmla="*/ 2472404 h 2867501"/>
                <a:gd name="connsiteX10" fmla="*/ 0 w 743796"/>
                <a:gd name="connsiteY10" fmla="*/ 2867501 h 286750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743796" h="2867501">
                  <a:moveTo>
                    <a:pt x="11144" y="0"/>
                  </a:moveTo>
                  <a:cubicBezTo>
                    <a:pt x="101060" y="2953"/>
                    <a:pt x="268796" y="25146"/>
                    <a:pt x="353663" y="55245"/>
                  </a:cubicBezTo>
                  <a:cubicBezTo>
                    <a:pt x="433483" y="83534"/>
                    <a:pt x="510635" y="120967"/>
                    <a:pt x="571405" y="179737"/>
                  </a:cubicBezTo>
                  <a:cubicBezTo>
                    <a:pt x="625412" y="231934"/>
                    <a:pt x="663607" y="297942"/>
                    <a:pt x="688658" y="368808"/>
                  </a:cubicBezTo>
                  <a:cubicBezTo>
                    <a:pt x="716375" y="447103"/>
                    <a:pt x="727996" y="529876"/>
                    <a:pt x="731711" y="612934"/>
                  </a:cubicBezTo>
                  <a:cubicBezTo>
                    <a:pt x="737426" y="740474"/>
                    <a:pt x="724948" y="867918"/>
                    <a:pt x="725233" y="995648"/>
                  </a:cubicBezTo>
                  <a:cubicBezTo>
                    <a:pt x="725710" y="1163765"/>
                    <a:pt x="748665" y="1331309"/>
                    <a:pt x="742855" y="1499330"/>
                  </a:cubicBezTo>
                  <a:cubicBezTo>
                    <a:pt x="739426" y="1598009"/>
                    <a:pt x="725996" y="1696022"/>
                    <a:pt x="707898" y="1793081"/>
                  </a:cubicBezTo>
                  <a:cubicBezTo>
                    <a:pt x="690086" y="1888426"/>
                    <a:pt x="666845" y="1982724"/>
                    <a:pt x="633222" y="2073592"/>
                  </a:cubicBezTo>
                  <a:cubicBezTo>
                    <a:pt x="579692" y="2218182"/>
                    <a:pt x="499682" y="2351056"/>
                    <a:pt x="404527" y="2472404"/>
                  </a:cubicBezTo>
                  <a:cubicBezTo>
                    <a:pt x="266033" y="2648902"/>
                    <a:pt x="179642" y="2732818"/>
                    <a:pt x="0" y="2867501"/>
                  </a:cubicBezTo>
                </a:path>
              </a:pathLst>
            </a:custGeom>
            <a:noFill/>
            <a:ln w="9525" cap="rnd">
              <a:solidFill>
                <a:schemeClr val="accent2">
                  <a:alpha val="50000"/>
                </a:schemeClr>
              </a:solidFill>
              <a:prstDash val="lgDash"/>
              <a:round/>
            </a:ln>
          </p:spPr>
          <p:txBody>
            <a:bodyPr rtlCol="0" anchor="ctr"/>
            <a:lstStyle/>
            <a:p>
              <a:endParaRPr lang="en-US"/>
            </a:p>
          </p:txBody>
        </p:sp>
        <p:sp>
          <p:nvSpPr>
            <p:cNvPr id="199" name="Freeform: Shape 198">
              <a:extLst>
                <a:ext uri="{FF2B5EF4-FFF2-40B4-BE49-F238E27FC236}">
                  <a16:creationId xmlns:a16="http://schemas.microsoft.com/office/drawing/2014/main" id="{C5F2879E-E3AA-4758-A22D-0DD2AF77183D}"/>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10849" y="672286"/>
              <a:ext cx="396930" cy="1690303"/>
            </a:xfrm>
            <a:custGeom>
              <a:avLst/>
              <a:gdLst>
                <a:gd name="connsiteX0" fmla="*/ 16478 w 597294"/>
                <a:gd name="connsiteY0" fmla="*/ 2079 h 2543540"/>
                <a:gd name="connsiteX1" fmla="*/ 299847 w 597294"/>
                <a:gd name="connsiteY1" fmla="*/ 53991 h 2543540"/>
                <a:gd name="connsiteX2" fmla="*/ 503206 w 597294"/>
                <a:gd name="connsiteY2" fmla="*/ 291354 h 2543540"/>
                <a:gd name="connsiteX3" fmla="*/ 525113 w 597294"/>
                <a:gd name="connsiteY3" fmla="*/ 724265 h 2543540"/>
                <a:gd name="connsiteX4" fmla="*/ 578930 w 597294"/>
                <a:gd name="connsiteY4" fmla="*/ 1117267 h 2543540"/>
                <a:gd name="connsiteX5" fmla="*/ 592931 w 597294"/>
                <a:gd name="connsiteY5" fmla="*/ 1476359 h 2543540"/>
                <a:gd name="connsiteX6" fmla="*/ 503206 w 597294"/>
                <a:gd name="connsiteY6" fmla="*/ 1859359 h 2543540"/>
                <a:gd name="connsiteX7" fmla="*/ 291846 w 597294"/>
                <a:gd name="connsiteY7" fmla="*/ 2250361 h 2543540"/>
                <a:gd name="connsiteX8" fmla="*/ 0 w 597294"/>
                <a:gd name="connsiteY8" fmla="*/ 2543540 h 254354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597294" h="2543540">
                  <a:moveTo>
                    <a:pt x="16478" y="2079"/>
                  </a:moveTo>
                  <a:cubicBezTo>
                    <a:pt x="101441" y="-6684"/>
                    <a:pt x="224885" y="12557"/>
                    <a:pt x="299847" y="53991"/>
                  </a:cubicBezTo>
                  <a:cubicBezTo>
                    <a:pt x="394240" y="106092"/>
                    <a:pt x="468440" y="189341"/>
                    <a:pt x="503206" y="291354"/>
                  </a:cubicBezTo>
                  <a:cubicBezTo>
                    <a:pt x="550069" y="429085"/>
                    <a:pt x="520827" y="577770"/>
                    <a:pt x="525113" y="724265"/>
                  </a:cubicBezTo>
                  <a:cubicBezTo>
                    <a:pt x="529019" y="856472"/>
                    <a:pt x="561118" y="986012"/>
                    <a:pt x="578930" y="1117267"/>
                  </a:cubicBezTo>
                  <a:cubicBezTo>
                    <a:pt x="595122" y="1236234"/>
                    <a:pt x="602742" y="1356630"/>
                    <a:pt x="592931" y="1476359"/>
                  </a:cubicBezTo>
                  <a:cubicBezTo>
                    <a:pt x="582073" y="1607709"/>
                    <a:pt x="549783" y="1736011"/>
                    <a:pt x="503206" y="1859359"/>
                  </a:cubicBezTo>
                  <a:cubicBezTo>
                    <a:pt x="450628" y="1998710"/>
                    <a:pt x="383857" y="2133298"/>
                    <a:pt x="291846" y="2250361"/>
                  </a:cubicBezTo>
                  <a:cubicBezTo>
                    <a:pt x="231553" y="2327132"/>
                    <a:pt x="73819" y="2479532"/>
                    <a:pt x="0" y="2543540"/>
                  </a:cubicBezTo>
                </a:path>
              </a:pathLst>
            </a:custGeom>
            <a:noFill/>
            <a:ln w="9525" cap="rnd">
              <a:solidFill>
                <a:schemeClr val="accent2">
                  <a:alpha val="50000"/>
                </a:schemeClr>
              </a:solidFill>
              <a:prstDash val="lgDash"/>
              <a:round/>
            </a:ln>
          </p:spPr>
          <p:txBody>
            <a:bodyPr rtlCol="0" anchor="ctr"/>
            <a:lstStyle/>
            <a:p>
              <a:endParaRPr lang="en-US"/>
            </a:p>
          </p:txBody>
        </p:sp>
        <p:sp>
          <p:nvSpPr>
            <p:cNvPr id="200" name="Freeform: Shape 199">
              <a:extLst>
                <a:ext uri="{FF2B5EF4-FFF2-40B4-BE49-F238E27FC236}">
                  <a16:creationId xmlns:a16="http://schemas.microsoft.com/office/drawing/2014/main" id="{B110AA5C-CE6D-4F70-9F34-C4E0875F7E63}"/>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23002" y="881264"/>
              <a:ext cx="258791" cy="1336561"/>
            </a:xfrm>
            <a:custGeom>
              <a:avLst/>
              <a:gdLst>
                <a:gd name="connsiteX0" fmla="*/ 0 w 389425"/>
                <a:gd name="connsiteY0" fmla="*/ 33 h 2011236"/>
                <a:gd name="connsiteX1" fmla="*/ 171260 w 389425"/>
                <a:gd name="connsiteY1" fmla="*/ 60326 h 2011236"/>
                <a:gd name="connsiteX2" fmla="*/ 211455 w 389425"/>
                <a:gd name="connsiteY2" fmla="*/ 221204 h 2011236"/>
                <a:gd name="connsiteX3" fmla="*/ 243078 w 389425"/>
                <a:gd name="connsiteY3" fmla="*/ 448089 h 2011236"/>
                <a:gd name="connsiteX4" fmla="*/ 346424 w 389425"/>
                <a:gd name="connsiteY4" fmla="*/ 789941 h 2011236"/>
                <a:gd name="connsiteX5" fmla="*/ 372237 w 389425"/>
                <a:gd name="connsiteY5" fmla="*/ 942151 h 2011236"/>
                <a:gd name="connsiteX6" fmla="*/ 386620 w 389425"/>
                <a:gd name="connsiteY6" fmla="*/ 1272478 h 2011236"/>
                <a:gd name="connsiteX7" fmla="*/ 280416 w 389425"/>
                <a:gd name="connsiteY7" fmla="*/ 1660241 h 2011236"/>
                <a:gd name="connsiteX8" fmla="*/ 151257 w 389425"/>
                <a:gd name="connsiteY8" fmla="*/ 1844073 h 2011236"/>
                <a:gd name="connsiteX9" fmla="*/ 1905 w 389425"/>
                <a:gd name="connsiteY9" fmla="*/ 2011237 h 201123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389425" h="2011236">
                  <a:moveTo>
                    <a:pt x="0" y="33"/>
                  </a:moveTo>
                  <a:cubicBezTo>
                    <a:pt x="57912" y="-824"/>
                    <a:pt x="136112" y="14892"/>
                    <a:pt x="171260" y="60326"/>
                  </a:cubicBezTo>
                  <a:cubicBezTo>
                    <a:pt x="205645" y="104903"/>
                    <a:pt x="207740" y="164244"/>
                    <a:pt x="211455" y="221204"/>
                  </a:cubicBezTo>
                  <a:cubicBezTo>
                    <a:pt x="216408" y="297594"/>
                    <a:pt x="225838" y="373604"/>
                    <a:pt x="243078" y="448089"/>
                  </a:cubicBezTo>
                  <a:cubicBezTo>
                    <a:pt x="269939" y="564199"/>
                    <a:pt x="319183" y="673927"/>
                    <a:pt x="346424" y="789941"/>
                  </a:cubicBezTo>
                  <a:cubicBezTo>
                    <a:pt x="358235" y="840043"/>
                    <a:pt x="365951" y="891097"/>
                    <a:pt x="372237" y="942151"/>
                  </a:cubicBezTo>
                  <a:cubicBezTo>
                    <a:pt x="385858" y="1051784"/>
                    <a:pt x="394049" y="1162274"/>
                    <a:pt x="386620" y="1272478"/>
                  </a:cubicBezTo>
                  <a:cubicBezTo>
                    <a:pt x="377476" y="1407828"/>
                    <a:pt x="344996" y="1541178"/>
                    <a:pt x="280416" y="1660241"/>
                  </a:cubicBezTo>
                  <a:cubicBezTo>
                    <a:pt x="244602" y="1726249"/>
                    <a:pt x="199358" y="1786352"/>
                    <a:pt x="151257" y="1844073"/>
                  </a:cubicBezTo>
                  <a:cubicBezTo>
                    <a:pt x="79534" y="1930084"/>
                    <a:pt x="89345" y="1941419"/>
                    <a:pt x="1905" y="2011237"/>
                  </a:cubicBezTo>
                </a:path>
              </a:pathLst>
            </a:custGeom>
            <a:noFill/>
            <a:ln w="9525" cap="rnd">
              <a:solidFill>
                <a:schemeClr val="accent2">
                  <a:alpha val="50000"/>
                </a:schemeClr>
              </a:solidFill>
              <a:prstDash val="lgDash"/>
              <a:round/>
            </a:ln>
          </p:spPr>
          <p:txBody>
            <a:bodyPr rtlCol="0" anchor="ctr"/>
            <a:lstStyle/>
            <a:p>
              <a:endParaRPr lang="en-US" dirty="0"/>
            </a:p>
          </p:txBody>
        </p:sp>
      </p:grpSp>
      <p:sp>
        <p:nvSpPr>
          <p:cNvPr id="3" name="Content Placeholder 2">
            <a:extLst>
              <a:ext uri="{FF2B5EF4-FFF2-40B4-BE49-F238E27FC236}">
                <a16:creationId xmlns:a16="http://schemas.microsoft.com/office/drawing/2014/main" id="{9AF5DDCB-908B-CB30-B8F9-E0E98DB5381B}"/>
              </a:ext>
            </a:extLst>
          </p:cNvPr>
          <p:cNvSpPr>
            <a:spLocks noGrp="1"/>
          </p:cNvSpPr>
          <p:nvPr>
            <p:ph idx="1"/>
          </p:nvPr>
        </p:nvSpPr>
        <p:spPr>
          <a:xfrm>
            <a:off x="6195372" y="4084395"/>
            <a:ext cx="4977905" cy="2035130"/>
          </a:xfrm>
        </p:spPr>
        <p:txBody>
          <a:bodyPr anchor="ctr">
            <a:normAutofit/>
          </a:bodyPr>
          <a:lstStyle/>
          <a:p>
            <a:pPr>
              <a:lnSpc>
                <a:spcPct val="100000"/>
              </a:lnSpc>
            </a:pPr>
            <a:r>
              <a:rPr lang="en-US" sz="1700"/>
              <a:t>Sweet Spot</a:t>
            </a:r>
          </a:p>
          <a:p>
            <a:pPr lvl="1">
              <a:lnSpc>
                <a:spcPct val="100000"/>
              </a:lnSpc>
            </a:pPr>
            <a:r>
              <a:rPr lang="en-US" sz="1700"/>
              <a:t>This middle configuration hits a practical sweet spot: we get multi-thousand TPS with just a few-second finality and reasonable message overhead, which is a realistic operating point for a production system.</a:t>
            </a:r>
          </a:p>
        </p:txBody>
      </p:sp>
    </p:spTree>
    <p:extLst>
      <p:ext uri="{BB962C8B-B14F-4D97-AF65-F5344CB8AC3E}">
        <p14:creationId xmlns:p14="http://schemas.microsoft.com/office/powerpoint/2010/main" val="1243173390"/>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6E8449D-7857-FADD-BEA9-ADD2A952CC4D}"/>
              </a:ext>
            </a:extLst>
          </p:cNvPr>
          <p:cNvSpPr>
            <a:spLocks noGrp="1"/>
          </p:cNvSpPr>
          <p:nvPr>
            <p:ph type="title"/>
          </p:nvPr>
        </p:nvSpPr>
        <p:spPr/>
        <p:txBody>
          <a:bodyPr/>
          <a:lstStyle/>
          <a:p>
            <a:r>
              <a:rPr lang="en-US" dirty="0"/>
              <a:t>Future</a:t>
            </a:r>
          </a:p>
        </p:txBody>
      </p:sp>
      <p:graphicFrame>
        <p:nvGraphicFramePr>
          <p:cNvPr id="34" name="Content Placeholder 2">
            <a:extLst>
              <a:ext uri="{FF2B5EF4-FFF2-40B4-BE49-F238E27FC236}">
                <a16:creationId xmlns:a16="http://schemas.microsoft.com/office/drawing/2014/main" id="{8182E7EC-6F28-B57F-885F-A2BC03E024E2}"/>
              </a:ext>
            </a:extLst>
          </p:cNvPr>
          <p:cNvGraphicFramePr>
            <a:graphicFrameLocks noGrp="1"/>
          </p:cNvGraphicFramePr>
          <p:nvPr>
            <p:ph idx="1"/>
            <p:extLst>
              <p:ext uri="{D42A27DB-BD31-4B8C-83A1-F6EECF244321}">
                <p14:modId xmlns:p14="http://schemas.microsoft.com/office/powerpoint/2010/main" val="3727250294"/>
              </p:ext>
            </p:extLst>
          </p:nvPr>
        </p:nvGraphicFramePr>
        <p:xfrm>
          <a:off x="838200" y="1825625"/>
          <a:ext cx="10515600" cy="4351338"/>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Tree>
    <p:extLst>
      <p:ext uri="{BB962C8B-B14F-4D97-AF65-F5344CB8AC3E}">
        <p14:creationId xmlns:p14="http://schemas.microsoft.com/office/powerpoint/2010/main" val="3997689628"/>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7" name="Rectangle 6">
            <a:extLst>
              <a:ext uri="{FF2B5EF4-FFF2-40B4-BE49-F238E27FC236}">
                <a16:creationId xmlns:a16="http://schemas.microsoft.com/office/drawing/2014/main" id="{247A131F-D5DE-41A5-B4CF-4F345319B40B}"/>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88952" cy="6858000"/>
          </a:xfrm>
          <a:prstGeom prst="rect">
            <a:avLst/>
          </a:prstGeom>
          <a:solidFill>
            <a:schemeClr val="bg2"/>
          </a:solidFill>
          <a:ln>
            <a:solidFill>
              <a:schemeClr val="bg1">
                <a:lumMod val="9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solidFill>
                <a:schemeClr val="tx1">
                  <a:lumMod val="65000"/>
                  <a:lumOff val="35000"/>
                </a:schemeClr>
              </a:solidFill>
              <a:latin typeface="AvenirNext LT Pro Medium" panose="020B0504020202020204" pitchFamily="34" charset="0"/>
            </a:endParaRPr>
          </a:p>
        </p:txBody>
      </p:sp>
      <p:sp>
        <p:nvSpPr>
          <p:cNvPr id="9" name="Freeform: Shape 8">
            <a:extLst>
              <a:ext uri="{FF2B5EF4-FFF2-40B4-BE49-F238E27FC236}">
                <a16:creationId xmlns:a16="http://schemas.microsoft.com/office/drawing/2014/main" id="{3AF4666D-BD98-40A5-A75F-478B982010B2}"/>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10800000">
            <a:off x="692844" y="-3086"/>
            <a:ext cx="1326111" cy="597603"/>
          </a:xfrm>
          <a:custGeom>
            <a:avLst/>
            <a:gdLst>
              <a:gd name="connsiteX0" fmla="*/ 741051 w 1482102"/>
              <a:gd name="connsiteY0" fmla="*/ 0 h 679363"/>
              <a:gd name="connsiteX1" fmla="*/ 1473822 w 1482102"/>
              <a:gd name="connsiteY1" fmla="*/ 597226 h 679363"/>
              <a:gd name="connsiteX2" fmla="*/ 1482102 w 1482102"/>
              <a:gd name="connsiteY2" fmla="*/ 679363 h 679363"/>
              <a:gd name="connsiteX3" fmla="*/ 0 w 1482102"/>
              <a:gd name="connsiteY3" fmla="*/ 679363 h 679363"/>
              <a:gd name="connsiteX4" fmla="*/ 8280 w 1482102"/>
              <a:gd name="connsiteY4" fmla="*/ 597226 h 679363"/>
              <a:gd name="connsiteX5" fmla="*/ 741051 w 1482102"/>
              <a:gd name="connsiteY5" fmla="*/ 0 h 67936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1482102" h="679363">
                <a:moveTo>
                  <a:pt x="741051" y="0"/>
                </a:moveTo>
                <a:cubicBezTo>
                  <a:pt x="1102506" y="0"/>
                  <a:pt x="1404077" y="256390"/>
                  <a:pt x="1473822" y="597226"/>
                </a:cubicBezTo>
                <a:lnTo>
                  <a:pt x="1482102" y="679363"/>
                </a:lnTo>
                <a:lnTo>
                  <a:pt x="0" y="679363"/>
                </a:lnTo>
                <a:lnTo>
                  <a:pt x="8280" y="597226"/>
                </a:lnTo>
                <a:cubicBezTo>
                  <a:pt x="78025" y="256390"/>
                  <a:pt x="379596" y="0"/>
                  <a:pt x="741051" y="0"/>
                </a:cubicBezTo>
                <a:close/>
              </a:path>
            </a:pathLst>
          </a:cu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spcAft>
                <a:spcPts val="600"/>
              </a:spcAft>
            </a:pPr>
            <a:r>
              <a:rPr lang="en-US">
                <a:solidFill>
                  <a:schemeClr val="tx1">
                    <a:lumMod val="65000"/>
                    <a:lumOff val="35000"/>
                  </a:schemeClr>
                </a:solidFill>
                <a:latin typeface="AvenirNext LT Pro Medium" panose="020B0504020202020204" pitchFamily="34" charset="0"/>
              </a:rPr>
              <a:t> </a:t>
            </a:r>
          </a:p>
        </p:txBody>
      </p:sp>
      <p:sp>
        <p:nvSpPr>
          <p:cNvPr id="11" name="Freeform: Shape 10">
            <a:extLst>
              <a:ext uri="{FF2B5EF4-FFF2-40B4-BE49-F238E27FC236}">
                <a16:creationId xmlns:a16="http://schemas.microsoft.com/office/drawing/2014/main" id="{68680585-71F9-4721-A998-4974171D2EB4}"/>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10439256" y="6172200"/>
            <a:ext cx="1482102" cy="679363"/>
          </a:xfrm>
          <a:custGeom>
            <a:avLst/>
            <a:gdLst>
              <a:gd name="connsiteX0" fmla="*/ 741051 w 1482102"/>
              <a:gd name="connsiteY0" fmla="*/ 0 h 679363"/>
              <a:gd name="connsiteX1" fmla="*/ 1473822 w 1482102"/>
              <a:gd name="connsiteY1" fmla="*/ 597226 h 679363"/>
              <a:gd name="connsiteX2" fmla="*/ 1482102 w 1482102"/>
              <a:gd name="connsiteY2" fmla="*/ 679363 h 679363"/>
              <a:gd name="connsiteX3" fmla="*/ 0 w 1482102"/>
              <a:gd name="connsiteY3" fmla="*/ 679363 h 679363"/>
              <a:gd name="connsiteX4" fmla="*/ 8280 w 1482102"/>
              <a:gd name="connsiteY4" fmla="*/ 597226 h 679363"/>
              <a:gd name="connsiteX5" fmla="*/ 741051 w 1482102"/>
              <a:gd name="connsiteY5" fmla="*/ 0 h 67936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1482102" h="679363">
                <a:moveTo>
                  <a:pt x="741051" y="0"/>
                </a:moveTo>
                <a:cubicBezTo>
                  <a:pt x="1102506" y="0"/>
                  <a:pt x="1404077" y="256390"/>
                  <a:pt x="1473822" y="597226"/>
                </a:cubicBezTo>
                <a:lnTo>
                  <a:pt x="1482102" y="679363"/>
                </a:lnTo>
                <a:lnTo>
                  <a:pt x="0" y="679363"/>
                </a:lnTo>
                <a:lnTo>
                  <a:pt x="8280" y="597226"/>
                </a:lnTo>
                <a:cubicBezTo>
                  <a:pt x="78025" y="256390"/>
                  <a:pt x="379596" y="0"/>
                  <a:pt x="741051" y="0"/>
                </a:cubicBezTo>
                <a:close/>
              </a:path>
            </a:pathLst>
          </a:cu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spcAft>
                <a:spcPts val="600"/>
              </a:spcAft>
            </a:pPr>
            <a:r>
              <a:rPr lang="en-US">
                <a:solidFill>
                  <a:schemeClr val="tx1">
                    <a:lumMod val="65000"/>
                    <a:lumOff val="35000"/>
                  </a:schemeClr>
                </a:solidFill>
                <a:latin typeface="AvenirNext LT Pro Medium" panose="020B0504020202020204" pitchFamily="34" charset="0"/>
              </a:rPr>
              <a:t> </a:t>
            </a:r>
          </a:p>
        </p:txBody>
      </p:sp>
      <p:sp>
        <p:nvSpPr>
          <p:cNvPr id="13" name="Freeform: Shape 12">
            <a:extLst>
              <a:ext uri="{FF2B5EF4-FFF2-40B4-BE49-F238E27FC236}">
                <a16:creationId xmlns:a16="http://schemas.microsoft.com/office/drawing/2014/main" id="{12BC95C2-2EEC-4F59-ABA8-660B0D059CCF}"/>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7977352" y="5197178"/>
            <a:ext cx="4211600" cy="1660822"/>
          </a:xfrm>
          <a:custGeom>
            <a:avLst/>
            <a:gdLst>
              <a:gd name="connsiteX0" fmla="*/ 4211600 w 4211600"/>
              <a:gd name="connsiteY0" fmla="*/ 0 h 1660822"/>
              <a:gd name="connsiteX1" fmla="*/ 4211600 w 4211600"/>
              <a:gd name="connsiteY1" fmla="*/ 58430 h 1660822"/>
              <a:gd name="connsiteX2" fmla="*/ 4136524 w 4211600"/>
              <a:gd name="connsiteY2" fmla="*/ 208808 h 1660822"/>
              <a:gd name="connsiteX3" fmla="*/ 3973354 w 4211600"/>
              <a:gd name="connsiteY3" fmla="*/ 437313 h 1660822"/>
              <a:gd name="connsiteX4" fmla="*/ 3884746 w 4211600"/>
              <a:gd name="connsiteY4" fmla="*/ 553613 h 1660822"/>
              <a:gd name="connsiteX5" fmla="*/ 3849435 w 4211600"/>
              <a:gd name="connsiteY5" fmla="*/ 603143 h 1660822"/>
              <a:gd name="connsiteX6" fmla="*/ 3661849 w 4211600"/>
              <a:gd name="connsiteY6" fmla="*/ 819075 h 1660822"/>
              <a:gd name="connsiteX7" fmla="*/ 3402589 w 4211600"/>
              <a:gd name="connsiteY7" fmla="*/ 952996 h 1660822"/>
              <a:gd name="connsiteX8" fmla="*/ 3130202 w 4211600"/>
              <a:gd name="connsiteY8" fmla="*/ 1023386 h 1660822"/>
              <a:gd name="connsiteX9" fmla="*/ 2914657 w 4211600"/>
              <a:gd name="connsiteY9" fmla="*/ 1068058 h 1660822"/>
              <a:gd name="connsiteX10" fmla="*/ 2582149 w 4211600"/>
              <a:gd name="connsiteY10" fmla="*/ 1138924 h 1660822"/>
              <a:gd name="connsiteX11" fmla="*/ 2483958 w 4211600"/>
              <a:gd name="connsiteY11" fmla="*/ 1162356 h 1660822"/>
              <a:gd name="connsiteX12" fmla="*/ 2123750 w 4211600"/>
              <a:gd name="connsiteY12" fmla="*/ 1238651 h 1660822"/>
              <a:gd name="connsiteX13" fmla="*/ 1761444 w 4211600"/>
              <a:gd name="connsiteY13" fmla="*/ 1273417 h 1660822"/>
              <a:gd name="connsiteX14" fmla="*/ 1608382 w 4211600"/>
              <a:gd name="connsiteY14" fmla="*/ 1284466 h 1660822"/>
              <a:gd name="connsiteX15" fmla="*/ 999942 w 4211600"/>
              <a:gd name="connsiteY15" fmla="*/ 1354284 h 1660822"/>
              <a:gd name="connsiteX16" fmla="*/ 484705 w 4211600"/>
              <a:gd name="connsiteY16" fmla="*/ 1450487 h 1660822"/>
              <a:gd name="connsiteX17" fmla="*/ 113310 w 4211600"/>
              <a:gd name="connsiteY17" fmla="*/ 1613700 h 1660822"/>
              <a:gd name="connsiteX18" fmla="*/ 39668 w 4211600"/>
              <a:gd name="connsiteY18" fmla="*/ 1660822 h 1660822"/>
              <a:gd name="connsiteX19" fmla="*/ 0 w 4211600"/>
              <a:gd name="connsiteY19" fmla="*/ 1660822 h 1660822"/>
              <a:gd name="connsiteX20" fmla="*/ 96701 w 4211600"/>
              <a:gd name="connsiteY20" fmla="*/ 1598934 h 1660822"/>
              <a:gd name="connsiteX21" fmla="*/ 474335 w 4211600"/>
              <a:gd name="connsiteY21" fmla="*/ 1433056 h 1660822"/>
              <a:gd name="connsiteX22" fmla="*/ 994299 w 4211600"/>
              <a:gd name="connsiteY22" fmla="*/ 1335806 h 1660822"/>
              <a:gd name="connsiteX23" fmla="*/ 1605231 w 4211600"/>
              <a:gd name="connsiteY23" fmla="*/ 1265702 h 1660822"/>
              <a:gd name="connsiteX24" fmla="*/ 1758819 w 4211600"/>
              <a:gd name="connsiteY24" fmla="*/ 1254558 h 1660822"/>
              <a:gd name="connsiteX25" fmla="*/ 2118106 w 4211600"/>
              <a:gd name="connsiteY25" fmla="*/ 1220077 h 1660822"/>
              <a:gd name="connsiteX26" fmla="*/ 2475557 w 4211600"/>
              <a:gd name="connsiteY26" fmla="*/ 1144353 h 1660822"/>
              <a:gd name="connsiteX27" fmla="*/ 2573878 w 4211600"/>
              <a:gd name="connsiteY27" fmla="*/ 1120827 h 1660822"/>
              <a:gd name="connsiteX28" fmla="*/ 2907437 w 4211600"/>
              <a:gd name="connsiteY28" fmla="*/ 1049675 h 1660822"/>
              <a:gd name="connsiteX29" fmla="*/ 3122589 w 4211600"/>
              <a:gd name="connsiteY29" fmla="*/ 1005098 h 1660822"/>
              <a:gd name="connsiteX30" fmla="*/ 3391169 w 4211600"/>
              <a:gd name="connsiteY30" fmla="*/ 935756 h 1660822"/>
              <a:gd name="connsiteX31" fmla="*/ 3642290 w 4211600"/>
              <a:gd name="connsiteY31" fmla="*/ 806216 h 1660822"/>
              <a:gd name="connsiteX32" fmla="*/ 3825937 w 4211600"/>
              <a:gd name="connsiteY32" fmla="*/ 594475 h 1660822"/>
              <a:gd name="connsiteX33" fmla="*/ 3861381 w 4211600"/>
              <a:gd name="connsiteY33" fmla="*/ 544755 h 1660822"/>
              <a:gd name="connsiteX34" fmla="*/ 3950381 w 4211600"/>
              <a:gd name="connsiteY34" fmla="*/ 427978 h 1660822"/>
              <a:gd name="connsiteX35" fmla="*/ 4112370 w 4211600"/>
              <a:gd name="connsiteY35" fmla="*/ 201378 h 1660822"/>
              <a:gd name="connsiteX36" fmla="*/ 4195989 w 4211600"/>
              <a:gd name="connsiteY36" fmla="*/ 33834 h 166082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Lst>
            <a:rect l="l" t="t" r="r" b="b"/>
            <a:pathLst>
              <a:path w="4211600" h="1660822">
                <a:moveTo>
                  <a:pt x="4211600" y="0"/>
                </a:moveTo>
                <a:lnTo>
                  <a:pt x="4211600" y="58430"/>
                </a:lnTo>
                <a:lnTo>
                  <a:pt x="4136524" y="208808"/>
                </a:lnTo>
                <a:cubicBezTo>
                  <a:pt x="4089791" y="287770"/>
                  <a:pt x="4030588" y="363780"/>
                  <a:pt x="3973354" y="437313"/>
                </a:cubicBezTo>
                <a:cubicBezTo>
                  <a:pt x="3943819" y="475222"/>
                  <a:pt x="3913231" y="514465"/>
                  <a:pt x="3884746" y="553613"/>
                </a:cubicBezTo>
                <a:cubicBezTo>
                  <a:pt x="3872801" y="569996"/>
                  <a:pt x="3861119" y="586569"/>
                  <a:pt x="3849435" y="603143"/>
                </a:cubicBezTo>
                <a:cubicBezTo>
                  <a:pt x="3796665" y="678009"/>
                  <a:pt x="3742187" y="755352"/>
                  <a:pt x="3661849" y="819075"/>
                </a:cubicBezTo>
                <a:cubicBezTo>
                  <a:pt x="3596214" y="871176"/>
                  <a:pt x="3509050" y="916230"/>
                  <a:pt x="3402589" y="952996"/>
                </a:cubicBezTo>
                <a:cubicBezTo>
                  <a:pt x="3312406" y="984048"/>
                  <a:pt x="3215660" y="1005003"/>
                  <a:pt x="3130202" y="1023386"/>
                </a:cubicBezTo>
                <a:cubicBezTo>
                  <a:pt x="3058529" y="1038816"/>
                  <a:pt x="2985412" y="1053675"/>
                  <a:pt x="2914657" y="1068058"/>
                </a:cubicBezTo>
                <a:cubicBezTo>
                  <a:pt x="2805176" y="1090251"/>
                  <a:pt x="2692021" y="1113207"/>
                  <a:pt x="2582149" y="1138924"/>
                </a:cubicBezTo>
                <a:cubicBezTo>
                  <a:pt x="2549330" y="1146639"/>
                  <a:pt x="2516644" y="1154450"/>
                  <a:pt x="2483958" y="1162356"/>
                </a:cubicBezTo>
                <a:cubicBezTo>
                  <a:pt x="2367257" y="1190550"/>
                  <a:pt x="2246621" y="1219601"/>
                  <a:pt x="2123750" y="1238651"/>
                </a:cubicBezTo>
                <a:cubicBezTo>
                  <a:pt x="2004294" y="1257129"/>
                  <a:pt x="1880769" y="1265416"/>
                  <a:pt x="1761444" y="1273417"/>
                </a:cubicBezTo>
                <a:cubicBezTo>
                  <a:pt x="1711167" y="1276751"/>
                  <a:pt x="1659184" y="1280275"/>
                  <a:pt x="1608382" y="1284466"/>
                </a:cubicBezTo>
                <a:cubicBezTo>
                  <a:pt x="1408589" y="1300944"/>
                  <a:pt x="1214570" y="1325805"/>
                  <a:pt x="999942" y="1354284"/>
                </a:cubicBezTo>
                <a:cubicBezTo>
                  <a:pt x="826403" y="1377240"/>
                  <a:pt x="647744" y="1400957"/>
                  <a:pt x="484705" y="1450487"/>
                </a:cubicBezTo>
                <a:cubicBezTo>
                  <a:pt x="355831" y="1489635"/>
                  <a:pt x="231387" y="1544374"/>
                  <a:pt x="113310" y="1613700"/>
                </a:cubicBezTo>
                <a:lnTo>
                  <a:pt x="39668" y="1660822"/>
                </a:lnTo>
                <a:lnTo>
                  <a:pt x="0" y="1660822"/>
                </a:lnTo>
                <a:lnTo>
                  <a:pt x="96701" y="1598934"/>
                </a:lnTo>
                <a:cubicBezTo>
                  <a:pt x="216635" y="1528533"/>
                  <a:pt x="343196" y="1472919"/>
                  <a:pt x="474335" y="1433056"/>
                </a:cubicBezTo>
                <a:cubicBezTo>
                  <a:pt x="639999" y="1382669"/>
                  <a:pt x="820102" y="1358856"/>
                  <a:pt x="994299" y="1335806"/>
                </a:cubicBezTo>
                <a:cubicBezTo>
                  <a:pt x="1210239" y="1307231"/>
                  <a:pt x="1404650" y="1282275"/>
                  <a:pt x="1605231" y="1265702"/>
                </a:cubicBezTo>
                <a:cubicBezTo>
                  <a:pt x="1656428" y="1261511"/>
                  <a:pt x="1708411" y="1257987"/>
                  <a:pt x="1758819" y="1254558"/>
                </a:cubicBezTo>
                <a:cubicBezTo>
                  <a:pt x="1877487" y="1246557"/>
                  <a:pt x="2000094" y="1238365"/>
                  <a:pt x="2118106" y="1220077"/>
                </a:cubicBezTo>
                <a:cubicBezTo>
                  <a:pt x="2239531" y="1201313"/>
                  <a:pt x="2359513" y="1172357"/>
                  <a:pt x="2475557" y="1144353"/>
                </a:cubicBezTo>
                <a:cubicBezTo>
                  <a:pt x="2508243" y="1136448"/>
                  <a:pt x="2541060" y="1128542"/>
                  <a:pt x="2573878" y="1120827"/>
                </a:cubicBezTo>
                <a:cubicBezTo>
                  <a:pt x="2684276" y="1094919"/>
                  <a:pt x="2797694" y="1071963"/>
                  <a:pt x="2907437" y="1049675"/>
                </a:cubicBezTo>
                <a:cubicBezTo>
                  <a:pt x="2978061" y="1035387"/>
                  <a:pt x="3051178" y="1020528"/>
                  <a:pt x="3122589" y="1005098"/>
                </a:cubicBezTo>
                <a:cubicBezTo>
                  <a:pt x="3206997" y="986810"/>
                  <a:pt x="3302823" y="966141"/>
                  <a:pt x="3391169" y="935756"/>
                </a:cubicBezTo>
                <a:cubicBezTo>
                  <a:pt x="3494479" y="900132"/>
                  <a:pt x="3578886" y="856508"/>
                  <a:pt x="3642290" y="806216"/>
                </a:cubicBezTo>
                <a:cubicBezTo>
                  <a:pt x="3720133" y="744303"/>
                  <a:pt x="3773953" y="668103"/>
                  <a:pt x="3825937" y="594475"/>
                </a:cubicBezTo>
                <a:cubicBezTo>
                  <a:pt x="3837621" y="577902"/>
                  <a:pt x="3849435" y="561233"/>
                  <a:pt x="3861381" y="544755"/>
                </a:cubicBezTo>
                <a:cubicBezTo>
                  <a:pt x="3889997" y="505416"/>
                  <a:pt x="3920715" y="465983"/>
                  <a:pt x="3950381" y="427978"/>
                </a:cubicBezTo>
                <a:cubicBezTo>
                  <a:pt x="4007353" y="354921"/>
                  <a:pt x="4066163" y="279388"/>
                  <a:pt x="4112370" y="201378"/>
                </a:cubicBezTo>
                <a:cubicBezTo>
                  <a:pt x="4144662" y="146800"/>
                  <a:pt x="4170785" y="89364"/>
                  <a:pt x="4195989" y="33834"/>
                </a:cubicBezTo>
                <a:close/>
              </a:path>
            </a:pathLst>
          </a:cu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a:p>
        </p:txBody>
      </p:sp>
      <p:grpSp>
        <p:nvGrpSpPr>
          <p:cNvPr id="15" name="Graphic 141">
            <a:extLst>
              <a:ext uri="{FF2B5EF4-FFF2-40B4-BE49-F238E27FC236}">
                <a16:creationId xmlns:a16="http://schemas.microsoft.com/office/drawing/2014/main" id="{03E9870D-4BBA-43AF-8D44-BBADF020CFF6}"/>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10849" y="15178"/>
            <a:ext cx="2198951" cy="3331254"/>
            <a:chOff x="4473129" y="923925"/>
            <a:chExt cx="3308947" cy="5012817"/>
          </a:xfrm>
          <a:noFill/>
        </p:grpSpPr>
        <p:sp>
          <p:nvSpPr>
            <p:cNvPr id="16" name="Freeform: Shape 15">
              <a:extLst>
                <a:ext uri="{FF2B5EF4-FFF2-40B4-BE49-F238E27FC236}">
                  <a16:creationId xmlns:a16="http://schemas.microsoft.com/office/drawing/2014/main" id="{34BC5055-C77D-43CD-BB1D-A77B6779CDAD}"/>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4485988" y="924020"/>
              <a:ext cx="3296088" cy="5012722"/>
            </a:xfrm>
            <a:custGeom>
              <a:avLst/>
              <a:gdLst>
                <a:gd name="connsiteX0" fmla="*/ 0 w 3296088"/>
                <a:gd name="connsiteY0" fmla="*/ 5012722 h 5012722"/>
                <a:gd name="connsiteX1" fmla="*/ 244031 w 3296088"/>
                <a:gd name="connsiteY1" fmla="*/ 4820222 h 5012722"/>
                <a:gd name="connsiteX2" fmla="*/ 729234 w 3296088"/>
                <a:gd name="connsiteY2" fmla="*/ 4360641 h 5012722"/>
                <a:gd name="connsiteX3" fmla="*/ 881444 w 3296088"/>
                <a:gd name="connsiteY3" fmla="*/ 4173950 h 5012722"/>
                <a:gd name="connsiteX4" fmla="*/ 1151287 w 3296088"/>
                <a:gd name="connsiteY4" fmla="*/ 3972877 h 5012722"/>
                <a:gd name="connsiteX5" fmla="*/ 1498664 w 3296088"/>
                <a:gd name="connsiteY5" fmla="*/ 3786188 h 5012722"/>
                <a:gd name="connsiteX6" fmla="*/ 1716881 w 3296088"/>
                <a:gd name="connsiteY6" fmla="*/ 3674174 h 5012722"/>
                <a:gd name="connsiteX7" fmla="*/ 1913573 w 3296088"/>
                <a:gd name="connsiteY7" fmla="*/ 3477387 h 5012722"/>
                <a:gd name="connsiteX8" fmla="*/ 2167700 w 3296088"/>
                <a:gd name="connsiteY8" fmla="*/ 3042190 h 5012722"/>
                <a:gd name="connsiteX9" fmla="*/ 2273903 w 3296088"/>
                <a:gd name="connsiteY9" fmla="*/ 2775014 h 5012722"/>
                <a:gd name="connsiteX10" fmla="*/ 2463356 w 3296088"/>
                <a:gd name="connsiteY10" fmla="*/ 2335530 h 5012722"/>
                <a:gd name="connsiteX11" fmla="*/ 2741866 w 3296088"/>
                <a:gd name="connsiteY11" fmla="*/ 1982248 h 5012722"/>
                <a:gd name="connsiteX12" fmla="*/ 2985897 w 3296088"/>
                <a:gd name="connsiteY12" fmla="*/ 1634681 h 5012722"/>
                <a:gd name="connsiteX13" fmla="*/ 3212687 w 3296088"/>
                <a:gd name="connsiteY13" fmla="*/ 1226820 h 5012722"/>
                <a:gd name="connsiteX14" fmla="*/ 3281553 w 3296088"/>
                <a:gd name="connsiteY14" fmla="*/ 959644 h 5012722"/>
                <a:gd name="connsiteX15" fmla="*/ 3295936 w 3296088"/>
                <a:gd name="connsiteY15" fmla="*/ 701135 h 5012722"/>
                <a:gd name="connsiteX16" fmla="*/ 3267266 w 3296088"/>
                <a:gd name="connsiteY16" fmla="*/ 436817 h 5012722"/>
                <a:gd name="connsiteX17" fmla="*/ 3105341 w 3296088"/>
                <a:gd name="connsiteY17" fmla="*/ 0 h 501272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Lst>
              <a:rect l="l" t="t" r="r" b="b"/>
              <a:pathLst>
                <a:path w="3296088" h="5012722">
                  <a:moveTo>
                    <a:pt x="0" y="5012722"/>
                  </a:moveTo>
                  <a:cubicBezTo>
                    <a:pt x="81820" y="4949095"/>
                    <a:pt x="163544" y="4885468"/>
                    <a:pt x="244031" y="4820222"/>
                  </a:cubicBezTo>
                  <a:cubicBezTo>
                    <a:pt x="417671" y="4679633"/>
                    <a:pt x="589883" y="4535139"/>
                    <a:pt x="729234" y="4360641"/>
                  </a:cubicBezTo>
                  <a:cubicBezTo>
                    <a:pt x="779431" y="4297776"/>
                    <a:pt x="825818" y="4231958"/>
                    <a:pt x="881444" y="4173950"/>
                  </a:cubicBezTo>
                  <a:cubicBezTo>
                    <a:pt x="959358" y="4092607"/>
                    <a:pt x="1054799" y="4031075"/>
                    <a:pt x="1151287" y="3972877"/>
                  </a:cubicBezTo>
                  <a:cubicBezTo>
                    <a:pt x="1263968" y="3904964"/>
                    <a:pt x="1379315" y="3841337"/>
                    <a:pt x="1498664" y="3786188"/>
                  </a:cubicBezTo>
                  <a:cubicBezTo>
                    <a:pt x="1573149" y="3751802"/>
                    <a:pt x="1649159" y="3720179"/>
                    <a:pt x="1716881" y="3674174"/>
                  </a:cubicBezTo>
                  <a:cubicBezTo>
                    <a:pt x="1794034" y="3621691"/>
                    <a:pt x="1856708" y="3551492"/>
                    <a:pt x="1913573" y="3477387"/>
                  </a:cubicBezTo>
                  <a:cubicBezTo>
                    <a:pt x="2016157" y="3343751"/>
                    <a:pt x="2099024" y="3196114"/>
                    <a:pt x="2167700" y="3042190"/>
                  </a:cubicBezTo>
                  <a:cubicBezTo>
                    <a:pt x="2206752" y="2954655"/>
                    <a:pt x="2241233" y="2865215"/>
                    <a:pt x="2273903" y="2775014"/>
                  </a:cubicBezTo>
                  <a:cubicBezTo>
                    <a:pt x="2328482" y="2624423"/>
                    <a:pt x="2379440" y="2471642"/>
                    <a:pt x="2463356" y="2335530"/>
                  </a:cubicBezTo>
                  <a:cubicBezTo>
                    <a:pt x="2542127" y="2207705"/>
                    <a:pt x="2647855" y="2099501"/>
                    <a:pt x="2741866" y="1982248"/>
                  </a:cubicBezTo>
                  <a:cubicBezTo>
                    <a:pt x="2830449" y="1871758"/>
                    <a:pt x="2908554" y="1753362"/>
                    <a:pt x="2985897" y="1634681"/>
                  </a:cubicBezTo>
                  <a:cubicBezTo>
                    <a:pt x="3071146" y="1503902"/>
                    <a:pt x="3156395" y="1372172"/>
                    <a:pt x="3212687" y="1226820"/>
                  </a:cubicBezTo>
                  <a:cubicBezTo>
                    <a:pt x="3246025" y="1140809"/>
                    <a:pt x="3268790" y="1051084"/>
                    <a:pt x="3281553" y="959644"/>
                  </a:cubicBezTo>
                  <a:cubicBezTo>
                    <a:pt x="3293555" y="874014"/>
                    <a:pt x="3296888" y="787527"/>
                    <a:pt x="3295936" y="701135"/>
                  </a:cubicBezTo>
                  <a:cubicBezTo>
                    <a:pt x="3294888" y="612172"/>
                    <a:pt x="3289268" y="523018"/>
                    <a:pt x="3267266" y="436817"/>
                  </a:cubicBezTo>
                  <a:cubicBezTo>
                    <a:pt x="3227832" y="282416"/>
                    <a:pt x="3105341" y="0"/>
                    <a:pt x="3105341" y="0"/>
                  </a:cubicBezTo>
                </a:path>
              </a:pathLst>
            </a:custGeom>
            <a:noFill/>
            <a:ln w="9525" cap="rnd">
              <a:solidFill>
                <a:schemeClr val="accent2">
                  <a:alpha val="75000"/>
                </a:schemeClr>
              </a:solidFill>
              <a:prstDash val="lgDash"/>
              <a:round/>
            </a:ln>
          </p:spPr>
          <p:txBody>
            <a:bodyPr rtlCol="0" anchor="ctr"/>
            <a:lstStyle/>
            <a:p>
              <a:endParaRPr lang="en-US"/>
            </a:p>
          </p:txBody>
        </p:sp>
        <p:sp>
          <p:nvSpPr>
            <p:cNvPr id="17" name="Freeform: Shape 16">
              <a:extLst>
                <a:ext uri="{FF2B5EF4-FFF2-40B4-BE49-F238E27FC236}">
                  <a16:creationId xmlns:a16="http://schemas.microsoft.com/office/drawing/2014/main" id="{DB12D0B8-9385-489A-85AE-3D14AD0BA2FC}"/>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4473129" y="923925"/>
              <a:ext cx="2977477" cy="4627149"/>
            </a:xfrm>
            <a:custGeom>
              <a:avLst/>
              <a:gdLst>
                <a:gd name="connsiteX0" fmla="*/ 0 w 2977477"/>
                <a:gd name="connsiteY0" fmla="*/ 4627150 h 4627149"/>
                <a:gd name="connsiteX1" fmla="*/ 275082 w 2977477"/>
                <a:gd name="connsiteY1" fmla="*/ 4341590 h 4627149"/>
                <a:gd name="connsiteX2" fmla="*/ 502825 w 2977477"/>
                <a:gd name="connsiteY2" fmla="*/ 4054126 h 4627149"/>
                <a:gd name="connsiteX3" fmla="*/ 666179 w 2977477"/>
                <a:gd name="connsiteY3" fmla="*/ 3890677 h 4627149"/>
                <a:gd name="connsiteX4" fmla="*/ 864203 w 2977477"/>
                <a:gd name="connsiteY4" fmla="*/ 3675983 h 4627149"/>
                <a:gd name="connsiteX5" fmla="*/ 982599 w 2977477"/>
                <a:gd name="connsiteY5" fmla="*/ 3557492 h 4627149"/>
                <a:gd name="connsiteX6" fmla="*/ 1188244 w 2977477"/>
                <a:gd name="connsiteY6" fmla="*/ 3329654 h 4627149"/>
                <a:gd name="connsiteX7" fmla="*/ 1344740 w 2977477"/>
                <a:gd name="connsiteY7" fmla="*/ 3146774 h 4627149"/>
                <a:gd name="connsiteX8" fmla="*/ 1470755 w 2977477"/>
                <a:gd name="connsiteY8" fmla="*/ 2984659 h 4627149"/>
                <a:gd name="connsiteX9" fmla="*/ 1657636 w 2977477"/>
                <a:gd name="connsiteY9" fmla="*/ 2670239 h 4627149"/>
                <a:gd name="connsiteX10" fmla="*/ 1762887 w 2977477"/>
                <a:gd name="connsiteY10" fmla="*/ 2473547 h 4627149"/>
                <a:gd name="connsiteX11" fmla="*/ 1866710 w 2977477"/>
                <a:gd name="connsiteY11" fmla="*/ 2290667 h 4627149"/>
                <a:gd name="connsiteX12" fmla="*/ 2106263 w 2977477"/>
                <a:gd name="connsiteY12" fmla="*/ 2030254 h 4627149"/>
                <a:gd name="connsiteX13" fmla="*/ 2277237 w 2977477"/>
                <a:gd name="connsiteY13" fmla="*/ 1859185 h 4627149"/>
                <a:gd name="connsiteX14" fmla="*/ 2499455 w 2977477"/>
                <a:gd name="connsiteY14" fmla="*/ 1656207 h 4627149"/>
                <a:gd name="connsiteX15" fmla="*/ 2707100 w 2977477"/>
                <a:gd name="connsiteY15" fmla="*/ 1390269 h 4627149"/>
                <a:gd name="connsiteX16" fmla="*/ 2812352 w 2977477"/>
                <a:gd name="connsiteY16" fmla="*/ 1230916 h 4627149"/>
                <a:gd name="connsiteX17" fmla="*/ 2898172 w 2977477"/>
                <a:gd name="connsiteY17" fmla="*/ 1036987 h 4627149"/>
                <a:gd name="connsiteX18" fmla="*/ 2963228 w 2977477"/>
                <a:gd name="connsiteY18" fmla="*/ 850011 h 4627149"/>
                <a:gd name="connsiteX19" fmla="*/ 2977325 w 2977477"/>
                <a:gd name="connsiteY19" fmla="*/ 745427 h 4627149"/>
                <a:gd name="connsiteX20" fmla="*/ 2929509 w 2977477"/>
                <a:gd name="connsiteY20" fmla="*/ 480155 h 4627149"/>
                <a:gd name="connsiteX21" fmla="*/ 2563082 w 2977477"/>
                <a:gd name="connsiteY21" fmla="*/ 0 h 462714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Lst>
              <a:rect l="l" t="t" r="r" b="b"/>
              <a:pathLst>
                <a:path w="2977477" h="4627149">
                  <a:moveTo>
                    <a:pt x="0" y="4627150"/>
                  </a:moveTo>
                  <a:cubicBezTo>
                    <a:pt x="79820" y="4552283"/>
                    <a:pt x="203835" y="4424648"/>
                    <a:pt x="275082" y="4341590"/>
                  </a:cubicBezTo>
                  <a:cubicBezTo>
                    <a:pt x="354711" y="4248722"/>
                    <a:pt x="421005" y="4145090"/>
                    <a:pt x="502825" y="4054126"/>
                  </a:cubicBezTo>
                  <a:cubicBezTo>
                    <a:pt x="554355" y="3996881"/>
                    <a:pt x="612362" y="3945827"/>
                    <a:pt x="666179" y="3890677"/>
                  </a:cubicBezTo>
                  <a:cubicBezTo>
                    <a:pt x="734187" y="3821049"/>
                    <a:pt x="796671" y="3746183"/>
                    <a:pt x="864203" y="3675983"/>
                  </a:cubicBezTo>
                  <a:cubicBezTo>
                    <a:pt x="902875" y="3635788"/>
                    <a:pt x="943642" y="3597593"/>
                    <a:pt x="982599" y="3557492"/>
                  </a:cubicBezTo>
                  <a:cubicBezTo>
                    <a:pt x="1053941" y="3484150"/>
                    <a:pt x="1121378" y="3407093"/>
                    <a:pt x="1188244" y="3329654"/>
                  </a:cubicBezTo>
                  <a:cubicBezTo>
                    <a:pt x="1240631" y="3268885"/>
                    <a:pt x="1293495" y="3208496"/>
                    <a:pt x="1344740" y="3146774"/>
                  </a:cubicBezTo>
                  <a:cubicBezTo>
                    <a:pt x="1388459" y="3094101"/>
                    <a:pt x="1431512" y="3040761"/>
                    <a:pt x="1470755" y="2984659"/>
                  </a:cubicBezTo>
                  <a:cubicBezTo>
                    <a:pt x="1540764" y="2884646"/>
                    <a:pt x="1598771" y="2777109"/>
                    <a:pt x="1657636" y="2670239"/>
                  </a:cubicBezTo>
                  <a:cubicBezTo>
                    <a:pt x="1693545" y="2605088"/>
                    <a:pt x="1728502" y="2539460"/>
                    <a:pt x="1762887" y="2473547"/>
                  </a:cubicBezTo>
                  <a:cubicBezTo>
                    <a:pt x="1795367" y="2411349"/>
                    <a:pt x="1826419" y="2348103"/>
                    <a:pt x="1866710" y="2290667"/>
                  </a:cubicBezTo>
                  <a:cubicBezTo>
                    <a:pt x="1934623" y="2193893"/>
                    <a:pt x="2022729" y="2114169"/>
                    <a:pt x="2106263" y="2030254"/>
                  </a:cubicBezTo>
                  <a:cubicBezTo>
                    <a:pt x="2163128" y="1973104"/>
                    <a:pt x="2218182" y="1914049"/>
                    <a:pt x="2277237" y="1859185"/>
                  </a:cubicBezTo>
                  <a:cubicBezTo>
                    <a:pt x="2350770" y="1790891"/>
                    <a:pt x="2430304" y="1728978"/>
                    <a:pt x="2499455" y="1656207"/>
                  </a:cubicBezTo>
                  <a:cubicBezTo>
                    <a:pt x="2576989" y="1574578"/>
                    <a:pt x="2641568" y="1481900"/>
                    <a:pt x="2707100" y="1390269"/>
                  </a:cubicBezTo>
                  <a:cubicBezTo>
                    <a:pt x="2744153" y="1338453"/>
                    <a:pt x="2781586" y="1286732"/>
                    <a:pt x="2812352" y="1230916"/>
                  </a:cubicBezTo>
                  <a:cubicBezTo>
                    <a:pt x="2846546" y="1168908"/>
                    <a:pt x="2872550" y="1102900"/>
                    <a:pt x="2898172" y="1036987"/>
                  </a:cubicBezTo>
                  <a:cubicBezTo>
                    <a:pt x="2922175" y="975455"/>
                    <a:pt x="2948273" y="914305"/>
                    <a:pt x="2963228" y="850011"/>
                  </a:cubicBezTo>
                  <a:cubicBezTo>
                    <a:pt x="2971229" y="815626"/>
                    <a:pt x="2976563" y="780764"/>
                    <a:pt x="2977325" y="745427"/>
                  </a:cubicBezTo>
                  <a:cubicBezTo>
                    <a:pt x="2979230" y="654844"/>
                    <a:pt x="2963323" y="564261"/>
                    <a:pt x="2929509" y="480155"/>
                  </a:cubicBezTo>
                  <a:cubicBezTo>
                    <a:pt x="2851309" y="285655"/>
                    <a:pt x="2563082" y="0"/>
                    <a:pt x="2563082" y="0"/>
                  </a:cubicBezTo>
                </a:path>
              </a:pathLst>
            </a:custGeom>
            <a:noFill/>
            <a:ln w="9525" cap="rnd">
              <a:solidFill>
                <a:schemeClr val="accent2">
                  <a:alpha val="75000"/>
                </a:schemeClr>
              </a:solidFill>
              <a:prstDash val="lgDash"/>
              <a:round/>
            </a:ln>
          </p:spPr>
          <p:txBody>
            <a:bodyPr rtlCol="0" anchor="ctr"/>
            <a:lstStyle/>
            <a:p>
              <a:endParaRPr lang="en-US"/>
            </a:p>
          </p:txBody>
        </p:sp>
        <p:sp>
          <p:nvSpPr>
            <p:cNvPr id="18" name="Freeform: Shape 17">
              <a:extLst>
                <a:ext uri="{FF2B5EF4-FFF2-40B4-BE49-F238E27FC236}">
                  <a16:creationId xmlns:a16="http://schemas.microsoft.com/office/drawing/2014/main" id="{D158A14A-147E-4130-A5E2-38FD84B181AF}"/>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4494561" y="923925"/>
              <a:ext cx="2356712" cy="4118991"/>
            </a:xfrm>
            <a:custGeom>
              <a:avLst/>
              <a:gdLst>
                <a:gd name="connsiteX0" fmla="*/ 1707071 w 2356712"/>
                <a:gd name="connsiteY0" fmla="*/ 0 h 4118991"/>
                <a:gd name="connsiteX1" fmla="*/ 1824514 w 2356712"/>
                <a:gd name="connsiteY1" fmla="*/ 244697 h 4118991"/>
                <a:gd name="connsiteX2" fmla="*/ 1908715 w 2356712"/>
                <a:gd name="connsiteY2" fmla="*/ 328994 h 4118991"/>
                <a:gd name="connsiteX3" fmla="*/ 2226469 w 2356712"/>
                <a:gd name="connsiteY3" fmla="*/ 603695 h 4118991"/>
                <a:gd name="connsiteX4" fmla="*/ 2355628 w 2356712"/>
                <a:gd name="connsiteY4" fmla="*/ 900494 h 4118991"/>
                <a:gd name="connsiteX5" fmla="*/ 2281428 w 2356712"/>
                <a:gd name="connsiteY5" fmla="*/ 1206913 h 4118991"/>
                <a:gd name="connsiteX6" fmla="*/ 2092452 w 2356712"/>
                <a:gd name="connsiteY6" fmla="*/ 1460659 h 4118991"/>
                <a:gd name="connsiteX7" fmla="*/ 1834039 w 2356712"/>
                <a:gd name="connsiteY7" fmla="*/ 1625822 h 4118991"/>
                <a:gd name="connsiteX8" fmla="*/ 1558862 w 2356712"/>
                <a:gd name="connsiteY8" fmla="*/ 1743075 h 4118991"/>
                <a:gd name="connsiteX9" fmla="*/ 1386554 w 2356712"/>
                <a:gd name="connsiteY9" fmla="*/ 1869948 h 4118991"/>
                <a:gd name="connsiteX10" fmla="*/ 1271683 w 2356712"/>
                <a:gd name="connsiteY10" fmla="*/ 2073402 h 4118991"/>
                <a:gd name="connsiteX11" fmla="*/ 1178338 w 2356712"/>
                <a:gd name="connsiteY11" fmla="*/ 2355914 h 4118991"/>
                <a:gd name="connsiteX12" fmla="*/ 1113758 w 2356712"/>
                <a:gd name="connsiteY12" fmla="*/ 2578513 h 4118991"/>
                <a:gd name="connsiteX13" fmla="*/ 1034796 w 2356712"/>
                <a:gd name="connsiteY13" fmla="*/ 2834640 h 4118991"/>
                <a:gd name="connsiteX14" fmla="*/ 905637 w 2356712"/>
                <a:gd name="connsiteY14" fmla="*/ 3081242 h 4118991"/>
                <a:gd name="connsiteX15" fmla="*/ 793147 w 2356712"/>
                <a:gd name="connsiteY15" fmla="*/ 3258407 h 4118991"/>
                <a:gd name="connsiteX16" fmla="*/ 546735 w 2356712"/>
                <a:gd name="connsiteY16" fmla="*/ 3571970 h 4118991"/>
                <a:gd name="connsiteX17" fmla="*/ 346996 w 2356712"/>
                <a:gd name="connsiteY17" fmla="*/ 3771900 h 4118991"/>
                <a:gd name="connsiteX18" fmla="*/ 174689 w 2356712"/>
                <a:gd name="connsiteY18" fmla="*/ 3944207 h 4118991"/>
                <a:gd name="connsiteX19" fmla="*/ 0 w 2356712"/>
                <a:gd name="connsiteY19" fmla="*/ 4118991 h 411899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Lst>
              <a:rect l="l" t="t" r="r" b="b"/>
              <a:pathLst>
                <a:path w="2356712" h="4118991">
                  <a:moveTo>
                    <a:pt x="1707071" y="0"/>
                  </a:moveTo>
                  <a:cubicBezTo>
                    <a:pt x="1715357" y="22098"/>
                    <a:pt x="1812608" y="224409"/>
                    <a:pt x="1824514" y="244697"/>
                  </a:cubicBezTo>
                  <a:cubicBezTo>
                    <a:pt x="1844802" y="279273"/>
                    <a:pt x="1876996" y="304324"/>
                    <a:pt x="1908715" y="328994"/>
                  </a:cubicBezTo>
                  <a:cubicBezTo>
                    <a:pt x="2019967" y="415195"/>
                    <a:pt x="2137886" y="494633"/>
                    <a:pt x="2226469" y="603695"/>
                  </a:cubicBezTo>
                  <a:cubicBezTo>
                    <a:pt x="2296287" y="689610"/>
                    <a:pt x="2347817" y="790480"/>
                    <a:pt x="2355628" y="900494"/>
                  </a:cubicBezTo>
                  <a:cubicBezTo>
                    <a:pt x="2363248" y="1007078"/>
                    <a:pt x="2329910" y="1111187"/>
                    <a:pt x="2281428" y="1206913"/>
                  </a:cubicBezTo>
                  <a:cubicBezTo>
                    <a:pt x="2233422" y="1301877"/>
                    <a:pt x="2170938" y="1388936"/>
                    <a:pt x="2092452" y="1460659"/>
                  </a:cubicBezTo>
                  <a:cubicBezTo>
                    <a:pt x="2016538" y="1530001"/>
                    <a:pt x="1927765" y="1583436"/>
                    <a:pt x="1834039" y="1625822"/>
                  </a:cubicBezTo>
                  <a:cubicBezTo>
                    <a:pt x="1743075" y="1666970"/>
                    <a:pt x="1647730" y="1697736"/>
                    <a:pt x="1558862" y="1743075"/>
                  </a:cubicBezTo>
                  <a:cubicBezTo>
                    <a:pt x="1494758" y="1775841"/>
                    <a:pt x="1434275" y="1816132"/>
                    <a:pt x="1386554" y="1869948"/>
                  </a:cubicBezTo>
                  <a:cubicBezTo>
                    <a:pt x="1334548" y="1928622"/>
                    <a:pt x="1300544" y="2000345"/>
                    <a:pt x="1271683" y="2073402"/>
                  </a:cubicBezTo>
                  <a:cubicBezTo>
                    <a:pt x="1235202" y="2165699"/>
                    <a:pt x="1206722" y="2260759"/>
                    <a:pt x="1178338" y="2355914"/>
                  </a:cubicBezTo>
                  <a:cubicBezTo>
                    <a:pt x="1156240" y="2429923"/>
                    <a:pt x="1134237" y="2504028"/>
                    <a:pt x="1113758" y="2578513"/>
                  </a:cubicBezTo>
                  <a:cubicBezTo>
                    <a:pt x="1090041" y="2664714"/>
                    <a:pt x="1068134" y="2751678"/>
                    <a:pt x="1034796" y="2834640"/>
                  </a:cubicBezTo>
                  <a:cubicBezTo>
                    <a:pt x="1000125" y="2920841"/>
                    <a:pt x="953643" y="3001613"/>
                    <a:pt x="905637" y="3081242"/>
                  </a:cubicBezTo>
                  <a:cubicBezTo>
                    <a:pt x="869442" y="3141155"/>
                    <a:pt x="832295" y="3200400"/>
                    <a:pt x="793147" y="3258407"/>
                  </a:cubicBezTo>
                  <a:cubicBezTo>
                    <a:pt x="718661" y="3368802"/>
                    <a:pt x="637223" y="3474434"/>
                    <a:pt x="546735" y="3571970"/>
                  </a:cubicBezTo>
                  <a:cubicBezTo>
                    <a:pt x="482632" y="3641027"/>
                    <a:pt x="414147" y="3705797"/>
                    <a:pt x="346996" y="3771900"/>
                  </a:cubicBezTo>
                  <a:cubicBezTo>
                    <a:pt x="288989" y="3828764"/>
                    <a:pt x="232029" y="3886676"/>
                    <a:pt x="174689" y="3944207"/>
                  </a:cubicBezTo>
                  <a:cubicBezTo>
                    <a:pt x="116586" y="4002596"/>
                    <a:pt x="58293" y="4060698"/>
                    <a:pt x="0" y="4118991"/>
                  </a:cubicBezTo>
                </a:path>
              </a:pathLst>
            </a:custGeom>
            <a:noFill/>
            <a:ln w="9525" cap="rnd">
              <a:solidFill>
                <a:schemeClr val="accent2">
                  <a:alpha val="75000"/>
                </a:schemeClr>
              </a:solidFill>
              <a:prstDash val="lgDash"/>
              <a:round/>
            </a:ln>
          </p:spPr>
          <p:txBody>
            <a:bodyPr rtlCol="0" anchor="ctr"/>
            <a:lstStyle/>
            <a:p>
              <a:endParaRPr lang="en-US"/>
            </a:p>
          </p:txBody>
        </p:sp>
        <p:sp>
          <p:nvSpPr>
            <p:cNvPr id="19" name="Freeform: Shape 18">
              <a:extLst>
                <a:ext uri="{FF2B5EF4-FFF2-40B4-BE49-F238E27FC236}">
                  <a16:creationId xmlns:a16="http://schemas.microsoft.com/office/drawing/2014/main" id="{75B8B1EB-5E2B-472C-AE60-2EC5961F16F9}"/>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4473129" y="923925"/>
              <a:ext cx="2059193" cy="3980116"/>
            </a:xfrm>
            <a:custGeom>
              <a:avLst/>
              <a:gdLst>
                <a:gd name="connsiteX0" fmla="*/ 0 w 2059193"/>
                <a:gd name="connsiteY0" fmla="*/ 3980116 h 3980116"/>
                <a:gd name="connsiteX1" fmla="*/ 471583 w 2059193"/>
                <a:gd name="connsiteY1" fmla="*/ 3515678 h 3980116"/>
                <a:gd name="connsiteX2" fmla="*/ 758666 w 2059193"/>
                <a:gd name="connsiteY2" fmla="*/ 3163824 h 3980116"/>
                <a:gd name="connsiteX3" fmla="*/ 940499 w 2059193"/>
                <a:gd name="connsiteY3" fmla="*/ 2780824 h 3980116"/>
                <a:gd name="connsiteX4" fmla="*/ 1055370 w 2059193"/>
                <a:gd name="connsiteY4" fmla="*/ 2242185 h 3980116"/>
                <a:gd name="connsiteX5" fmla="*/ 1136714 w 2059193"/>
                <a:gd name="connsiteY5" fmla="*/ 1878330 h 3980116"/>
                <a:gd name="connsiteX6" fmla="*/ 1246727 w 2059193"/>
                <a:gd name="connsiteY6" fmla="*/ 1562386 h 3980116"/>
                <a:gd name="connsiteX7" fmla="*/ 1378363 w 2059193"/>
                <a:gd name="connsiteY7" fmla="*/ 1430750 h 3980116"/>
                <a:gd name="connsiteX8" fmla="*/ 1691831 w 2059193"/>
                <a:gd name="connsiteY8" fmla="*/ 1394841 h 3980116"/>
                <a:gd name="connsiteX9" fmla="*/ 1914335 w 2059193"/>
                <a:gd name="connsiteY9" fmla="*/ 1323023 h 3980116"/>
                <a:gd name="connsiteX10" fmla="*/ 2055495 w 2059193"/>
                <a:gd name="connsiteY10" fmla="*/ 1098042 h 3980116"/>
                <a:gd name="connsiteX11" fmla="*/ 2033969 w 2059193"/>
                <a:gd name="connsiteY11" fmla="*/ 930497 h 3980116"/>
                <a:gd name="connsiteX12" fmla="*/ 1885664 w 2059193"/>
                <a:gd name="connsiteY12" fmla="*/ 760571 h 3980116"/>
                <a:gd name="connsiteX13" fmla="*/ 1636871 w 2059193"/>
                <a:gd name="connsiteY13" fmla="*/ 612172 h 3980116"/>
                <a:gd name="connsiteX14" fmla="*/ 1335405 w 2059193"/>
                <a:gd name="connsiteY14" fmla="*/ 459010 h 3980116"/>
                <a:gd name="connsiteX15" fmla="*/ 1234916 w 2059193"/>
                <a:gd name="connsiteY15" fmla="*/ 269939 h 3980116"/>
                <a:gd name="connsiteX16" fmla="*/ 1386935 w 2059193"/>
                <a:gd name="connsiteY16" fmla="*/ 0 h 398011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Lst>
              <a:rect l="l" t="t" r="r" b="b"/>
              <a:pathLst>
                <a:path w="2059193" h="3980116">
                  <a:moveTo>
                    <a:pt x="0" y="3980116"/>
                  </a:moveTo>
                  <a:cubicBezTo>
                    <a:pt x="91345" y="3889534"/>
                    <a:pt x="382715" y="3608737"/>
                    <a:pt x="471583" y="3515678"/>
                  </a:cubicBezTo>
                  <a:cubicBezTo>
                    <a:pt x="576358" y="3405949"/>
                    <a:pt x="675989" y="3290983"/>
                    <a:pt x="758666" y="3163824"/>
                  </a:cubicBezTo>
                  <a:cubicBezTo>
                    <a:pt x="836105" y="3044857"/>
                    <a:pt x="897445" y="2916079"/>
                    <a:pt x="940499" y="2780824"/>
                  </a:cubicBezTo>
                  <a:cubicBezTo>
                    <a:pt x="996315" y="2605754"/>
                    <a:pt x="1020985" y="2422874"/>
                    <a:pt x="1055370" y="2242185"/>
                  </a:cubicBezTo>
                  <a:cubicBezTo>
                    <a:pt x="1078611" y="2120075"/>
                    <a:pt x="1107472" y="1999107"/>
                    <a:pt x="1136714" y="1878330"/>
                  </a:cubicBezTo>
                  <a:cubicBezTo>
                    <a:pt x="1163098" y="1769174"/>
                    <a:pt x="1189482" y="1658588"/>
                    <a:pt x="1246727" y="1562386"/>
                  </a:cubicBezTo>
                  <a:cubicBezTo>
                    <a:pt x="1279208" y="1507808"/>
                    <a:pt x="1321689" y="1459039"/>
                    <a:pt x="1378363" y="1430750"/>
                  </a:cubicBezTo>
                  <a:cubicBezTo>
                    <a:pt x="1473327" y="1383221"/>
                    <a:pt x="1584865" y="1402652"/>
                    <a:pt x="1691831" y="1394841"/>
                  </a:cubicBezTo>
                  <a:cubicBezTo>
                    <a:pt x="1771079" y="1389031"/>
                    <a:pt x="1849279" y="1368266"/>
                    <a:pt x="1914335" y="1323023"/>
                  </a:cubicBezTo>
                  <a:cubicBezTo>
                    <a:pt x="1989963" y="1270445"/>
                    <a:pt x="2041493" y="1189101"/>
                    <a:pt x="2055495" y="1098042"/>
                  </a:cubicBezTo>
                  <a:cubicBezTo>
                    <a:pt x="2064258" y="1041178"/>
                    <a:pt x="2057591" y="982980"/>
                    <a:pt x="2033969" y="930497"/>
                  </a:cubicBezTo>
                  <a:cubicBezTo>
                    <a:pt x="2002727" y="861060"/>
                    <a:pt x="1945958" y="807625"/>
                    <a:pt x="1885664" y="760571"/>
                  </a:cubicBezTo>
                  <a:cubicBezTo>
                    <a:pt x="1809179" y="700945"/>
                    <a:pt x="1725549" y="651415"/>
                    <a:pt x="1636871" y="612172"/>
                  </a:cubicBezTo>
                  <a:cubicBezTo>
                    <a:pt x="1532763" y="566071"/>
                    <a:pt x="1421606" y="532543"/>
                    <a:pt x="1335405" y="459010"/>
                  </a:cubicBezTo>
                  <a:cubicBezTo>
                    <a:pt x="1277969" y="409956"/>
                    <a:pt x="1232059" y="344615"/>
                    <a:pt x="1234916" y="269939"/>
                  </a:cubicBezTo>
                  <a:cubicBezTo>
                    <a:pt x="1237012" y="211741"/>
                    <a:pt x="1386935" y="0"/>
                    <a:pt x="1386935" y="0"/>
                  </a:cubicBezTo>
                </a:path>
              </a:pathLst>
            </a:custGeom>
            <a:noFill/>
            <a:ln w="9525" cap="rnd">
              <a:solidFill>
                <a:schemeClr val="accent2">
                  <a:alpha val="75000"/>
                </a:schemeClr>
              </a:solidFill>
              <a:prstDash val="lgDash"/>
              <a:round/>
            </a:ln>
          </p:spPr>
          <p:txBody>
            <a:bodyPr rtlCol="0" anchor="ctr"/>
            <a:lstStyle/>
            <a:p>
              <a:endParaRPr lang="en-US"/>
            </a:p>
          </p:txBody>
        </p:sp>
        <p:sp>
          <p:nvSpPr>
            <p:cNvPr id="20" name="Freeform: Shape 19">
              <a:extLst>
                <a:ext uri="{FF2B5EF4-FFF2-40B4-BE49-F238E27FC236}">
                  <a16:creationId xmlns:a16="http://schemas.microsoft.com/office/drawing/2014/main" id="{B4F5BD77-58D7-4B61-A666-1B4139A63A28}"/>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4485131" y="1719357"/>
              <a:ext cx="743796" cy="2867501"/>
            </a:xfrm>
            <a:custGeom>
              <a:avLst/>
              <a:gdLst>
                <a:gd name="connsiteX0" fmla="*/ 11144 w 743796"/>
                <a:gd name="connsiteY0" fmla="*/ 0 h 2867501"/>
                <a:gd name="connsiteX1" fmla="*/ 353663 w 743796"/>
                <a:gd name="connsiteY1" fmla="*/ 55245 h 2867501"/>
                <a:gd name="connsiteX2" fmla="*/ 571405 w 743796"/>
                <a:gd name="connsiteY2" fmla="*/ 179737 h 2867501"/>
                <a:gd name="connsiteX3" fmla="*/ 688658 w 743796"/>
                <a:gd name="connsiteY3" fmla="*/ 368808 h 2867501"/>
                <a:gd name="connsiteX4" fmla="*/ 731711 w 743796"/>
                <a:gd name="connsiteY4" fmla="*/ 612934 h 2867501"/>
                <a:gd name="connsiteX5" fmla="*/ 725233 w 743796"/>
                <a:gd name="connsiteY5" fmla="*/ 995648 h 2867501"/>
                <a:gd name="connsiteX6" fmla="*/ 742855 w 743796"/>
                <a:gd name="connsiteY6" fmla="*/ 1499330 h 2867501"/>
                <a:gd name="connsiteX7" fmla="*/ 707898 w 743796"/>
                <a:gd name="connsiteY7" fmla="*/ 1793081 h 2867501"/>
                <a:gd name="connsiteX8" fmla="*/ 633222 w 743796"/>
                <a:gd name="connsiteY8" fmla="*/ 2073592 h 2867501"/>
                <a:gd name="connsiteX9" fmla="*/ 404527 w 743796"/>
                <a:gd name="connsiteY9" fmla="*/ 2472404 h 2867501"/>
                <a:gd name="connsiteX10" fmla="*/ 0 w 743796"/>
                <a:gd name="connsiteY10" fmla="*/ 2867501 h 286750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743796" h="2867501">
                  <a:moveTo>
                    <a:pt x="11144" y="0"/>
                  </a:moveTo>
                  <a:cubicBezTo>
                    <a:pt x="101060" y="2953"/>
                    <a:pt x="268796" y="25146"/>
                    <a:pt x="353663" y="55245"/>
                  </a:cubicBezTo>
                  <a:cubicBezTo>
                    <a:pt x="433483" y="83534"/>
                    <a:pt x="510635" y="120967"/>
                    <a:pt x="571405" y="179737"/>
                  </a:cubicBezTo>
                  <a:cubicBezTo>
                    <a:pt x="625412" y="231934"/>
                    <a:pt x="663607" y="297942"/>
                    <a:pt x="688658" y="368808"/>
                  </a:cubicBezTo>
                  <a:cubicBezTo>
                    <a:pt x="716375" y="447103"/>
                    <a:pt x="727996" y="529876"/>
                    <a:pt x="731711" y="612934"/>
                  </a:cubicBezTo>
                  <a:cubicBezTo>
                    <a:pt x="737426" y="740474"/>
                    <a:pt x="724948" y="867918"/>
                    <a:pt x="725233" y="995648"/>
                  </a:cubicBezTo>
                  <a:cubicBezTo>
                    <a:pt x="725710" y="1163765"/>
                    <a:pt x="748665" y="1331309"/>
                    <a:pt x="742855" y="1499330"/>
                  </a:cubicBezTo>
                  <a:cubicBezTo>
                    <a:pt x="739426" y="1598009"/>
                    <a:pt x="725996" y="1696022"/>
                    <a:pt x="707898" y="1793081"/>
                  </a:cubicBezTo>
                  <a:cubicBezTo>
                    <a:pt x="690086" y="1888426"/>
                    <a:pt x="666845" y="1982724"/>
                    <a:pt x="633222" y="2073592"/>
                  </a:cubicBezTo>
                  <a:cubicBezTo>
                    <a:pt x="579692" y="2218182"/>
                    <a:pt x="499682" y="2351056"/>
                    <a:pt x="404527" y="2472404"/>
                  </a:cubicBezTo>
                  <a:cubicBezTo>
                    <a:pt x="266033" y="2648902"/>
                    <a:pt x="179642" y="2732818"/>
                    <a:pt x="0" y="2867501"/>
                  </a:cubicBezTo>
                </a:path>
              </a:pathLst>
            </a:custGeom>
            <a:noFill/>
            <a:ln w="9525" cap="rnd">
              <a:solidFill>
                <a:schemeClr val="accent2">
                  <a:alpha val="75000"/>
                </a:schemeClr>
              </a:solidFill>
              <a:prstDash val="lgDash"/>
              <a:round/>
            </a:ln>
          </p:spPr>
          <p:txBody>
            <a:bodyPr rtlCol="0" anchor="ctr"/>
            <a:lstStyle/>
            <a:p>
              <a:endParaRPr lang="en-US"/>
            </a:p>
          </p:txBody>
        </p:sp>
        <p:sp>
          <p:nvSpPr>
            <p:cNvPr id="21" name="Freeform: Shape 20">
              <a:extLst>
                <a:ext uri="{FF2B5EF4-FFF2-40B4-BE49-F238E27FC236}">
                  <a16:creationId xmlns:a16="http://schemas.microsoft.com/office/drawing/2014/main" id="{F5CBEC6B-EDB6-40B8-8771-E5AF41B8D698}"/>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4473129" y="1912731"/>
              <a:ext cx="597294" cy="2543540"/>
            </a:xfrm>
            <a:custGeom>
              <a:avLst/>
              <a:gdLst>
                <a:gd name="connsiteX0" fmla="*/ 16478 w 597294"/>
                <a:gd name="connsiteY0" fmla="*/ 2079 h 2543540"/>
                <a:gd name="connsiteX1" fmla="*/ 299847 w 597294"/>
                <a:gd name="connsiteY1" fmla="*/ 53991 h 2543540"/>
                <a:gd name="connsiteX2" fmla="*/ 503206 w 597294"/>
                <a:gd name="connsiteY2" fmla="*/ 291354 h 2543540"/>
                <a:gd name="connsiteX3" fmla="*/ 525113 w 597294"/>
                <a:gd name="connsiteY3" fmla="*/ 724265 h 2543540"/>
                <a:gd name="connsiteX4" fmla="*/ 578930 w 597294"/>
                <a:gd name="connsiteY4" fmla="*/ 1117267 h 2543540"/>
                <a:gd name="connsiteX5" fmla="*/ 592931 w 597294"/>
                <a:gd name="connsiteY5" fmla="*/ 1476359 h 2543540"/>
                <a:gd name="connsiteX6" fmla="*/ 503206 w 597294"/>
                <a:gd name="connsiteY6" fmla="*/ 1859359 h 2543540"/>
                <a:gd name="connsiteX7" fmla="*/ 291846 w 597294"/>
                <a:gd name="connsiteY7" fmla="*/ 2250361 h 2543540"/>
                <a:gd name="connsiteX8" fmla="*/ 0 w 597294"/>
                <a:gd name="connsiteY8" fmla="*/ 2543540 h 254354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597294" h="2543540">
                  <a:moveTo>
                    <a:pt x="16478" y="2079"/>
                  </a:moveTo>
                  <a:cubicBezTo>
                    <a:pt x="101441" y="-6684"/>
                    <a:pt x="224885" y="12557"/>
                    <a:pt x="299847" y="53991"/>
                  </a:cubicBezTo>
                  <a:cubicBezTo>
                    <a:pt x="394240" y="106092"/>
                    <a:pt x="468440" y="189341"/>
                    <a:pt x="503206" y="291354"/>
                  </a:cubicBezTo>
                  <a:cubicBezTo>
                    <a:pt x="550069" y="429085"/>
                    <a:pt x="520827" y="577770"/>
                    <a:pt x="525113" y="724265"/>
                  </a:cubicBezTo>
                  <a:cubicBezTo>
                    <a:pt x="529019" y="856472"/>
                    <a:pt x="561118" y="986012"/>
                    <a:pt x="578930" y="1117267"/>
                  </a:cubicBezTo>
                  <a:cubicBezTo>
                    <a:pt x="595122" y="1236234"/>
                    <a:pt x="602742" y="1356630"/>
                    <a:pt x="592931" y="1476359"/>
                  </a:cubicBezTo>
                  <a:cubicBezTo>
                    <a:pt x="582073" y="1607709"/>
                    <a:pt x="549783" y="1736011"/>
                    <a:pt x="503206" y="1859359"/>
                  </a:cubicBezTo>
                  <a:cubicBezTo>
                    <a:pt x="450628" y="1998710"/>
                    <a:pt x="383857" y="2133298"/>
                    <a:pt x="291846" y="2250361"/>
                  </a:cubicBezTo>
                  <a:cubicBezTo>
                    <a:pt x="231553" y="2327132"/>
                    <a:pt x="73819" y="2479532"/>
                    <a:pt x="0" y="2543540"/>
                  </a:cubicBezTo>
                </a:path>
              </a:pathLst>
            </a:custGeom>
            <a:noFill/>
            <a:ln w="9525" cap="rnd">
              <a:solidFill>
                <a:schemeClr val="accent2">
                  <a:alpha val="75000"/>
                </a:schemeClr>
              </a:solidFill>
              <a:prstDash val="lgDash"/>
              <a:round/>
            </a:ln>
          </p:spPr>
          <p:txBody>
            <a:bodyPr rtlCol="0" anchor="ctr"/>
            <a:lstStyle/>
            <a:p>
              <a:endParaRPr lang="en-US"/>
            </a:p>
          </p:txBody>
        </p:sp>
        <p:sp>
          <p:nvSpPr>
            <p:cNvPr id="22" name="Freeform: Shape 21">
              <a:extLst>
                <a:ext uri="{FF2B5EF4-FFF2-40B4-BE49-F238E27FC236}">
                  <a16:creationId xmlns:a16="http://schemas.microsoft.com/office/drawing/2014/main" id="{91BD0EE8-AA47-4044-9251-9F5A4B820120}"/>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4491417" y="2227197"/>
              <a:ext cx="389425" cy="2011236"/>
            </a:xfrm>
            <a:custGeom>
              <a:avLst/>
              <a:gdLst>
                <a:gd name="connsiteX0" fmla="*/ 0 w 389425"/>
                <a:gd name="connsiteY0" fmla="*/ 33 h 2011236"/>
                <a:gd name="connsiteX1" fmla="*/ 171260 w 389425"/>
                <a:gd name="connsiteY1" fmla="*/ 60326 h 2011236"/>
                <a:gd name="connsiteX2" fmla="*/ 211455 w 389425"/>
                <a:gd name="connsiteY2" fmla="*/ 221204 h 2011236"/>
                <a:gd name="connsiteX3" fmla="*/ 243078 w 389425"/>
                <a:gd name="connsiteY3" fmla="*/ 448089 h 2011236"/>
                <a:gd name="connsiteX4" fmla="*/ 346424 w 389425"/>
                <a:gd name="connsiteY4" fmla="*/ 789941 h 2011236"/>
                <a:gd name="connsiteX5" fmla="*/ 372237 w 389425"/>
                <a:gd name="connsiteY5" fmla="*/ 942151 h 2011236"/>
                <a:gd name="connsiteX6" fmla="*/ 386620 w 389425"/>
                <a:gd name="connsiteY6" fmla="*/ 1272478 h 2011236"/>
                <a:gd name="connsiteX7" fmla="*/ 280416 w 389425"/>
                <a:gd name="connsiteY7" fmla="*/ 1660241 h 2011236"/>
                <a:gd name="connsiteX8" fmla="*/ 151257 w 389425"/>
                <a:gd name="connsiteY8" fmla="*/ 1844073 h 2011236"/>
                <a:gd name="connsiteX9" fmla="*/ 1905 w 389425"/>
                <a:gd name="connsiteY9" fmla="*/ 2011237 h 201123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389425" h="2011236">
                  <a:moveTo>
                    <a:pt x="0" y="33"/>
                  </a:moveTo>
                  <a:cubicBezTo>
                    <a:pt x="57912" y="-824"/>
                    <a:pt x="136112" y="14892"/>
                    <a:pt x="171260" y="60326"/>
                  </a:cubicBezTo>
                  <a:cubicBezTo>
                    <a:pt x="205645" y="104903"/>
                    <a:pt x="207740" y="164244"/>
                    <a:pt x="211455" y="221204"/>
                  </a:cubicBezTo>
                  <a:cubicBezTo>
                    <a:pt x="216408" y="297594"/>
                    <a:pt x="225838" y="373604"/>
                    <a:pt x="243078" y="448089"/>
                  </a:cubicBezTo>
                  <a:cubicBezTo>
                    <a:pt x="269939" y="564199"/>
                    <a:pt x="319183" y="673927"/>
                    <a:pt x="346424" y="789941"/>
                  </a:cubicBezTo>
                  <a:cubicBezTo>
                    <a:pt x="358235" y="840043"/>
                    <a:pt x="365951" y="891097"/>
                    <a:pt x="372237" y="942151"/>
                  </a:cubicBezTo>
                  <a:cubicBezTo>
                    <a:pt x="385858" y="1051784"/>
                    <a:pt x="394049" y="1162274"/>
                    <a:pt x="386620" y="1272478"/>
                  </a:cubicBezTo>
                  <a:cubicBezTo>
                    <a:pt x="377476" y="1407828"/>
                    <a:pt x="344996" y="1541178"/>
                    <a:pt x="280416" y="1660241"/>
                  </a:cubicBezTo>
                  <a:cubicBezTo>
                    <a:pt x="244602" y="1726249"/>
                    <a:pt x="199358" y="1786352"/>
                    <a:pt x="151257" y="1844073"/>
                  </a:cubicBezTo>
                  <a:cubicBezTo>
                    <a:pt x="79534" y="1930084"/>
                    <a:pt x="89345" y="1941419"/>
                    <a:pt x="1905" y="2011237"/>
                  </a:cubicBezTo>
                </a:path>
              </a:pathLst>
            </a:custGeom>
            <a:noFill/>
            <a:ln w="9525" cap="rnd">
              <a:solidFill>
                <a:schemeClr val="accent2">
                  <a:alpha val="75000"/>
                </a:schemeClr>
              </a:solidFill>
              <a:prstDash val="lgDash"/>
              <a:round/>
            </a:ln>
          </p:spPr>
          <p:txBody>
            <a:bodyPr rtlCol="0" anchor="ctr"/>
            <a:lstStyle/>
            <a:p>
              <a:endParaRPr lang="en-US"/>
            </a:p>
          </p:txBody>
        </p:sp>
      </p:grpSp>
      <p:grpSp>
        <p:nvGrpSpPr>
          <p:cNvPr id="24" name="Graphic 157">
            <a:extLst>
              <a:ext uri="{FF2B5EF4-FFF2-40B4-BE49-F238E27FC236}">
                <a16:creationId xmlns:a16="http://schemas.microsoft.com/office/drawing/2014/main" id="{C3279E8D-2BAA-4CB1-834B-09FADD54DE56}"/>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8610600" y="3276600"/>
            <a:ext cx="3529260" cy="3581398"/>
            <a:chOff x="4114800" y="1423987"/>
            <a:chExt cx="3961542" cy="4007547"/>
          </a:xfrm>
          <a:noFill/>
        </p:grpSpPr>
        <p:sp>
          <p:nvSpPr>
            <p:cNvPr id="25" name="Freeform: Shape 24">
              <a:extLst>
                <a:ext uri="{FF2B5EF4-FFF2-40B4-BE49-F238E27FC236}">
                  <a16:creationId xmlns:a16="http://schemas.microsoft.com/office/drawing/2014/main" id="{3456F18E-4F61-486D-9CD6-65B30372C534}"/>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4114800" y="1423987"/>
              <a:ext cx="3946874" cy="3989641"/>
            </a:xfrm>
            <a:custGeom>
              <a:avLst/>
              <a:gdLst>
                <a:gd name="connsiteX0" fmla="*/ 0 w 3946874"/>
                <a:gd name="connsiteY0" fmla="*/ 3989641 h 3989641"/>
                <a:gd name="connsiteX1" fmla="*/ 79439 w 3946874"/>
                <a:gd name="connsiteY1" fmla="*/ 3891153 h 3989641"/>
                <a:gd name="connsiteX2" fmla="*/ 297371 w 3946874"/>
                <a:gd name="connsiteY2" fmla="*/ 3626930 h 3989641"/>
                <a:gd name="connsiteX3" fmla="*/ 454343 w 3946874"/>
                <a:gd name="connsiteY3" fmla="*/ 3440335 h 3989641"/>
                <a:gd name="connsiteX4" fmla="*/ 622363 w 3946874"/>
                <a:gd name="connsiteY4" fmla="*/ 3290697 h 3989641"/>
                <a:gd name="connsiteX5" fmla="*/ 927068 w 3946874"/>
                <a:gd name="connsiteY5" fmla="*/ 3087434 h 3989641"/>
                <a:gd name="connsiteX6" fmla="*/ 1176338 w 3946874"/>
                <a:gd name="connsiteY6" fmla="*/ 2915603 h 3989641"/>
                <a:gd name="connsiteX7" fmla="*/ 1394270 w 3946874"/>
                <a:gd name="connsiteY7" fmla="*/ 2780729 h 3989641"/>
                <a:gd name="connsiteX8" fmla="*/ 1601057 w 3946874"/>
                <a:gd name="connsiteY8" fmla="*/ 2723483 h 3989641"/>
                <a:gd name="connsiteX9" fmla="*/ 1756220 w 3946874"/>
                <a:gd name="connsiteY9" fmla="*/ 2743772 h 3989641"/>
                <a:gd name="connsiteX10" fmla="*/ 1889189 w 3946874"/>
                <a:gd name="connsiteY10" fmla="*/ 2765965 h 3989641"/>
                <a:gd name="connsiteX11" fmla="*/ 2007394 w 3946874"/>
                <a:gd name="connsiteY11" fmla="*/ 2765965 h 3989641"/>
                <a:gd name="connsiteX12" fmla="*/ 2184654 w 3946874"/>
                <a:gd name="connsiteY12" fmla="*/ 2671763 h 3989641"/>
                <a:gd name="connsiteX13" fmla="*/ 2372773 w 3946874"/>
                <a:gd name="connsiteY13" fmla="*/ 2538984 h 3989641"/>
                <a:gd name="connsiteX14" fmla="*/ 2439543 w 3946874"/>
                <a:gd name="connsiteY14" fmla="*/ 2510504 h 3989641"/>
                <a:gd name="connsiteX15" fmla="*/ 2650617 w 3946874"/>
                <a:gd name="connsiteY15" fmla="*/ 2434781 h 3989641"/>
                <a:gd name="connsiteX16" fmla="*/ 2785110 w 3946874"/>
                <a:gd name="connsiteY16" fmla="*/ 2383060 h 3989641"/>
                <a:gd name="connsiteX17" fmla="*/ 2897315 w 3946874"/>
                <a:gd name="connsiteY17" fmla="*/ 2318861 h 3989641"/>
                <a:gd name="connsiteX18" fmla="*/ 2997994 w 3946874"/>
                <a:gd name="connsiteY18" fmla="*/ 2226183 h 3989641"/>
                <a:gd name="connsiteX19" fmla="*/ 3061240 w 3946874"/>
                <a:gd name="connsiteY19" fmla="*/ 2141506 h 3989641"/>
                <a:gd name="connsiteX20" fmla="*/ 3152108 w 3946874"/>
                <a:gd name="connsiteY20" fmla="*/ 2005203 h 3989641"/>
                <a:gd name="connsiteX21" fmla="*/ 3274124 w 3946874"/>
                <a:gd name="connsiteY21" fmla="*/ 1871567 h 3989641"/>
                <a:gd name="connsiteX22" fmla="*/ 3388138 w 3946874"/>
                <a:gd name="connsiteY22" fmla="*/ 1770888 h 3989641"/>
                <a:gd name="connsiteX23" fmla="*/ 3466529 w 3946874"/>
                <a:gd name="connsiteY23" fmla="*/ 1679162 h 3989641"/>
                <a:gd name="connsiteX24" fmla="*/ 3538633 w 3946874"/>
                <a:gd name="connsiteY24" fmla="*/ 1551718 h 3989641"/>
                <a:gd name="connsiteX25" fmla="*/ 3588544 w 3946874"/>
                <a:gd name="connsiteY25" fmla="*/ 1376172 h 3989641"/>
                <a:gd name="connsiteX26" fmla="*/ 3597402 w 3946874"/>
                <a:gd name="connsiteY26" fmla="*/ 1293305 h 3989641"/>
                <a:gd name="connsiteX27" fmla="*/ 3721227 w 3946874"/>
                <a:gd name="connsiteY27" fmla="*/ 880491 h 3989641"/>
                <a:gd name="connsiteX28" fmla="*/ 3761137 w 3946874"/>
                <a:gd name="connsiteY28" fmla="*/ 463677 h 3989641"/>
                <a:gd name="connsiteX29" fmla="*/ 3946874 w 3946874"/>
                <a:gd name="connsiteY29" fmla="*/ 0 h 398964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Lst>
              <a:rect l="l" t="t" r="r" b="b"/>
              <a:pathLst>
                <a:path w="3946874" h="3989641">
                  <a:moveTo>
                    <a:pt x="0" y="3989641"/>
                  </a:moveTo>
                  <a:cubicBezTo>
                    <a:pt x="19050" y="3957257"/>
                    <a:pt x="50959" y="3916013"/>
                    <a:pt x="79439" y="3891153"/>
                  </a:cubicBezTo>
                  <a:cubicBezTo>
                    <a:pt x="165544" y="3815906"/>
                    <a:pt x="227933" y="3717989"/>
                    <a:pt x="297371" y="3626930"/>
                  </a:cubicBezTo>
                  <a:cubicBezTo>
                    <a:pt x="346615" y="3562255"/>
                    <a:pt x="398050" y="3499009"/>
                    <a:pt x="454343" y="3440335"/>
                  </a:cubicBezTo>
                  <a:cubicBezTo>
                    <a:pt x="506349" y="3386042"/>
                    <a:pt x="562642" y="3336227"/>
                    <a:pt x="622363" y="3290697"/>
                  </a:cubicBezTo>
                  <a:cubicBezTo>
                    <a:pt x="719519" y="3216688"/>
                    <a:pt x="824960" y="3154585"/>
                    <a:pt x="927068" y="3087434"/>
                  </a:cubicBezTo>
                  <a:cubicBezTo>
                    <a:pt x="1011365" y="3031998"/>
                    <a:pt x="1093565" y="2973324"/>
                    <a:pt x="1176338" y="2915603"/>
                  </a:cubicBezTo>
                  <a:cubicBezTo>
                    <a:pt x="1246537" y="2866644"/>
                    <a:pt x="1317308" y="2818066"/>
                    <a:pt x="1394270" y="2780729"/>
                  </a:cubicBezTo>
                  <a:cubicBezTo>
                    <a:pt x="1459421" y="2749106"/>
                    <a:pt x="1528763" y="2724436"/>
                    <a:pt x="1601057" y="2723483"/>
                  </a:cubicBezTo>
                  <a:cubicBezTo>
                    <a:pt x="1653350" y="2722721"/>
                    <a:pt x="1704785" y="2733485"/>
                    <a:pt x="1756220" y="2743772"/>
                  </a:cubicBezTo>
                  <a:cubicBezTo>
                    <a:pt x="1800320" y="2752630"/>
                    <a:pt x="1844612" y="2760250"/>
                    <a:pt x="1889189" y="2765965"/>
                  </a:cubicBezTo>
                  <a:cubicBezTo>
                    <a:pt x="1928622" y="2771013"/>
                    <a:pt x="1968437" y="2773299"/>
                    <a:pt x="2007394" y="2765965"/>
                  </a:cubicBezTo>
                  <a:cubicBezTo>
                    <a:pt x="2073878" y="2753487"/>
                    <a:pt x="2130647" y="2712911"/>
                    <a:pt x="2184654" y="2671763"/>
                  </a:cubicBezTo>
                  <a:cubicBezTo>
                    <a:pt x="2245900" y="2625090"/>
                    <a:pt x="2304002" y="2573465"/>
                    <a:pt x="2372773" y="2538984"/>
                  </a:cubicBezTo>
                  <a:cubicBezTo>
                    <a:pt x="2394395" y="2528126"/>
                    <a:pt x="2416874" y="2518982"/>
                    <a:pt x="2439543" y="2510504"/>
                  </a:cubicBezTo>
                  <a:cubicBezTo>
                    <a:pt x="2509552" y="2484215"/>
                    <a:pt x="2580037" y="2459450"/>
                    <a:pt x="2650617" y="2434781"/>
                  </a:cubicBezTo>
                  <a:cubicBezTo>
                    <a:pt x="2695956" y="2418874"/>
                    <a:pt x="2741295" y="2402872"/>
                    <a:pt x="2785110" y="2383060"/>
                  </a:cubicBezTo>
                  <a:cubicBezTo>
                    <a:pt x="2824448" y="2365248"/>
                    <a:pt x="2862358" y="2344198"/>
                    <a:pt x="2897315" y="2318861"/>
                  </a:cubicBezTo>
                  <a:cubicBezTo>
                    <a:pt x="2934367" y="2292096"/>
                    <a:pt x="2968085" y="2260854"/>
                    <a:pt x="2997994" y="2226183"/>
                  </a:cubicBezTo>
                  <a:cubicBezTo>
                    <a:pt x="3020949" y="2199513"/>
                    <a:pt x="3041714" y="2170938"/>
                    <a:pt x="3061240" y="2141506"/>
                  </a:cubicBezTo>
                  <a:cubicBezTo>
                    <a:pt x="3091529" y="2095976"/>
                    <a:pt x="3119533" y="2049018"/>
                    <a:pt x="3152108" y="2005203"/>
                  </a:cubicBezTo>
                  <a:cubicBezTo>
                    <a:pt x="3188113" y="1956626"/>
                    <a:pt x="3229261" y="1912144"/>
                    <a:pt x="3274124" y="1871567"/>
                  </a:cubicBezTo>
                  <a:cubicBezTo>
                    <a:pt x="3311747" y="1837563"/>
                    <a:pt x="3351848" y="1806321"/>
                    <a:pt x="3388138" y="1770888"/>
                  </a:cubicBezTo>
                  <a:cubicBezTo>
                    <a:pt x="3416999" y="1742694"/>
                    <a:pt x="3443002" y="1711833"/>
                    <a:pt x="3466529" y="1679162"/>
                  </a:cubicBezTo>
                  <a:cubicBezTo>
                    <a:pt x="3495008" y="1639348"/>
                    <a:pt x="3519392" y="1596771"/>
                    <a:pt x="3538633" y="1551718"/>
                  </a:cubicBezTo>
                  <a:cubicBezTo>
                    <a:pt x="3562731" y="1495616"/>
                    <a:pt x="3578924" y="1436465"/>
                    <a:pt x="3588544" y="1376172"/>
                  </a:cubicBezTo>
                  <a:cubicBezTo>
                    <a:pt x="3592925" y="1348740"/>
                    <a:pt x="3595688" y="1321022"/>
                    <a:pt x="3597402" y="1293305"/>
                  </a:cubicBezTo>
                  <a:cubicBezTo>
                    <a:pt x="3605974" y="1155859"/>
                    <a:pt x="3717703" y="1018127"/>
                    <a:pt x="3721227" y="880491"/>
                  </a:cubicBezTo>
                  <a:cubicBezTo>
                    <a:pt x="3724751" y="740855"/>
                    <a:pt x="3743135" y="602171"/>
                    <a:pt x="3761137" y="463677"/>
                  </a:cubicBezTo>
                  <a:cubicBezTo>
                    <a:pt x="3776186" y="347758"/>
                    <a:pt x="3934968" y="116205"/>
                    <a:pt x="3946874" y="0"/>
                  </a:cubicBezTo>
                </a:path>
              </a:pathLst>
            </a:custGeom>
            <a:noFill/>
            <a:ln w="9525" cap="rnd">
              <a:solidFill>
                <a:schemeClr val="accent2">
                  <a:alpha val="75000"/>
                </a:schemeClr>
              </a:solidFill>
              <a:prstDash val="lgDash"/>
              <a:round/>
            </a:ln>
          </p:spPr>
          <p:txBody>
            <a:bodyPr rtlCol="0" anchor="ctr"/>
            <a:lstStyle/>
            <a:p>
              <a:endParaRPr lang="en-US"/>
            </a:p>
          </p:txBody>
        </p:sp>
        <p:sp>
          <p:nvSpPr>
            <p:cNvPr id="26" name="Freeform: Shape 25">
              <a:extLst>
                <a:ext uri="{FF2B5EF4-FFF2-40B4-BE49-F238E27FC236}">
                  <a16:creationId xmlns:a16="http://schemas.microsoft.com/office/drawing/2014/main" id="{318DDF45-08F0-46B6-A0B7-133735C94F47}"/>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4395978" y="2441733"/>
              <a:ext cx="3665410" cy="2985611"/>
            </a:xfrm>
            <a:custGeom>
              <a:avLst/>
              <a:gdLst>
                <a:gd name="connsiteX0" fmla="*/ 0 w 3665410"/>
                <a:gd name="connsiteY0" fmla="*/ 2985611 h 2985611"/>
                <a:gd name="connsiteX1" fmla="*/ 166211 w 3665410"/>
                <a:gd name="connsiteY1" fmla="*/ 2699766 h 2985611"/>
                <a:gd name="connsiteX2" fmla="*/ 397002 w 3665410"/>
                <a:gd name="connsiteY2" fmla="*/ 2414969 h 2985611"/>
                <a:gd name="connsiteX3" fmla="*/ 620173 w 3665410"/>
                <a:gd name="connsiteY3" fmla="*/ 2237899 h 2985611"/>
                <a:gd name="connsiteX4" fmla="*/ 823341 w 3665410"/>
                <a:gd name="connsiteY4" fmla="*/ 2085499 h 2985611"/>
                <a:gd name="connsiteX5" fmla="*/ 1089565 w 3665410"/>
                <a:gd name="connsiteY5" fmla="*/ 1911477 h 2985611"/>
                <a:gd name="connsiteX6" fmla="*/ 1145000 w 3665410"/>
                <a:gd name="connsiteY6" fmla="*/ 1886807 h 2985611"/>
                <a:gd name="connsiteX7" fmla="*/ 1375791 w 3665410"/>
                <a:gd name="connsiteY7" fmla="*/ 1842135 h 2985611"/>
                <a:gd name="connsiteX8" fmla="*/ 1486567 w 3665410"/>
                <a:gd name="connsiteY8" fmla="*/ 1857566 h 2985611"/>
                <a:gd name="connsiteX9" fmla="*/ 1568101 w 3665410"/>
                <a:gd name="connsiteY9" fmla="*/ 1871377 h 2985611"/>
                <a:gd name="connsiteX10" fmla="*/ 1810607 w 3665410"/>
                <a:gd name="connsiteY10" fmla="*/ 1871377 h 2985611"/>
                <a:gd name="connsiteX11" fmla="*/ 1997964 w 3665410"/>
                <a:gd name="connsiteY11" fmla="*/ 1790605 h 2985611"/>
                <a:gd name="connsiteX12" fmla="*/ 2109883 w 3665410"/>
                <a:gd name="connsiteY12" fmla="*/ 1702784 h 2985611"/>
                <a:gd name="connsiteX13" fmla="*/ 2321433 w 3665410"/>
                <a:gd name="connsiteY13" fmla="*/ 1552384 h 2985611"/>
                <a:gd name="connsiteX14" fmla="*/ 2558891 w 3665410"/>
                <a:gd name="connsiteY14" fmla="*/ 1453420 h 2985611"/>
                <a:gd name="connsiteX15" fmla="*/ 2709767 w 3665410"/>
                <a:gd name="connsiteY15" fmla="*/ 1377887 h 2985611"/>
                <a:gd name="connsiteX16" fmla="*/ 2885408 w 3665410"/>
                <a:gd name="connsiteY16" fmla="*/ 1237393 h 2985611"/>
                <a:gd name="connsiteX17" fmla="*/ 3017711 w 3665410"/>
                <a:gd name="connsiteY17" fmla="*/ 1072229 h 2985611"/>
                <a:gd name="connsiteX18" fmla="*/ 3150680 w 3665410"/>
                <a:gd name="connsiteY18" fmla="*/ 921830 h 2985611"/>
                <a:gd name="connsiteX19" fmla="*/ 3255169 w 3665410"/>
                <a:gd name="connsiteY19" fmla="*/ 801815 h 2985611"/>
                <a:gd name="connsiteX20" fmla="*/ 3339275 w 3665410"/>
                <a:gd name="connsiteY20" fmla="*/ 694182 h 2985611"/>
                <a:gd name="connsiteX21" fmla="*/ 3409188 w 3665410"/>
                <a:gd name="connsiteY21" fmla="*/ 546926 h 2985611"/>
                <a:gd name="connsiteX22" fmla="*/ 3464243 w 3665410"/>
                <a:gd name="connsiteY22" fmla="*/ 347663 h 2985611"/>
                <a:gd name="connsiteX23" fmla="*/ 3665411 w 3665410"/>
                <a:gd name="connsiteY23" fmla="*/ 0 h 298561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Lst>
              <a:rect l="l" t="t" r="r" b="b"/>
              <a:pathLst>
                <a:path w="3665410" h="2985611">
                  <a:moveTo>
                    <a:pt x="0" y="2985611"/>
                  </a:moveTo>
                  <a:cubicBezTo>
                    <a:pt x="0" y="2985611"/>
                    <a:pt x="86773" y="2802827"/>
                    <a:pt x="166211" y="2699766"/>
                  </a:cubicBezTo>
                  <a:cubicBezTo>
                    <a:pt x="240983" y="2602706"/>
                    <a:pt x="309182" y="2500122"/>
                    <a:pt x="397002" y="2414969"/>
                  </a:cubicBezTo>
                  <a:cubicBezTo>
                    <a:pt x="465296" y="2348865"/>
                    <a:pt x="543592" y="2294477"/>
                    <a:pt x="620173" y="2237899"/>
                  </a:cubicBezTo>
                  <a:cubicBezTo>
                    <a:pt x="688277" y="2187607"/>
                    <a:pt x="755333" y="2135886"/>
                    <a:pt x="823341" y="2085499"/>
                  </a:cubicBezTo>
                  <a:cubicBezTo>
                    <a:pt x="908685" y="2022253"/>
                    <a:pt x="994791" y="1959197"/>
                    <a:pt x="1089565" y="1911477"/>
                  </a:cubicBezTo>
                  <a:cubicBezTo>
                    <a:pt x="1107662" y="1902428"/>
                    <a:pt x="1126141" y="1894141"/>
                    <a:pt x="1145000" y="1886807"/>
                  </a:cubicBezTo>
                  <a:cubicBezTo>
                    <a:pt x="1218819" y="1858232"/>
                    <a:pt x="1296924" y="1838611"/>
                    <a:pt x="1375791" y="1842135"/>
                  </a:cubicBezTo>
                  <a:cubicBezTo>
                    <a:pt x="1413129" y="1843754"/>
                    <a:pt x="1449896" y="1850422"/>
                    <a:pt x="1486567" y="1857566"/>
                  </a:cubicBezTo>
                  <a:cubicBezTo>
                    <a:pt x="1513618" y="1862804"/>
                    <a:pt x="1540859" y="1867376"/>
                    <a:pt x="1568101" y="1871377"/>
                  </a:cubicBezTo>
                  <a:cubicBezTo>
                    <a:pt x="1648778" y="1883188"/>
                    <a:pt x="1730978" y="1887665"/>
                    <a:pt x="1810607" y="1871377"/>
                  </a:cubicBezTo>
                  <a:cubicBezTo>
                    <a:pt x="1877854" y="1857661"/>
                    <a:pt x="1941100" y="1829086"/>
                    <a:pt x="1997964" y="1790605"/>
                  </a:cubicBezTo>
                  <a:cubicBezTo>
                    <a:pt x="2037302" y="1764030"/>
                    <a:pt x="2073497" y="1733264"/>
                    <a:pt x="2109883" y="1702784"/>
                  </a:cubicBezTo>
                  <a:cubicBezTo>
                    <a:pt x="2176367" y="1647063"/>
                    <a:pt x="2244852" y="1593151"/>
                    <a:pt x="2321433" y="1552384"/>
                  </a:cubicBezTo>
                  <a:cubicBezTo>
                    <a:pt x="2397157" y="1512094"/>
                    <a:pt x="2479548" y="1486281"/>
                    <a:pt x="2558891" y="1453420"/>
                  </a:cubicBezTo>
                  <a:cubicBezTo>
                    <a:pt x="2610898" y="1431798"/>
                    <a:pt x="2661571" y="1407033"/>
                    <a:pt x="2709767" y="1377887"/>
                  </a:cubicBezTo>
                  <a:cubicBezTo>
                    <a:pt x="2774252" y="1338929"/>
                    <a:pt x="2834069" y="1292447"/>
                    <a:pt x="2885408" y="1237393"/>
                  </a:cubicBezTo>
                  <a:cubicBezTo>
                    <a:pt x="2933605" y="1185767"/>
                    <a:pt x="2973324" y="1127093"/>
                    <a:pt x="3017711" y="1072229"/>
                  </a:cubicBezTo>
                  <a:cubicBezTo>
                    <a:pt x="3059811" y="1020223"/>
                    <a:pt x="3105912" y="971645"/>
                    <a:pt x="3150680" y="921830"/>
                  </a:cubicBezTo>
                  <a:cubicBezTo>
                    <a:pt x="3186113" y="882396"/>
                    <a:pt x="3220593" y="842010"/>
                    <a:pt x="3255169" y="801815"/>
                  </a:cubicBezTo>
                  <a:cubicBezTo>
                    <a:pt x="3284887" y="767239"/>
                    <a:pt x="3314605" y="732473"/>
                    <a:pt x="3339275" y="694182"/>
                  </a:cubicBezTo>
                  <a:cubicBezTo>
                    <a:pt x="3368707" y="648367"/>
                    <a:pt x="3390138" y="597980"/>
                    <a:pt x="3409188" y="546926"/>
                  </a:cubicBezTo>
                  <a:cubicBezTo>
                    <a:pt x="3433382" y="482156"/>
                    <a:pt x="3453384" y="415861"/>
                    <a:pt x="3464243" y="347663"/>
                  </a:cubicBezTo>
                  <a:cubicBezTo>
                    <a:pt x="3476244" y="272224"/>
                    <a:pt x="3661696" y="76295"/>
                    <a:pt x="3665411" y="0"/>
                  </a:cubicBezTo>
                </a:path>
              </a:pathLst>
            </a:custGeom>
            <a:noFill/>
            <a:ln w="9525" cap="rnd">
              <a:solidFill>
                <a:schemeClr val="accent2">
                  <a:alpha val="75000"/>
                </a:schemeClr>
              </a:solidFill>
              <a:prstDash val="lgDash"/>
              <a:round/>
            </a:ln>
          </p:spPr>
          <p:txBody>
            <a:bodyPr rtlCol="0" anchor="ctr"/>
            <a:lstStyle/>
            <a:p>
              <a:endParaRPr lang="en-US"/>
            </a:p>
          </p:txBody>
        </p:sp>
        <p:sp>
          <p:nvSpPr>
            <p:cNvPr id="27" name="Freeform: Shape 26">
              <a:extLst>
                <a:ext uri="{FF2B5EF4-FFF2-40B4-BE49-F238E27FC236}">
                  <a16:creationId xmlns:a16="http://schemas.microsoft.com/office/drawing/2014/main" id="{B9D0CC0F-710D-43F4-BC86-763767420133}"/>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7790402" y="5229700"/>
              <a:ext cx="285940" cy="199072"/>
            </a:xfrm>
            <a:custGeom>
              <a:avLst/>
              <a:gdLst>
                <a:gd name="connsiteX0" fmla="*/ 0 w 285940"/>
                <a:gd name="connsiteY0" fmla="*/ 199073 h 199072"/>
                <a:gd name="connsiteX1" fmla="*/ 285940 w 285940"/>
                <a:gd name="connsiteY1" fmla="*/ 0 h 199072"/>
              </a:gdLst>
              <a:ahLst/>
              <a:cxnLst>
                <a:cxn ang="0">
                  <a:pos x="connsiteX0" y="connsiteY0"/>
                </a:cxn>
                <a:cxn ang="0">
                  <a:pos x="connsiteX1" y="connsiteY1"/>
                </a:cxn>
              </a:cxnLst>
              <a:rect l="l" t="t" r="r" b="b"/>
              <a:pathLst>
                <a:path w="285940" h="199072">
                  <a:moveTo>
                    <a:pt x="0" y="199073"/>
                  </a:moveTo>
                  <a:cubicBezTo>
                    <a:pt x="0" y="199073"/>
                    <a:pt x="242125" y="39243"/>
                    <a:pt x="285940" y="0"/>
                  </a:cubicBezTo>
                </a:path>
              </a:pathLst>
            </a:custGeom>
            <a:noFill/>
            <a:ln w="9525" cap="rnd">
              <a:solidFill>
                <a:schemeClr val="accent2">
                  <a:alpha val="75000"/>
                </a:schemeClr>
              </a:solidFill>
              <a:prstDash val="lgDash"/>
              <a:round/>
            </a:ln>
          </p:spPr>
          <p:txBody>
            <a:bodyPr rtlCol="0" anchor="ctr"/>
            <a:lstStyle/>
            <a:p>
              <a:endParaRPr lang="en-US"/>
            </a:p>
          </p:txBody>
        </p:sp>
        <p:sp>
          <p:nvSpPr>
            <p:cNvPr id="28" name="Freeform: Shape 27">
              <a:extLst>
                <a:ext uri="{FF2B5EF4-FFF2-40B4-BE49-F238E27FC236}">
                  <a16:creationId xmlns:a16="http://schemas.microsoft.com/office/drawing/2014/main" id="{6FB36AB6-CB81-495A-8A33-C0BCE67D6F23}"/>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7393114" y="5049773"/>
              <a:ext cx="655796" cy="381190"/>
            </a:xfrm>
            <a:custGeom>
              <a:avLst/>
              <a:gdLst>
                <a:gd name="connsiteX0" fmla="*/ 0 w 655796"/>
                <a:gd name="connsiteY0" fmla="*/ 381190 h 381190"/>
                <a:gd name="connsiteX1" fmla="*/ 655796 w 655796"/>
                <a:gd name="connsiteY1" fmla="*/ 0 h 381190"/>
              </a:gdLst>
              <a:ahLst/>
              <a:cxnLst>
                <a:cxn ang="0">
                  <a:pos x="connsiteX0" y="connsiteY0"/>
                </a:cxn>
                <a:cxn ang="0">
                  <a:pos x="connsiteX1" y="connsiteY1"/>
                </a:cxn>
              </a:cxnLst>
              <a:rect l="l" t="t" r="r" b="b"/>
              <a:pathLst>
                <a:path w="655796" h="381190">
                  <a:moveTo>
                    <a:pt x="0" y="381190"/>
                  </a:moveTo>
                  <a:cubicBezTo>
                    <a:pt x="0" y="381190"/>
                    <a:pt x="461105" y="172117"/>
                    <a:pt x="655796" y="0"/>
                  </a:cubicBezTo>
                </a:path>
              </a:pathLst>
            </a:custGeom>
            <a:noFill/>
            <a:ln w="9525" cap="rnd">
              <a:solidFill>
                <a:schemeClr val="accent2">
                  <a:alpha val="75000"/>
                </a:schemeClr>
              </a:solidFill>
              <a:prstDash val="lgDash"/>
              <a:round/>
            </a:ln>
          </p:spPr>
          <p:txBody>
            <a:bodyPr rtlCol="0" anchor="ctr"/>
            <a:lstStyle/>
            <a:p>
              <a:endParaRPr lang="en-US"/>
            </a:p>
          </p:txBody>
        </p:sp>
        <p:sp>
          <p:nvSpPr>
            <p:cNvPr id="29" name="Freeform: Shape 28">
              <a:extLst>
                <a:ext uri="{FF2B5EF4-FFF2-40B4-BE49-F238E27FC236}">
                  <a16:creationId xmlns:a16="http://schemas.microsoft.com/office/drawing/2014/main" id="{1993F7E6-ABF6-482D-BEA5-B4E607DDB433}"/>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154072" y="3867816"/>
              <a:ext cx="2907315" cy="1544764"/>
            </a:xfrm>
            <a:custGeom>
              <a:avLst/>
              <a:gdLst>
                <a:gd name="connsiteX0" fmla="*/ 0 w 2907315"/>
                <a:gd name="connsiteY0" fmla="*/ 1544764 h 1544764"/>
                <a:gd name="connsiteX1" fmla="*/ 201644 w 2907315"/>
                <a:gd name="connsiteY1" fmla="*/ 1352550 h 1544764"/>
                <a:gd name="connsiteX2" fmla="*/ 423196 w 2907315"/>
                <a:gd name="connsiteY2" fmla="*/ 1196054 h 1544764"/>
                <a:gd name="connsiteX3" fmla="*/ 782193 w 2907315"/>
                <a:gd name="connsiteY3" fmla="*/ 1099947 h 1544764"/>
                <a:gd name="connsiteX4" fmla="*/ 1052513 w 2907315"/>
                <a:gd name="connsiteY4" fmla="*/ 1042321 h 1544764"/>
                <a:gd name="connsiteX5" fmla="*/ 1311783 w 2907315"/>
                <a:gd name="connsiteY5" fmla="*/ 1056037 h 1544764"/>
                <a:gd name="connsiteX6" fmla="*/ 1484662 w 2907315"/>
                <a:gd name="connsiteY6" fmla="*/ 1083469 h 1544764"/>
                <a:gd name="connsiteX7" fmla="*/ 1788224 w 2907315"/>
                <a:gd name="connsiteY7" fmla="*/ 1023080 h 1544764"/>
                <a:gd name="connsiteX8" fmla="*/ 2269045 w 2907315"/>
                <a:gd name="connsiteY8" fmla="*/ 734758 h 1544764"/>
                <a:gd name="connsiteX9" fmla="*/ 2534984 w 2907315"/>
                <a:gd name="connsiteY9" fmla="*/ 572738 h 1544764"/>
                <a:gd name="connsiteX10" fmla="*/ 2907316 w 2907315"/>
                <a:gd name="connsiteY10" fmla="*/ 0 h 154476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2907315" h="1544764">
                  <a:moveTo>
                    <a:pt x="0" y="1544764"/>
                  </a:moveTo>
                  <a:cubicBezTo>
                    <a:pt x="0" y="1544764"/>
                    <a:pt x="98012" y="1443990"/>
                    <a:pt x="201644" y="1352550"/>
                  </a:cubicBezTo>
                  <a:cubicBezTo>
                    <a:pt x="271272" y="1291209"/>
                    <a:pt x="343662" y="1234249"/>
                    <a:pt x="423196" y="1196054"/>
                  </a:cubicBezTo>
                  <a:cubicBezTo>
                    <a:pt x="537591" y="1141095"/>
                    <a:pt x="661226" y="1127189"/>
                    <a:pt x="782193" y="1099947"/>
                  </a:cubicBezTo>
                  <a:cubicBezTo>
                    <a:pt x="872300" y="1079659"/>
                    <a:pt x="961358" y="1051370"/>
                    <a:pt x="1052513" y="1042321"/>
                  </a:cubicBezTo>
                  <a:cubicBezTo>
                    <a:pt x="1139000" y="1033653"/>
                    <a:pt x="1225868" y="1040321"/>
                    <a:pt x="1311783" y="1056037"/>
                  </a:cubicBezTo>
                  <a:cubicBezTo>
                    <a:pt x="1369314" y="1066609"/>
                    <a:pt x="1426559" y="1079373"/>
                    <a:pt x="1484662" y="1083469"/>
                  </a:cubicBezTo>
                  <a:cubicBezTo>
                    <a:pt x="1587913" y="1090803"/>
                    <a:pt x="1690402" y="1064800"/>
                    <a:pt x="1788224" y="1023080"/>
                  </a:cubicBezTo>
                  <a:cubicBezTo>
                    <a:pt x="1956721" y="951262"/>
                    <a:pt x="2106549" y="825722"/>
                    <a:pt x="2269045" y="734758"/>
                  </a:cubicBezTo>
                  <a:cubicBezTo>
                    <a:pt x="2359438" y="684181"/>
                    <a:pt x="2452497" y="640556"/>
                    <a:pt x="2534984" y="572738"/>
                  </a:cubicBezTo>
                  <a:cubicBezTo>
                    <a:pt x="2673001" y="459391"/>
                    <a:pt x="2847023" y="191453"/>
                    <a:pt x="2907316" y="0"/>
                  </a:cubicBezTo>
                </a:path>
              </a:pathLst>
            </a:custGeom>
            <a:noFill/>
            <a:ln w="9525" cap="rnd">
              <a:solidFill>
                <a:schemeClr val="accent2">
                  <a:alpha val="75000"/>
                </a:schemeClr>
              </a:solidFill>
              <a:prstDash val="lgDash"/>
              <a:round/>
            </a:ln>
          </p:spPr>
          <p:txBody>
            <a:bodyPr rtlCol="0" anchor="ctr"/>
            <a:lstStyle/>
            <a:p>
              <a:endParaRPr lang="en-US"/>
            </a:p>
          </p:txBody>
        </p:sp>
        <p:sp>
          <p:nvSpPr>
            <p:cNvPr id="30" name="Freeform: Shape 29">
              <a:extLst>
                <a:ext uri="{FF2B5EF4-FFF2-40B4-BE49-F238E27FC236}">
                  <a16:creationId xmlns:a16="http://schemas.microsoft.com/office/drawing/2014/main" id="{DCA0B097-C21A-40B4-95E4-2FFA9697F824}"/>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4907946" y="3479100"/>
              <a:ext cx="3168300" cy="1952434"/>
            </a:xfrm>
            <a:custGeom>
              <a:avLst/>
              <a:gdLst>
                <a:gd name="connsiteX0" fmla="*/ 0 w 3168300"/>
                <a:gd name="connsiteY0" fmla="*/ 1952435 h 1952434"/>
                <a:gd name="connsiteX1" fmla="*/ 202121 w 3168300"/>
                <a:gd name="connsiteY1" fmla="*/ 1687068 h 1952434"/>
                <a:gd name="connsiteX2" fmla="*/ 545116 w 3168300"/>
                <a:gd name="connsiteY2" fmla="*/ 1450277 h 1952434"/>
                <a:gd name="connsiteX3" fmla="*/ 906780 w 3168300"/>
                <a:gd name="connsiteY3" fmla="*/ 1354455 h 1952434"/>
                <a:gd name="connsiteX4" fmla="*/ 1332262 w 3168300"/>
                <a:gd name="connsiteY4" fmla="*/ 1285304 h 1952434"/>
                <a:gd name="connsiteX5" fmla="*/ 1691259 w 3168300"/>
                <a:gd name="connsiteY5" fmla="*/ 1240060 h 1952434"/>
                <a:gd name="connsiteX6" fmla="*/ 2010346 w 3168300"/>
                <a:gd name="connsiteY6" fmla="*/ 1141667 h 1952434"/>
                <a:gd name="connsiteX7" fmla="*/ 2393252 w 3168300"/>
                <a:gd name="connsiteY7" fmla="*/ 1027271 h 1952434"/>
                <a:gd name="connsiteX8" fmla="*/ 2582037 w 3168300"/>
                <a:gd name="connsiteY8" fmla="*/ 958120 h 1952434"/>
                <a:gd name="connsiteX9" fmla="*/ 2760155 w 3168300"/>
                <a:gd name="connsiteY9" fmla="*/ 827723 h 1952434"/>
                <a:gd name="connsiteX10" fmla="*/ 2914364 w 3168300"/>
                <a:gd name="connsiteY10" fmla="*/ 567023 h 1952434"/>
                <a:gd name="connsiteX11" fmla="*/ 3168301 w 3168300"/>
                <a:gd name="connsiteY11" fmla="*/ 0 h 195243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3168300" h="1952434">
                  <a:moveTo>
                    <a:pt x="0" y="1952435"/>
                  </a:moveTo>
                  <a:cubicBezTo>
                    <a:pt x="0" y="1952435"/>
                    <a:pt x="91059" y="1796415"/>
                    <a:pt x="202121" y="1687068"/>
                  </a:cubicBezTo>
                  <a:cubicBezTo>
                    <a:pt x="301943" y="1588675"/>
                    <a:pt x="416528" y="1505617"/>
                    <a:pt x="545116" y="1450277"/>
                  </a:cubicBezTo>
                  <a:cubicBezTo>
                    <a:pt x="659987" y="1400747"/>
                    <a:pt x="783622" y="1377601"/>
                    <a:pt x="906780" y="1354455"/>
                  </a:cubicBezTo>
                  <a:cubicBezTo>
                    <a:pt x="1048036" y="1327976"/>
                    <a:pt x="1189482" y="1301972"/>
                    <a:pt x="1332262" y="1285304"/>
                  </a:cubicBezTo>
                  <a:cubicBezTo>
                    <a:pt x="1452182" y="1271302"/>
                    <a:pt x="1573340" y="1265873"/>
                    <a:pt x="1691259" y="1240060"/>
                  </a:cubicBezTo>
                  <a:cubicBezTo>
                    <a:pt x="1800035" y="1216247"/>
                    <a:pt x="1904619" y="1176718"/>
                    <a:pt x="2010346" y="1141667"/>
                  </a:cubicBezTo>
                  <a:cubicBezTo>
                    <a:pt x="2136743" y="1099661"/>
                    <a:pt x="2265902" y="1066229"/>
                    <a:pt x="2393252" y="1027271"/>
                  </a:cubicBezTo>
                  <a:cubicBezTo>
                    <a:pt x="2457450" y="1007650"/>
                    <a:pt x="2521744" y="987552"/>
                    <a:pt x="2582037" y="958120"/>
                  </a:cubicBezTo>
                  <a:cubicBezTo>
                    <a:pt x="2648807" y="925449"/>
                    <a:pt x="2710815" y="883349"/>
                    <a:pt x="2760155" y="827723"/>
                  </a:cubicBezTo>
                  <a:cubicBezTo>
                    <a:pt x="2827496" y="751904"/>
                    <a:pt x="2867978" y="657511"/>
                    <a:pt x="2914364" y="567023"/>
                  </a:cubicBezTo>
                  <a:cubicBezTo>
                    <a:pt x="2972753" y="453200"/>
                    <a:pt x="3119152" y="118015"/>
                    <a:pt x="3168301" y="0"/>
                  </a:cubicBezTo>
                </a:path>
              </a:pathLst>
            </a:custGeom>
            <a:noFill/>
            <a:ln w="9525" cap="rnd">
              <a:solidFill>
                <a:schemeClr val="accent2">
                  <a:alpha val="75000"/>
                </a:schemeClr>
              </a:solidFill>
              <a:prstDash val="lgDash"/>
              <a:round/>
            </a:ln>
          </p:spPr>
          <p:txBody>
            <a:bodyPr rtlCol="0" anchor="ctr"/>
            <a:lstStyle/>
            <a:p>
              <a:endParaRPr lang="en-US"/>
            </a:p>
          </p:txBody>
        </p:sp>
        <p:sp>
          <p:nvSpPr>
            <p:cNvPr id="31" name="Freeform: Shape 30">
              <a:extLst>
                <a:ext uri="{FF2B5EF4-FFF2-40B4-BE49-F238E27FC236}">
                  <a16:creationId xmlns:a16="http://schemas.microsoft.com/office/drawing/2014/main" id="{AB2AF0F5-7EAA-4BAB-8DE2-D84E124170FA}"/>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4704778" y="2976752"/>
              <a:ext cx="3356800" cy="2452020"/>
            </a:xfrm>
            <a:custGeom>
              <a:avLst/>
              <a:gdLst>
                <a:gd name="connsiteX0" fmla="*/ 0 w 3356800"/>
                <a:gd name="connsiteY0" fmla="*/ 2452021 h 2452020"/>
                <a:gd name="connsiteX1" fmla="*/ 130874 w 3356800"/>
                <a:gd name="connsiteY1" fmla="*/ 2247710 h 2452020"/>
                <a:gd name="connsiteX2" fmla="*/ 437197 w 3356800"/>
                <a:gd name="connsiteY2" fmla="*/ 1941195 h 2452020"/>
                <a:gd name="connsiteX3" fmla="*/ 737140 w 3356800"/>
                <a:gd name="connsiteY3" fmla="*/ 1736884 h 2452020"/>
                <a:gd name="connsiteX4" fmla="*/ 1031843 w 3356800"/>
                <a:gd name="connsiteY4" fmla="*/ 1685068 h 2452020"/>
                <a:gd name="connsiteX5" fmla="*/ 1287304 w 3356800"/>
                <a:gd name="connsiteY5" fmla="*/ 1655826 h 2452020"/>
                <a:gd name="connsiteX6" fmla="*/ 1471994 w 3356800"/>
                <a:gd name="connsiteY6" fmla="*/ 1634300 h 2452020"/>
                <a:gd name="connsiteX7" fmla="*/ 1898237 w 3356800"/>
                <a:gd name="connsiteY7" fmla="*/ 1512665 h 2452020"/>
                <a:gd name="connsiteX8" fmla="*/ 2229136 w 3356800"/>
                <a:gd name="connsiteY8" fmla="*/ 1355598 h 2452020"/>
                <a:gd name="connsiteX9" fmla="*/ 2512314 w 3356800"/>
                <a:gd name="connsiteY9" fmla="*/ 1238631 h 2452020"/>
                <a:gd name="connsiteX10" fmla="*/ 2758535 w 3356800"/>
                <a:gd name="connsiteY10" fmla="*/ 1096994 h 2452020"/>
                <a:gd name="connsiteX11" fmla="*/ 2935510 w 3356800"/>
                <a:gd name="connsiteY11" fmla="*/ 919925 h 2452020"/>
                <a:gd name="connsiteX12" fmla="*/ 3081719 w 3356800"/>
                <a:gd name="connsiteY12" fmla="*/ 687419 h 2452020"/>
                <a:gd name="connsiteX13" fmla="*/ 3356800 w 3356800"/>
                <a:gd name="connsiteY13" fmla="*/ 0 h 245202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Lst>
              <a:rect l="l" t="t" r="r" b="b"/>
              <a:pathLst>
                <a:path w="3356800" h="2452020">
                  <a:moveTo>
                    <a:pt x="0" y="2452021"/>
                  </a:moveTo>
                  <a:cubicBezTo>
                    <a:pt x="0" y="2452021"/>
                    <a:pt x="57150" y="2344198"/>
                    <a:pt x="130874" y="2247710"/>
                  </a:cubicBezTo>
                  <a:cubicBezTo>
                    <a:pt x="218694" y="2132648"/>
                    <a:pt x="328136" y="2036635"/>
                    <a:pt x="437197" y="1941195"/>
                  </a:cubicBezTo>
                  <a:cubicBezTo>
                    <a:pt x="529304" y="1860709"/>
                    <a:pt x="623030" y="1779556"/>
                    <a:pt x="737140" y="1736884"/>
                  </a:cubicBezTo>
                  <a:cubicBezTo>
                    <a:pt x="830866" y="1701736"/>
                    <a:pt x="932021" y="1695450"/>
                    <a:pt x="1031843" y="1685068"/>
                  </a:cubicBezTo>
                  <a:cubicBezTo>
                    <a:pt x="1117092" y="1676210"/>
                    <a:pt x="1202055" y="1665160"/>
                    <a:pt x="1287304" y="1655826"/>
                  </a:cubicBezTo>
                  <a:cubicBezTo>
                    <a:pt x="1348931" y="1649063"/>
                    <a:pt x="1410653" y="1643539"/>
                    <a:pt x="1471994" y="1634300"/>
                  </a:cubicBezTo>
                  <a:cubicBezTo>
                    <a:pt x="1618679" y="1612011"/>
                    <a:pt x="1761935" y="1571149"/>
                    <a:pt x="1898237" y="1512665"/>
                  </a:cubicBezTo>
                  <a:cubicBezTo>
                    <a:pt x="2010442" y="1464564"/>
                    <a:pt x="2117503" y="1405128"/>
                    <a:pt x="2229136" y="1355598"/>
                  </a:cubicBezTo>
                  <a:cubicBezTo>
                    <a:pt x="2322481" y="1314164"/>
                    <a:pt x="2418969" y="1280160"/>
                    <a:pt x="2512314" y="1238631"/>
                  </a:cubicBezTo>
                  <a:cubicBezTo>
                    <a:pt x="2599087" y="1199960"/>
                    <a:pt x="2683193" y="1154811"/>
                    <a:pt x="2758535" y="1096994"/>
                  </a:cubicBezTo>
                  <a:cubicBezTo>
                    <a:pt x="2825020" y="1046035"/>
                    <a:pt x="2883789" y="985837"/>
                    <a:pt x="2935510" y="919925"/>
                  </a:cubicBezTo>
                  <a:cubicBezTo>
                    <a:pt x="2992184" y="847725"/>
                    <a:pt x="3039904" y="769144"/>
                    <a:pt x="3081719" y="687419"/>
                  </a:cubicBezTo>
                  <a:cubicBezTo>
                    <a:pt x="3138297" y="576739"/>
                    <a:pt x="3314129" y="116776"/>
                    <a:pt x="3356800" y="0"/>
                  </a:cubicBezTo>
                </a:path>
              </a:pathLst>
            </a:custGeom>
            <a:noFill/>
            <a:ln w="9525" cap="rnd">
              <a:solidFill>
                <a:schemeClr val="accent2">
                  <a:alpha val="75000"/>
                </a:schemeClr>
              </a:solidFill>
              <a:prstDash val="lgDash"/>
              <a:round/>
            </a:ln>
          </p:spPr>
          <p:txBody>
            <a:bodyPr rtlCol="0" anchor="ctr"/>
            <a:lstStyle/>
            <a:p>
              <a:endParaRPr lang="en-US"/>
            </a:p>
          </p:txBody>
        </p:sp>
      </p:grpSp>
      <p:sp useBgFill="1">
        <p:nvSpPr>
          <p:cNvPr id="33" name="Rectangle 32">
            <a:extLst>
              <a:ext uri="{FF2B5EF4-FFF2-40B4-BE49-F238E27FC236}">
                <a16:creationId xmlns:a16="http://schemas.microsoft.com/office/drawing/2014/main" id="{3A6C273A-38F2-4D34-98BF-47B248862B76}"/>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88952" cy="6858000"/>
          </a:xfrm>
          <a:prstGeom prst="rect">
            <a:avLst/>
          </a:prstGeom>
          <a:ln>
            <a:solidFill>
              <a:schemeClr val="bg1">
                <a:lumMod val="9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solidFill>
                <a:schemeClr val="tx1">
                  <a:lumMod val="65000"/>
                  <a:lumOff val="35000"/>
                </a:schemeClr>
              </a:solidFill>
              <a:latin typeface="AvenirNext LT Pro Medium" panose="020B0504020202020204" pitchFamily="34" charset="0"/>
            </a:endParaRPr>
          </a:p>
        </p:txBody>
      </p:sp>
      <p:sp>
        <p:nvSpPr>
          <p:cNvPr id="35" name="Rectangle 34">
            <a:extLst>
              <a:ext uri="{FF2B5EF4-FFF2-40B4-BE49-F238E27FC236}">
                <a16:creationId xmlns:a16="http://schemas.microsoft.com/office/drawing/2014/main" id="{2E2CF659-EE5D-432C-B47F-10AC4A48A347}"/>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88952" cy="6858000"/>
          </a:xfrm>
          <a:prstGeom prst="rect">
            <a:avLst/>
          </a:prstGeom>
          <a:solidFill>
            <a:schemeClr val="bg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solidFill>
                <a:schemeClr val="tx1">
                  <a:lumMod val="65000"/>
                  <a:lumOff val="35000"/>
                </a:schemeClr>
              </a:solidFill>
              <a:latin typeface="AvenirNext LT Pro Medium" panose="020B0504020202020204" pitchFamily="34" charset="0"/>
            </a:endParaRPr>
          </a:p>
        </p:txBody>
      </p:sp>
      <p:sp>
        <p:nvSpPr>
          <p:cNvPr id="37" name="Footer Placeholder 42">
            <a:extLst>
              <a:ext uri="{FF2B5EF4-FFF2-40B4-BE49-F238E27FC236}">
                <a16:creationId xmlns:a16="http://schemas.microsoft.com/office/drawing/2014/main" id="{03E51277-1095-412F-913B-8FA8021AA626}"/>
              </a:ext>
              <a:ext uri="{C183D7F6-B498-43B3-948B-1728B52AA6E4}">
                <adec:decorative xmlns:adec="http://schemas.microsoft.com/office/drawing/2017/decorative" val="1"/>
              </a:ext>
            </a:extLst>
          </p:cNvPr>
          <p:cNvSpPr txBox="1">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4038600" y="6356350"/>
            <a:ext cx="4114800" cy="365125"/>
          </a:xfrm>
          <a:prstGeom prst="rect">
            <a:avLst/>
          </a:prstGeom>
        </p:spPr>
        <p:txBody>
          <a:bodyPr vert="horz" lIns="91440" tIns="45720" rIns="91440" bIns="45720" rtlCol="0" anchor="ctr"/>
          <a:lstStyle>
            <a:defPPr>
              <a:defRPr lang="en-US"/>
            </a:defPPr>
            <a:lvl1pPr marL="0" algn="ctr" defTabSz="914400" rtl="0" eaLnBrk="1" latinLnBrk="0" hangingPunct="1">
              <a:defRPr sz="1200" kern="1200">
                <a:solidFill>
                  <a:schemeClr val="tx1">
                    <a:tint val="75000"/>
                  </a:schemeClr>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endParaRPr lang="en-US" sz="1000" cap="all" spc="200">
              <a:latin typeface="Segoe UI Semilight" panose="020B0402040204020203" pitchFamily="34" charset="0"/>
              <a:cs typeface="Segoe UI Semilight" panose="020B0402040204020203" pitchFamily="34" charset="0"/>
            </a:endParaRPr>
          </a:p>
        </p:txBody>
      </p:sp>
      <p:grpSp>
        <p:nvGrpSpPr>
          <p:cNvPr id="39" name="Top Left">
            <a:extLst>
              <a:ext uri="{FF2B5EF4-FFF2-40B4-BE49-F238E27FC236}">
                <a16:creationId xmlns:a16="http://schemas.microsoft.com/office/drawing/2014/main" id="{FC280B3D-FC68-4DDC-950C-506B5C683824}"/>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0" y="-3087"/>
            <a:ext cx="7921775" cy="6887020"/>
            <a:chOff x="0" y="-3087"/>
            <a:chExt cx="7921775" cy="6887020"/>
          </a:xfrm>
        </p:grpSpPr>
        <p:sp>
          <p:nvSpPr>
            <p:cNvPr id="40" name="Freeform: Shape 39">
              <a:extLst>
                <a:ext uri="{FF2B5EF4-FFF2-40B4-BE49-F238E27FC236}">
                  <a16:creationId xmlns:a16="http://schemas.microsoft.com/office/drawing/2014/main" id="{4EA2AE61-06D9-484D-8DD1-BACA157CCA17}"/>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rot="10800000">
              <a:off x="692844" y="-3086"/>
              <a:ext cx="1326111" cy="597603"/>
            </a:xfrm>
            <a:custGeom>
              <a:avLst/>
              <a:gdLst>
                <a:gd name="connsiteX0" fmla="*/ 741051 w 1482102"/>
                <a:gd name="connsiteY0" fmla="*/ 0 h 679363"/>
                <a:gd name="connsiteX1" fmla="*/ 1473822 w 1482102"/>
                <a:gd name="connsiteY1" fmla="*/ 597226 h 679363"/>
                <a:gd name="connsiteX2" fmla="*/ 1482102 w 1482102"/>
                <a:gd name="connsiteY2" fmla="*/ 679363 h 679363"/>
                <a:gd name="connsiteX3" fmla="*/ 0 w 1482102"/>
                <a:gd name="connsiteY3" fmla="*/ 679363 h 679363"/>
                <a:gd name="connsiteX4" fmla="*/ 8280 w 1482102"/>
                <a:gd name="connsiteY4" fmla="*/ 597226 h 679363"/>
                <a:gd name="connsiteX5" fmla="*/ 741051 w 1482102"/>
                <a:gd name="connsiteY5" fmla="*/ 0 h 67936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1482102" h="679363">
                  <a:moveTo>
                    <a:pt x="741051" y="0"/>
                  </a:moveTo>
                  <a:cubicBezTo>
                    <a:pt x="1102506" y="0"/>
                    <a:pt x="1404077" y="256390"/>
                    <a:pt x="1473822" y="597226"/>
                  </a:cubicBezTo>
                  <a:lnTo>
                    <a:pt x="1482102" y="679363"/>
                  </a:lnTo>
                  <a:lnTo>
                    <a:pt x="0" y="679363"/>
                  </a:lnTo>
                  <a:lnTo>
                    <a:pt x="8280" y="597226"/>
                  </a:lnTo>
                  <a:cubicBezTo>
                    <a:pt x="78025" y="256390"/>
                    <a:pt x="379596" y="0"/>
                    <a:pt x="741051" y="0"/>
                  </a:cubicBezTo>
                  <a:close/>
                </a:path>
              </a:pathLst>
            </a:cu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a:solidFill>
                  <a:schemeClr val="tx1">
                    <a:lumMod val="65000"/>
                    <a:lumOff val="35000"/>
                  </a:schemeClr>
                </a:solidFill>
                <a:latin typeface="AvenirNext LT Pro Medium" panose="020B0504020202020204" pitchFamily="34" charset="0"/>
              </a:endParaRPr>
            </a:p>
          </p:txBody>
        </p:sp>
        <p:sp>
          <p:nvSpPr>
            <p:cNvPr id="41" name="Freeform: Shape 40">
              <a:extLst>
                <a:ext uri="{FF2B5EF4-FFF2-40B4-BE49-F238E27FC236}">
                  <a16:creationId xmlns:a16="http://schemas.microsoft.com/office/drawing/2014/main" id="{712269F1-E4D6-4EEB-8A0F-059FAFC40841}"/>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470919" y="61392"/>
              <a:ext cx="4450856" cy="6822541"/>
            </a:xfrm>
            <a:custGeom>
              <a:avLst/>
              <a:gdLst>
                <a:gd name="connsiteX0" fmla="*/ 545711 w 2478714"/>
                <a:gd name="connsiteY0" fmla="*/ 3799523 h 3799522"/>
                <a:gd name="connsiteX1" fmla="*/ 280820 w 2478714"/>
                <a:gd name="connsiteY1" fmla="*/ 3178874 h 3799522"/>
                <a:gd name="connsiteX2" fmla="*/ 43076 w 2478714"/>
                <a:gd name="connsiteY2" fmla="*/ 2663762 h 3799522"/>
                <a:gd name="connsiteX3" fmla="*/ 3167 w 2478714"/>
                <a:gd name="connsiteY3" fmla="*/ 2344769 h 3799522"/>
                <a:gd name="connsiteX4" fmla="*/ 117943 w 2478714"/>
                <a:gd name="connsiteY4" fmla="*/ 1976723 h 3799522"/>
                <a:gd name="connsiteX5" fmla="*/ 224242 w 2478714"/>
                <a:gd name="connsiteY5" fmla="*/ 1744123 h 3799522"/>
                <a:gd name="connsiteX6" fmla="*/ 447222 w 2478714"/>
                <a:gd name="connsiteY6" fmla="*/ 1569244 h 3799522"/>
                <a:gd name="connsiteX7" fmla="*/ 708588 w 2478714"/>
                <a:gd name="connsiteY7" fmla="*/ 1598295 h 3799522"/>
                <a:gd name="connsiteX8" fmla="*/ 1024532 w 2478714"/>
                <a:gd name="connsiteY8" fmla="*/ 1741837 h 3799522"/>
                <a:gd name="connsiteX9" fmla="*/ 1538692 w 2478714"/>
                <a:gd name="connsiteY9" fmla="*/ 1773460 h 3799522"/>
                <a:gd name="connsiteX10" fmla="*/ 1869019 w 2478714"/>
                <a:gd name="connsiteY10" fmla="*/ 1650016 h 3799522"/>
                <a:gd name="connsiteX11" fmla="*/ 2124670 w 2478714"/>
                <a:gd name="connsiteY11" fmla="*/ 1515047 h 3799522"/>
                <a:gd name="connsiteX12" fmla="*/ 2334410 w 2478714"/>
                <a:gd name="connsiteY12" fmla="*/ 1305401 h 3799522"/>
                <a:gd name="connsiteX13" fmla="*/ 2430232 w 2478714"/>
                <a:gd name="connsiteY13" fmla="*/ 933164 h 3799522"/>
                <a:gd name="connsiteX14" fmla="*/ 2430232 w 2478714"/>
                <a:gd name="connsiteY14" fmla="*/ 571786 h 3799522"/>
                <a:gd name="connsiteX15" fmla="*/ 2445472 w 2478714"/>
                <a:gd name="connsiteY15" fmla="*/ 315659 h 3799522"/>
                <a:gd name="connsiteX16" fmla="*/ 2478714 w 2478714"/>
                <a:gd name="connsiteY16" fmla="*/ 0 h 379952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Lst>
              <a:rect l="l" t="t" r="r" b="b"/>
              <a:pathLst>
                <a:path w="2478714" h="3799522">
                  <a:moveTo>
                    <a:pt x="545711" y="3799523"/>
                  </a:moveTo>
                  <a:cubicBezTo>
                    <a:pt x="492847" y="3532346"/>
                    <a:pt x="330541" y="3270313"/>
                    <a:pt x="280820" y="3178874"/>
                  </a:cubicBezTo>
                  <a:cubicBezTo>
                    <a:pt x="190047" y="3012281"/>
                    <a:pt x="98988" y="2844832"/>
                    <a:pt x="43076" y="2663762"/>
                  </a:cubicBezTo>
                  <a:cubicBezTo>
                    <a:pt x="11072" y="2560130"/>
                    <a:pt x="-7882" y="2452402"/>
                    <a:pt x="3167" y="2344769"/>
                  </a:cubicBezTo>
                  <a:cubicBezTo>
                    <a:pt x="16311" y="2216468"/>
                    <a:pt x="71175" y="2097310"/>
                    <a:pt x="117943" y="1976723"/>
                  </a:cubicBezTo>
                  <a:cubicBezTo>
                    <a:pt x="148899" y="1896904"/>
                    <a:pt x="177569" y="1815751"/>
                    <a:pt x="224242" y="1744123"/>
                  </a:cubicBezTo>
                  <a:cubicBezTo>
                    <a:pt x="277677" y="1662017"/>
                    <a:pt x="352829" y="1593437"/>
                    <a:pt x="447222" y="1569244"/>
                  </a:cubicBezTo>
                  <a:cubicBezTo>
                    <a:pt x="534090" y="1547051"/>
                    <a:pt x="624387" y="1565910"/>
                    <a:pt x="708588" y="1598295"/>
                  </a:cubicBezTo>
                  <a:cubicBezTo>
                    <a:pt x="816697" y="1640015"/>
                    <a:pt x="915948" y="1701546"/>
                    <a:pt x="1024532" y="1741837"/>
                  </a:cubicBezTo>
                  <a:cubicBezTo>
                    <a:pt x="1188743" y="1802797"/>
                    <a:pt x="1367814" y="1811750"/>
                    <a:pt x="1538692" y="1773460"/>
                  </a:cubicBezTo>
                  <a:cubicBezTo>
                    <a:pt x="1653659" y="1747647"/>
                    <a:pt x="1761863" y="1699355"/>
                    <a:pt x="1869019" y="1650016"/>
                  </a:cubicBezTo>
                  <a:cubicBezTo>
                    <a:pt x="1956744" y="1609630"/>
                    <a:pt x="2044279" y="1568291"/>
                    <a:pt x="2124670" y="1515047"/>
                  </a:cubicBezTo>
                  <a:cubicBezTo>
                    <a:pt x="2208204" y="1459706"/>
                    <a:pt x="2282976" y="1391222"/>
                    <a:pt x="2334410" y="1305401"/>
                  </a:cubicBezTo>
                  <a:cubicBezTo>
                    <a:pt x="2401181" y="1194054"/>
                    <a:pt x="2423565" y="1063276"/>
                    <a:pt x="2430232" y="933164"/>
                  </a:cubicBezTo>
                  <a:cubicBezTo>
                    <a:pt x="2436423" y="812864"/>
                    <a:pt x="2428517" y="692277"/>
                    <a:pt x="2430232" y="571786"/>
                  </a:cubicBezTo>
                  <a:cubicBezTo>
                    <a:pt x="2431470" y="486251"/>
                    <a:pt x="2438233" y="400907"/>
                    <a:pt x="2445472" y="315659"/>
                  </a:cubicBezTo>
                  <a:cubicBezTo>
                    <a:pt x="2454426" y="210217"/>
                    <a:pt x="2463284" y="104680"/>
                    <a:pt x="2478714" y="0"/>
                  </a:cubicBezTo>
                </a:path>
              </a:pathLst>
            </a:custGeom>
            <a:noFill/>
            <a:ln w="9525" cap="rnd">
              <a:solidFill>
                <a:schemeClr val="accent2">
                  <a:alpha val="35000"/>
                </a:schemeClr>
              </a:solidFill>
              <a:prstDash val="lgDash"/>
              <a:round/>
            </a:ln>
          </p:spPr>
          <p:txBody>
            <a:bodyPr rtlCol="0" anchor="ctr"/>
            <a:lstStyle/>
            <a:p>
              <a:endParaRPr lang="en-US"/>
            </a:p>
          </p:txBody>
        </p:sp>
        <p:sp>
          <p:nvSpPr>
            <p:cNvPr id="42" name="Freeform: Shape 41">
              <a:extLst>
                <a:ext uri="{FF2B5EF4-FFF2-40B4-BE49-F238E27FC236}">
                  <a16:creationId xmlns:a16="http://schemas.microsoft.com/office/drawing/2014/main" id="{088D87B2-D2A4-4577-89DC-7AF275C01705}"/>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17274" y="1582560"/>
              <a:ext cx="4133888" cy="5301373"/>
            </a:xfrm>
            <a:custGeom>
              <a:avLst/>
              <a:gdLst>
                <a:gd name="connsiteX0" fmla="*/ 2302193 w 2302192"/>
                <a:gd name="connsiteY0" fmla="*/ 2952373 h 2952373"/>
                <a:gd name="connsiteX1" fmla="*/ 2022729 w 2302192"/>
                <a:gd name="connsiteY1" fmla="*/ 2442309 h 2952373"/>
                <a:gd name="connsiteX2" fmla="*/ 1834039 w 2302192"/>
                <a:gd name="connsiteY2" fmla="*/ 1937199 h 2952373"/>
                <a:gd name="connsiteX3" fmla="*/ 1789748 w 2302192"/>
                <a:gd name="connsiteY3" fmla="*/ 1609063 h 2952373"/>
                <a:gd name="connsiteX4" fmla="*/ 1870139 w 2302192"/>
                <a:gd name="connsiteY4" fmla="*/ 1183962 h 2952373"/>
                <a:gd name="connsiteX5" fmla="*/ 2021110 w 2302192"/>
                <a:gd name="connsiteY5" fmla="*/ 743621 h 2952373"/>
                <a:gd name="connsiteX6" fmla="*/ 2010061 w 2302192"/>
                <a:gd name="connsiteY6" fmla="*/ 342047 h 2952373"/>
                <a:gd name="connsiteX7" fmla="*/ 1867376 w 2302192"/>
                <a:gd name="connsiteY7" fmla="*/ 55440 h 2952373"/>
                <a:gd name="connsiteX8" fmla="*/ 1652683 w 2302192"/>
                <a:gd name="connsiteY8" fmla="*/ 2862 h 2952373"/>
                <a:gd name="connsiteX9" fmla="*/ 1295305 w 2302192"/>
                <a:gd name="connsiteY9" fmla="*/ 234129 h 2952373"/>
                <a:gd name="connsiteX10" fmla="*/ 812101 w 2302192"/>
                <a:gd name="connsiteY10" fmla="*/ 886401 h 2952373"/>
                <a:gd name="connsiteX11" fmla="*/ 668846 w 2302192"/>
                <a:gd name="connsiteY11" fmla="*/ 1126145 h 2952373"/>
                <a:gd name="connsiteX12" fmla="*/ 498443 w 2302192"/>
                <a:gd name="connsiteY12" fmla="*/ 1405799 h 2952373"/>
                <a:gd name="connsiteX13" fmla="*/ 355759 w 2302192"/>
                <a:gd name="connsiteY13" fmla="*/ 1634304 h 2952373"/>
                <a:gd name="connsiteX14" fmla="*/ 161449 w 2302192"/>
                <a:gd name="connsiteY14" fmla="*/ 1913576 h 2952373"/>
                <a:gd name="connsiteX15" fmla="*/ 0 w 2302192"/>
                <a:gd name="connsiteY15" fmla="*/ 2189802 h 295237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Lst>
              <a:rect l="l" t="t" r="r" b="b"/>
              <a:pathLst>
                <a:path w="2302192" h="2952373">
                  <a:moveTo>
                    <a:pt x="2302193" y="2952373"/>
                  </a:moveTo>
                  <a:cubicBezTo>
                    <a:pt x="2141125" y="2809308"/>
                    <a:pt x="2070068" y="2504603"/>
                    <a:pt x="2022729" y="2442309"/>
                  </a:cubicBezTo>
                  <a:cubicBezTo>
                    <a:pt x="1884140" y="2259810"/>
                    <a:pt x="1887760" y="2160274"/>
                    <a:pt x="1834039" y="1937199"/>
                  </a:cubicBezTo>
                  <a:cubicBezTo>
                    <a:pt x="1808131" y="1829376"/>
                    <a:pt x="1789367" y="1719838"/>
                    <a:pt x="1789748" y="1609063"/>
                  </a:cubicBezTo>
                  <a:cubicBezTo>
                    <a:pt x="1790224" y="1464092"/>
                    <a:pt x="1822418" y="1321122"/>
                    <a:pt x="1870139" y="1183962"/>
                  </a:cubicBezTo>
                  <a:cubicBezTo>
                    <a:pt x="1921288" y="1036896"/>
                    <a:pt x="1991868" y="896307"/>
                    <a:pt x="2021110" y="743621"/>
                  </a:cubicBezTo>
                  <a:cubicBezTo>
                    <a:pt x="2046637" y="610842"/>
                    <a:pt x="2036921" y="474730"/>
                    <a:pt x="2010061" y="342047"/>
                  </a:cubicBezTo>
                  <a:cubicBezTo>
                    <a:pt x="1988058" y="233367"/>
                    <a:pt x="1954340" y="122210"/>
                    <a:pt x="1867376" y="55440"/>
                  </a:cubicBezTo>
                  <a:cubicBezTo>
                    <a:pt x="1806512" y="8767"/>
                    <a:pt x="1728883" y="-7140"/>
                    <a:pt x="1652683" y="2862"/>
                  </a:cubicBezTo>
                  <a:cubicBezTo>
                    <a:pt x="1508474" y="21816"/>
                    <a:pt x="1395984" y="127068"/>
                    <a:pt x="1295305" y="234129"/>
                  </a:cubicBezTo>
                  <a:cubicBezTo>
                    <a:pt x="1109377" y="431772"/>
                    <a:pt x="953453" y="654657"/>
                    <a:pt x="812101" y="886401"/>
                  </a:cubicBezTo>
                  <a:cubicBezTo>
                    <a:pt x="763619" y="965934"/>
                    <a:pt x="716566" y="1046230"/>
                    <a:pt x="668846" y="1126145"/>
                  </a:cubicBezTo>
                  <a:cubicBezTo>
                    <a:pt x="612839" y="1219871"/>
                    <a:pt x="555308" y="1312644"/>
                    <a:pt x="498443" y="1405799"/>
                  </a:cubicBezTo>
                  <a:cubicBezTo>
                    <a:pt x="451676" y="1482475"/>
                    <a:pt x="405289" y="1559342"/>
                    <a:pt x="355759" y="1634304"/>
                  </a:cubicBezTo>
                  <a:cubicBezTo>
                    <a:pt x="293275" y="1728887"/>
                    <a:pt x="225362" y="1819946"/>
                    <a:pt x="161449" y="1913576"/>
                  </a:cubicBezTo>
                  <a:cubicBezTo>
                    <a:pt x="86487" y="2023495"/>
                    <a:pt x="0" y="2189802"/>
                    <a:pt x="0" y="2189802"/>
                  </a:cubicBezTo>
                </a:path>
              </a:pathLst>
            </a:custGeom>
            <a:noFill/>
            <a:ln w="9525" cap="rnd">
              <a:solidFill>
                <a:schemeClr val="accent2">
                  <a:alpha val="35000"/>
                </a:schemeClr>
              </a:solidFill>
              <a:prstDash val="lgDash"/>
              <a:round/>
            </a:ln>
          </p:spPr>
          <p:txBody>
            <a:bodyPr rtlCol="0" anchor="ctr"/>
            <a:lstStyle/>
            <a:p>
              <a:endParaRPr lang="en-US"/>
            </a:p>
          </p:txBody>
        </p:sp>
        <p:sp>
          <p:nvSpPr>
            <p:cNvPr id="43" name="Freeform: Shape 42">
              <a:extLst>
                <a:ext uri="{FF2B5EF4-FFF2-40B4-BE49-F238E27FC236}">
                  <a16:creationId xmlns:a16="http://schemas.microsoft.com/office/drawing/2014/main" id="{ACCB55F8-F950-431F-9B90-688950D9F3B6}"/>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0" y="-3087"/>
              <a:ext cx="17103" cy="17103"/>
            </a:xfrm>
            <a:custGeom>
              <a:avLst/>
              <a:gdLst/>
              <a:ahLst/>
              <a:cxnLst/>
              <a:rect l="l" t="t" r="r" b="b"/>
              <a:pathLst>
                <a:path w="9525" h="9525"/>
              </a:pathLst>
            </a:custGeom>
            <a:noFill/>
            <a:ln w="9525" cap="rnd">
              <a:solidFill>
                <a:schemeClr val="accent2">
                  <a:alpha val="35000"/>
                </a:schemeClr>
              </a:solidFill>
              <a:prstDash val="lgDash"/>
              <a:round/>
            </a:ln>
          </p:spPr>
          <p:txBody>
            <a:bodyPr rtlCol="0" anchor="ctr"/>
            <a:lstStyle/>
            <a:p>
              <a:endParaRPr lang="en-US"/>
            </a:p>
          </p:txBody>
        </p:sp>
        <p:sp>
          <p:nvSpPr>
            <p:cNvPr id="44" name="Freeform: Shape 43">
              <a:extLst>
                <a:ext uri="{FF2B5EF4-FFF2-40B4-BE49-F238E27FC236}">
                  <a16:creationId xmlns:a16="http://schemas.microsoft.com/office/drawing/2014/main" id="{27D0AA11-2E4E-479C-B953-547285E724B2}"/>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0" y="-3087"/>
              <a:ext cx="17103" cy="17103"/>
            </a:xfrm>
            <a:custGeom>
              <a:avLst/>
              <a:gdLst/>
              <a:ahLst/>
              <a:cxnLst/>
              <a:rect l="l" t="t" r="r" b="b"/>
              <a:pathLst>
                <a:path w="9525" h="9525"/>
              </a:pathLst>
            </a:custGeom>
            <a:noFill/>
            <a:ln w="9525" cap="rnd">
              <a:solidFill>
                <a:schemeClr val="accent2">
                  <a:alpha val="35000"/>
                </a:schemeClr>
              </a:solidFill>
              <a:prstDash val="lgDash"/>
              <a:round/>
            </a:ln>
          </p:spPr>
          <p:txBody>
            <a:bodyPr rtlCol="0" anchor="ctr"/>
            <a:lstStyle/>
            <a:p>
              <a:endParaRPr lang="en-US"/>
            </a:p>
          </p:txBody>
        </p:sp>
        <p:sp>
          <p:nvSpPr>
            <p:cNvPr id="45" name="Freeform: Shape 44">
              <a:extLst>
                <a:ext uri="{FF2B5EF4-FFF2-40B4-BE49-F238E27FC236}">
                  <a16:creationId xmlns:a16="http://schemas.microsoft.com/office/drawing/2014/main" id="{90D86C66-EDF0-4ABB-87F4-A2882A2E0289}"/>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16931" y="3518322"/>
              <a:ext cx="2880722" cy="3317378"/>
            </a:xfrm>
            <a:custGeom>
              <a:avLst/>
              <a:gdLst>
                <a:gd name="connsiteX0" fmla="*/ 1604296 w 1604295"/>
                <a:gd name="connsiteY0" fmla="*/ 1847472 h 1847472"/>
                <a:gd name="connsiteX1" fmla="*/ 1517809 w 1604295"/>
                <a:gd name="connsiteY1" fmla="*/ 1544292 h 1847472"/>
                <a:gd name="connsiteX2" fmla="*/ 1394841 w 1604295"/>
                <a:gd name="connsiteY2" fmla="*/ 1183771 h 1847472"/>
                <a:gd name="connsiteX3" fmla="*/ 1318355 w 1604295"/>
                <a:gd name="connsiteY3" fmla="*/ 695233 h 1847472"/>
                <a:gd name="connsiteX4" fmla="*/ 1359884 w 1604295"/>
                <a:gd name="connsiteY4" fmla="*/ 397863 h 1847472"/>
                <a:gd name="connsiteX5" fmla="*/ 1359884 w 1604295"/>
                <a:gd name="connsiteY5" fmla="*/ 236700 h 1847472"/>
                <a:gd name="connsiteX6" fmla="*/ 1351598 w 1604295"/>
                <a:gd name="connsiteY6" fmla="*/ 67250 h 1847472"/>
                <a:gd name="connsiteX7" fmla="*/ 1316641 w 1604295"/>
                <a:gd name="connsiteY7" fmla="*/ 10767 h 1847472"/>
                <a:gd name="connsiteX8" fmla="*/ 1195292 w 1604295"/>
                <a:gd name="connsiteY8" fmla="*/ 34008 h 1847472"/>
                <a:gd name="connsiteX9" fmla="*/ 1005745 w 1604295"/>
                <a:gd name="connsiteY9" fmla="*/ 254988 h 1847472"/>
                <a:gd name="connsiteX10" fmla="*/ 763048 w 1604295"/>
                <a:gd name="connsiteY10" fmla="*/ 587315 h 1847472"/>
                <a:gd name="connsiteX11" fmla="*/ 548640 w 1604295"/>
                <a:gd name="connsiteY11" fmla="*/ 861444 h 1847472"/>
                <a:gd name="connsiteX12" fmla="*/ 328803 w 1604295"/>
                <a:gd name="connsiteY12" fmla="*/ 1145480 h 1847472"/>
                <a:gd name="connsiteX13" fmla="*/ 0 w 1604295"/>
                <a:gd name="connsiteY13" fmla="*/ 1607157 h 184747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Lst>
              <a:rect l="l" t="t" r="r" b="b"/>
              <a:pathLst>
                <a:path w="1604295" h="1847472">
                  <a:moveTo>
                    <a:pt x="1604296" y="1847472"/>
                  </a:moveTo>
                  <a:cubicBezTo>
                    <a:pt x="1573721" y="1753270"/>
                    <a:pt x="1548479" y="1638399"/>
                    <a:pt x="1517809" y="1544292"/>
                  </a:cubicBezTo>
                  <a:cubicBezTo>
                    <a:pt x="1478471" y="1423515"/>
                    <a:pt x="1432846" y="1304929"/>
                    <a:pt x="1394841" y="1183771"/>
                  </a:cubicBezTo>
                  <a:cubicBezTo>
                    <a:pt x="1345025" y="1024893"/>
                    <a:pt x="1305497" y="860778"/>
                    <a:pt x="1318355" y="695233"/>
                  </a:cubicBezTo>
                  <a:cubicBezTo>
                    <a:pt x="1326071" y="595316"/>
                    <a:pt x="1353312" y="497780"/>
                    <a:pt x="1359884" y="397863"/>
                  </a:cubicBezTo>
                  <a:cubicBezTo>
                    <a:pt x="1363409" y="344237"/>
                    <a:pt x="1359503" y="290421"/>
                    <a:pt x="1359884" y="236700"/>
                  </a:cubicBezTo>
                  <a:cubicBezTo>
                    <a:pt x="1360265" y="179740"/>
                    <a:pt x="1366076" y="122114"/>
                    <a:pt x="1351598" y="67250"/>
                  </a:cubicBezTo>
                  <a:cubicBezTo>
                    <a:pt x="1345692" y="44866"/>
                    <a:pt x="1335691" y="23530"/>
                    <a:pt x="1316641" y="10767"/>
                  </a:cubicBezTo>
                  <a:cubicBezTo>
                    <a:pt x="1279874" y="-13998"/>
                    <a:pt x="1233202" y="8290"/>
                    <a:pt x="1195292" y="34008"/>
                  </a:cubicBezTo>
                  <a:cubicBezTo>
                    <a:pt x="1114330" y="89062"/>
                    <a:pt x="1060990" y="173644"/>
                    <a:pt x="1005745" y="254988"/>
                  </a:cubicBezTo>
                  <a:cubicBezTo>
                    <a:pt x="928688" y="368526"/>
                    <a:pt x="847058" y="478825"/>
                    <a:pt x="763048" y="587315"/>
                  </a:cubicBezTo>
                  <a:cubicBezTo>
                    <a:pt x="691991" y="679041"/>
                    <a:pt x="621697" y="771338"/>
                    <a:pt x="548640" y="861444"/>
                  </a:cubicBezTo>
                  <a:cubicBezTo>
                    <a:pt x="425672" y="1012987"/>
                    <a:pt x="453866" y="995747"/>
                    <a:pt x="328803" y="1145480"/>
                  </a:cubicBezTo>
                  <a:cubicBezTo>
                    <a:pt x="294418" y="1186628"/>
                    <a:pt x="21146" y="1558103"/>
                    <a:pt x="0" y="1607157"/>
                  </a:cubicBezTo>
                </a:path>
              </a:pathLst>
            </a:custGeom>
            <a:noFill/>
            <a:ln w="9525" cap="rnd">
              <a:solidFill>
                <a:schemeClr val="accent2">
                  <a:alpha val="35000"/>
                </a:schemeClr>
              </a:solidFill>
              <a:prstDash val="lgDash"/>
              <a:round/>
            </a:ln>
          </p:spPr>
          <p:txBody>
            <a:bodyPr rtlCol="0" anchor="ctr"/>
            <a:lstStyle/>
            <a:p>
              <a:endParaRPr lang="en-US"/>
            </a:p>
          </p:txBody>
        </p:sp>
        <p:sp>
          <p:nvSpPr>
            <p:cNvPr id="46" name="Freeform: Shape 45">
              <a:extLst>
                <a:ext uri="{FF2B5EF4-FFF2-40B4-BE49-F238E27FC236}">
                  <a16:creationId xmlns:a16="http://schemas.microsoft.com/office/drawing/2014/main" id="{D026082B-E695-4987-8C03-332366C6C9D9}"/>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7969" y="2957679"/>
              <a:ext cx="2196245" cy="3010367"/>
            </a:xfrm>
            <a:custGeom>
              <a:avLst/>
              <a:gdLst>
                <a:gd name="connsiteX0" fmla="*/ 1223105 w 1223105"/>
                <a:gd name="connsiteY0" fmla="*/ 0 h 1676495"/>
                <a:gd name="connsiteX1" fmla="*/ 1000792 w 1223105"/>
                <a:gd name="connsiteY1" fmla="*/ 254794 h 1676495"/>
                <a:gd name="connsiteX2" fmla="*/ 744760 w 1223105"/>
                <a:gd name="connsiteY2" fmla="*/ 651891 h 1676495"/>
                <a:gd name="connsiteX3" fmla="*/ 345758 w 1223105"/>
                <a:gd name="connsiteY3" fmla="*/ 1231773 h 1676495"/>
                <a:gd name="connsiteX4" fmla="*/ 0 w 1223105"/>
                <a:gd name="connsiteY4" fmla="*/ 1676495 h 1676495"/>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223105" h="1676495">
                  <a:moveTo>
                    <a:pt x="1223105" y="0"/>
                  </a:moveTo>
                  <a:cubicBezTo>
                    <a:pt x="1136523" y="72771"/>
                    <a:pt x="1066324" y="162401"/>
                    <a:pt x="1000792" y="254794"/>
                  </a:cubicBezTo>
                  <a:cubicBezTo>
                    <a:pt x="909733" y="383286"/>
                    <a:pt x="827723" y="517970"/>
                    <a:pt x="744760" y="651891"/>
                  </a:cubicBezTo>
                  <a:cubicBezTo>
                    <a:pt x="621030" y="851726"/>
                    <a:pt x="497777" y="1052608"/>
                    <a:pt x="345758" y="1231773"/>
                  </a:cubicBezTo>
                  <a:cubicBezTo>
                    <a:pt x="248888" y="1345978"/>
                    <a:pt x="61722" y="1540764"/>
                    <a:pt x="0" y="1676495"/>
                  </a:cubicBezTo>
                </a:path>
              </a:pathLst>
            </a:custGeom>
            <a:noFill/>
            <a:ln w="9525" cap="rnd">
              <a:solidFill>
                <a:schemeClr val="accent2">
                  <a:alpha val="35000"/>
                </a:schemeClr>
              </a:solidFill>
              <a:prstDash val="lgDash"/>
              <a:round/>
            </a:ln>
          </p:spPr>
          <p:txBody>
            <a:bodyPr rtlCol="0" anchor="ctr"/>
            <a:lstStyle/>
            <a:p>
              <a:endParaRPr lang="en-US"/>
            </a:p>
          </p:txBody>
        </p:sp>
        <p:sp>
          <p:nvSpPr>
            <p:cNvPr id="47" name="Freeform: Shape 46">
              <a:extLst>
                <a:ext uri="{FF2B5EF4-FFF2-40B4-BE49-F238E27FC236}">
                  <a16:creationId xmlns:a16="http://schemas.microsoft.com/office/drawing/2014/main" id="{461A8835-D9FC-4CAB-AF19-A5513B17BA09}"/>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2234043" y="2855696"/>
              <a:ext cx="1200999" cy="3994030"/>
            </a:xfrm>
            <a:custGeom>
              <a:avLst/>
              <a:gdLst>
                <a:gd name="connsiteX0" fmla="*/ 668846 w 668845"/>
                <a:gd name="connsiteY0" fmla="*/ 2224305 h 2224304"/>
                <a:gd name="connsiteX1" fmla="*/ 486918 w 668845"/>
                <a:gd name="connsiteY1" fmla="*/ 1944365 h 2224304"/>
                <a:gd name="connsiteX2" fmla="*/ 376809 w 668845"/>
                <a:gd name="connsiteY2" fmla="*/ 1659663 h 2224304"/>
                <a:gd name="connsiteX3" fmla="*/ 319373 w 668845"/>
                <a:gd name="connsiteY3" fmla="*/ 1425157 h 2224304"/>
                <a:gd name="connsiteX4" fmla="*/ 264319 w 668845"/>
                <a:gd name="connsiteY4" fmla="*/ 1130834 h 2224304"/>
                <a:gd name="connsiteX5" fmla="*/ 278702 w 668845"/>
                <a:gd name="connsiteY5" fmla="*/ 882041 h 2224304"/>
                <a:gd name="connsiteX6" fmla="*/ 302609 w 668845"/>
                <a:gd name="connsiteY6" fmla="*/ 736118 h 2224304"/>
                <a:gd name="connsiteX7" fmla="*/ 360045 w 668845"/>
                <a:gd name="connsiteY7" fmla="*/ 444177 h 2224304"/>
                <a:gd name="connsiteX8" fmla="*/ 386334 w 668845"/>
                <a:gd name="connsiteY8" fmla="*/ 233675 h 2224304"/>
                <a:gd name="connsiteX9" fmla="*/ 0 w 668845"/>
                <a:gd name="connsiteY9" fmla="*/ 56795 h 222430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668845" h="2224304">
                  <a:moveTo>
                    <a:pt x="668846" y="2224305"/>
                  </a:moveTo>
                  <a:cubicBezTo>
                    <a:pt x="599218" y="2137151"/>
                    <a:pt x="537210" y="2043996"/>
                    <a:pt x="486918" y="1944365"/>
                  </a:cubicBezTo>
                  <a:cubicBezTo>
                    <a:pt x="441008" y="1853306"/>
                    <a:pt x="404717" y="1757770"/>
                    <a:pt x="376809" y="1659663"/>
                  </a:cubicBezTo>
                  <a:cubicBezTo>
                    <a:pt x="354806" y="1582224"/>
                    <a:pt x="337757" y="1503548"/>
                    <a:pt x="319373" y="1425157"/>
                  </a:cubicBezTo>
                  <a:cubicBezTo>
                    <a:pt x="296418" y="1327811"/>
                    <a:pt x="270510" y="1230657"/>
                    <a:pt x="264319" y="1130834"/>
                  </a:cubicBezTo>
                  <a:cubicBezTo>
                    <a:pt x="259080" y="1047681"/>
                    <a:pt x="266891" y="964528"/>
                    <a:pt x="278702" y="882041"/>
                  </a:cubicBezTo>
                  <a:cubicBezTo>
                    <a:pt x="285655" y="833274"/>
                    <a:pt x="293751" y="784601"/>
                    <a:pt x="302609" y="736118"/>
                  </a:cubicBezTo>
                  <a:cubicBezTo>
                    <a:pt x="320516" y="638582"/>
                    <a:pt x="339471" y="541237"/>
                    <a:pt x="360045" y="444177"/>
                  </a:cubicBezTo>
                  <a:cubicBezTo>
                    <a:pt x="374809" y="374549"/>
                    <a:pt x="389763" y="304541"/>
                    <a:pt x="386334" y="233675"/>
                  </a:cubicBezTo>
                  <a:cubicBezTo>
                    <a:pt x="383191" y="168809"/>
                    <a:pt x="391287" y="-120751"/>
                    <a:pt x="0" y="56795"/>
                  </a:cubicBezTo>
                </a:path>
              </a:pathLst>
            </a:custGeom>
            <a:noFill/>
            <a:ln w="9525" cap="rnd">
              <a:solidFill>
                <a:schemeClr val="accent2">
                  <a:alpha val="35000"/>
                </a:schemeClr>
              </a:solidFill>
              <a:prstDash val="lgDash"/>
              <a:round/>
            </a:ln>
          </p:spPr>
          <p:txBody>
            <a:bodyPr rtlCol="0" anchor="ctr"/>
            <a:lstStyle/>
            <a:p>
              <a:endParaRPr lang="en-US"/>
            </a:p>
          </p:txBody>
        </p:sp>
        <p:sp>
          <p:nvSpPr>
            <p:cNvPr id="48" name="Freeform: Shape 47">
              <a:extLst>
                <a:ext uri="{FF2B5EF4-FFF2-40B4-BE49-F238E27FC236}">
                  <a16:creationId xmlns:a16="http://schemas.microsoft.com/office/drawing/2014/main" id="{54E6BA76-9515-415F-BAC9-76958DA6EB44}"/>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17437" y="5668418"/>
              <a:ext cx="1982111" cy="1181308"/>
            </a:xfrm>
            <a:custGeom>
              <a:avLst/>
              <a:gdLst>
                <a:gd name="connsiteX0" fmla="*/ 1103852 w 1103852"/>
                <a:gd name="connsiteY0" fmla="*/ 657879 h 657879"/>
                <a:gd name="connsiteX1" fmla="*/ 883063 w 1103852"/>
                <a:gd name="connsiteY1" fmla="*/ 177724 h 657879"/>
                <a:gd name="connsiteX2" fmla="*/ 678085 w 1103852"/>
                <a:gd name="connsiteY2" fmla="*/ 17132 h 657879"/>
                <a:gd name="connsiteX3" fmla="*/ 461962 w 1103852"/>
                <a:gd name="connsiteY3" fmla="*/ 17132 h 657879"/>
                <a:gd name="connsiteX4" fmla="*/ 136398 w 1103852"/>
                <a:gd name="connsiteY4" fmla="*/ 267735 h 657879"/>
                <a:gd name="connsiteX5" fmla="*/ 0 w 1103852"/>
                <a:gd name="connsiteY5" fmla="*/ 650830 h 65787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1103852" h="657879">
                  <a:moveTo>
                    <a:pt x="1103852" y="657879"/>
                  </a:moveTo>
                  <a:cubicBezTo>
                    <a:pt x="1071563" y="576250"/>
                    <a:pt x="937546" y="246494"/>
                    <a:pt x="883063" y="177724"/>
                  </a:cubicBezTo>
                  <a:cubicBezTo>
                    <a:pt x="828104" y="108382"/>
                    <a:pt x="761238" y="46279"/>
                    <a:pt x="678085" y="17132"/>
                  </a:cubicBezTo>
                  <a:cubicBezTo>
                    <a:pt x="608171" y="-7347"/>
                    <a:pt x="533210" y="-4013"/>
                    <a:pt x="461962" y="17132"/>
                  </a:cubicBezTo>
                  <a:cubicBezTo>
                    <a:pt x="326898" y="57137"/>
                    <a:pt x="214027" y="150101"/>
                    <a:pt x="136398" y="267735"/>
                  </a:cubicBezTo>
                  <a:cubicBezTo>
                    <a:pt x="86773" y="343078"/>
                    <a:pt x="16764" y="562153"/>
                    <a:pt x="0" y="650830"/>
                  </a:cubicBezTo>
                </a:path>
              </a:pathLst>
            </a:custGeom>
            <a:noFill/>
            <a:ln w="9525" cap="rnd">
              <a:solidFill>
                <a:schemeClr val="accent2">
                  <a:alpha val="35000"/>
                </a:schemeClr>
              </a:solidFill>
              <a:prstDash val="lgDash"/>
              <a:round/>
            </a:ln>
          </p:spPr>
          <p:txBody>
            <a:bodyPr rtlCol="0" anchor="ctr"/>
            <a:lstStyle/>
            <a:p>
              <a:endParaRPr lang="en-US"/>
            </a:p>
          </p:txBody>
        </p:sp>
        <p:sp>
          <p:nvSpPr>
            <p:cNvPr id="49" name="Freeform: Shape 48">
              <a:extLst>
                <a:ext uri="{FF2B5EF4-FFF2-40B4-BE49-F238E27FC236}">
                  <a16:creationId xmlns:a16="http://schemas.microsoft.com/office/drawing/2014/main" id="{4C120B3D-CF1C-49AE-B5B4-6BF589737A25}"/>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17103" y="25817"/>
              <a:ext cx="2282549" cy="5138883"/>
            </a:xfrm>
            <a:custGeom>
              <a:avLst/>
              <a:gdLst>
                <a:gd name="connsiteX0" fmla="*/ 0 w 1271168"/>
                <a:gd name="connsiteY0" fmla="*/ 2861882 h 2861881"/>
                <a:gd name="connsiteX1" fmla="*/ 115157 w 1271168"/>
                <a:gd name="connsiteY1" fmla="*/ 2685002 h 2861881"/>
                <a:gd name="connsiteX2" fmla="*/ 277178 w 1271168"/>
                <a:gd name="connsiteY2" fmla="*/ 2461070 h 2861881"/>
                <a:gd name="connsiteX3" fmla="*/ 421958 w 1271168"/>
                <a:gd name="connsiteY3" fmla="*/ 2209514 h 2861881"/>
                <a:gd name="connsiteX4" fmla="*/ 690848 w 1271168"/>
                <a:gd name="connsiteY4" fmla="*/ 1751267 h 2861881"/>
                <a:gd name="connsiteX5" fmla="*/ 830580 w 1271168"/>
                <a:gd name="connsiteY5" fmla="*/ 1451039 h 2861881"/>
                <a:gd name="connsiteX6" fmla="*/ 917067 w 1271168"/>
                <a:gd name="connsiteY6" fmla="*/ 1276541 h 2861881"/>
                <a:gd name="connsiteX7" fmla="*/ 1114901 w 1271168"/>
                <a:gd name="connsiteY7" fmla="*/ 965835 h 2861881"/>
                <a:gd name="connsiteX8" fmla="*/ 1204627 w 1271168"/>
                <a:gd name="connsiteY8" fmla="*/ 819626 h 2861881"/>
                <a:gd name="connsiteX9" fmla="*/ 1271111 w 1271168"/>
                <a:gd name="connsiteY9" fmla="*/ 585311 h 2861881"/>
                <a:gd name="connsiteX10" fmla="*/ 1128141 w 1271168"/>
                <a:gd name="connsiteY10" fmla="*/ 292894 h 2861881"/>
                <a:gd name="connsiteX11" fmla="*/ 882110 w 1271168"/>
                <a:gd name="connsiteY11" fmla="*/ 135065 h 2861881"/>
                <a:gd name="connsiteX12" fmla="*/ 574929 w 1271168"/>
                <a:gd name="connsiteY12" fmla="*/ 0 h 286188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Lst>
              <a:rect l="l" t="t" r="r" b="b"/>
              <a:pathLst>
                <a:path w="1271168" h="2861881">
                  <a:moveTo>
                    <a:pt x="0" y="2861882"/>
                  </a:moveTo>
                  <a:cubicBezTo>
                    <a:pt x="0" y="2861882"/>
                    <a:pt x="67151" y="2751201"/>
                    <a:pt x="115157" y="2685002"/>
                  </a:cubicBezTo>
                  <a:cubicBezTo>
                    <a:pt x="169259" y="2610326"/>
                    <a:pt x="226981" y="2538317"/>
                    <a:pt x="277178" y="2461070"/>
                  </a:cubicBezTo>
                  <a:cubicBezTo>
                    <a:pt x="329946" y="2379917"/>
                    <a:pt x="374142" y="2293715"/>
                    <a:pt x="421958" y="2209514"/>
                  </a:cubicBezTo>
                  <a:cubicBezTo>
                    <a:pt x="509492" y="2055495"/>
                    <a:pt x="609695" y="1908715"/>
                    <a:pt x="690848" y="1751267"/>
                  </a:cubicBezTo>
                  <a:cubicBezTo>
                    <a:pt x="741426" y="1653159"/>
                    <a:pt x="784670" y="1551432"/>
                    <a:pt x="830580" y="1451039"/>
                  </a:cubicBezTo>
                  <a:cubicBezTo>
                    <a:pt x="857631" y="1391984"/>
                    <a:pt x="885635" y="1333405"/>
                    <a:pt x="917067" y="1276541"/>
                  </a:cubicBezTo>
                  <a:cubicBezTo>
                    <a:pt x="976408" y="1169003"/>
                    <a:pt x="1046417" y="1067848"/>
                    <a:pt x="1114901" y="965835"/>
                  </a:cubicBezTo>
                  <a:cubicBezTo>
                    <a:pt x="1146810" y="918305"/>
                    <a:pt x="1177671" y="870109"/>
                    <a:pt x="1204627" y="819626"/>
                  </a:cubicBezTo>
                  <a:cubicBezTo>
                    <a:pt x="1243679" y="746665"/>
                    <a:pt x="1272635" y="667703"/>
                    <a:pt x="1271111" y="585311"/>
                  </a:cubicBezTo>
                  <a:cubicBezTo>
                    <a:pt x="1269111" y="473012"/>
                    <a:pt x="1209485" y="371284"/>
                    <a:pt x="1128141" y="292894"/>
                  </a:cubicBezTo>
                  <a:cubicBezTo>
                    <a:pt x="1057561" y="224790"/>
                    <a:pt x="971836" y="175260"/>
                    <a:pt x="882110" y="135065"/>
                  </a:cubicBezTo>
                  <a:cubicBezTo>
                    <a:pt x="779907" y="89249"/>
                    <a:pt x="672560" y="54673"/>
                    <a:pt x="574929" y="0"/>
                  </a:cubicBezTo>
                </a:path>
              </a:pathLst>
            </a:custGeom>
            <a:noFill/>
            <a:ln w="9525" cap="rnd">
              <a:solidFill>
                <a:schemeClr val="accent2">
                  <a:alpha val="35000"/>
                </a:schemeClr>
              </a:solidFill>
              <a:prstDash val="lgDash"/>
              <a:round/>
            </a:ln>
          </p:spPr>
          <p:txBody>
            <a:bodyPr rtlCol="0" anchor="ctr"/>
            <a:lstStyle/>
            <a:p>
              <a:endParaRPr lang="en-US"/>
            </a:p>
          </p:txBody>
        </p:sp>
        <p:sp>
          <p:nvSpPr>
            <p:cNvPr id="50" name="Freeform: Shape 49">
              <a:extLst>
                <a:ext uri="{FF2B5EF4-FFF2-40B4-BE49-F238E27FC236}">
                  <a16:creationId xmlns:a16="http://schemas.microsoft.com/office/drawing/2014/main" id="{5F7B6392-DF04-4EF6-A433-4A7A757D657F}"/>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17103" y="53524"/>
              <a:ext cx="1650357" cy="4733534"/>
            </a:xfrm>
            <a:custGeom>
              <a:avLst/>
              <a:gdLst>
                <a:gd name="connsiteX0" fmla="*/ 0 w 919096"/>
                <a:gd name="connsiteY0" fmla="*/ 2636139 h 2636139"/>
                <a:gd name="connsiteX1" fmla="*/ 274415 w 919096"/>
                <a:gd name="connsiteY1" fmla="*/ 2218277 h 2636139"/>
                <a:gd name="connsiteX2" fmla="*/ 607981 w 919096"/>
                <a:gd name="connsiteY2" fmla="*/ 1655921 h 2636139"/>
                <a:gd name="connsiteX3" fmla="*/ 792290 w 919096"/>
                <a:gd name="connsiteY3" fmla="*/ 1163003 h 2636139"/>
                <a:gd name="connsiteX4" fmla="*/ 914400 w 919096"/>
                <a:gd name="connsiteY4" fmla="*/ 808863 h 2636139"/>
                <a:gd name="connsiteX5" fmla="*/ 847344 w 919096"/>
                <a:gd name="connsiteY5" fmla="*/ 516922 h 2636139"/>
                <a:gd name="connsiteX6" fmla="*/ 610362 w 919096"/>
                <a:gd name="connsiteY6" fmla="*/ 366141 h 2636139"/>
                <a:gd name="connsiteX7" fmla="*/ 361379 w 919096"/>
                <a:gd name="connsiteY7" fmla="*/ 222599 h 2636139"/>
                <a:gd name="connsiteX8" fmla="*/ 67056 w 919096"/>
                <a:gd name="connsiteY8" fmla="*/ 0 h 263613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919096" h="2636139">
                  <a:moveTo>
                    <a:pt x="0" y="2636139"/>
                  </a:moveTo>
                  <a:cubicBezTo>
                    <a:pt x="0" y="2636139"/>
                    <a:pt x="162020" y="2392394"/>
                    <a:pt x="274415" y="2218277"/>
                  </a:cubicBezTo>
                  <a:cubicBezTo>
                    <a:pt x="392906" y="2034730"/>
                    <a:pt x="518732" y="1854994"/>
                    <a:pt x="607981" y="1655921"/>
                  </a:cubicBezTo>
                  <a:cubicBezTo>
                    <a:pt x="679799" y="1495806"/>
                    <a:pt x="726091" y="1325594"/>
                    <a:pt x="792290" y="1163003"/>
                  </a:cubicBezTo>
                  <a:cubicBezTo>
                    <a:pt x="839724" y="1046607"/>
                    <a:pt x="897922" y="933164"/>
                    <a:pt x="914400" y="808863"/>
                  </a:cubicBezTo>
                  <a:cubicBezTo>
                    <a:pt x="928116" y="705326"/>
                    <a:pt x="913543" y="596932"/>
                    <a:pt x="847344" y="516922"/>
                  </a:cubicBezTo>
                  <a:cubicBezTo>
                    <a:pt x="786956" y="444056"/>
                    <a:pt x="696087" y="407956"/>
                    <a:pt x="610362" y="366141"/>
                  </a:cubicBezTo>
                  <a:cubicBezTo>
                    <a:pt x="524161" y="324136"/>
                    <a:pt x="442722" y="273272"/>
                    <a:pt x="361379" y="222599"/>
                  </a:cubicBezTo>
                  <a:cubicBezTo>
                    <a:pt x="245459" y="150400"/>
                    <a:pt x="126968" y="121348"/>
                    <a:pt x="67056" y="0"/>
                  </a:cubicBezTo>
                </a:path>
              </a:pathLst>
            </a:custGeom>
            <a:noFill/>
            <a:ln w="9525" cap="rnd">
              <a:solidFill>
                <a:schemeClr val="accent2">
                  <a:alpha val="35000"/>
                </a:schemeClr>
              </a:solidFill>
              <a:prstDash val="lgDash"/>
              <a:round/>
            </a:ln>
          </p:spPr>
          <p:txBody>
            <a:bodyPr rtlCol="0" anchor="ctr"/>
            <a:lstStyle/>
            <a:p>
              <a:endParaRPr lang="en-US"/>
            </a:p>
          </p:txBody>
        </p:sp>
        <p:sp>
          <p:nvSpPr>
            <p:cNvPr id="51" name="Freeform: Shape 50">
              <a:extLst>
                <a:ext uri="{FF2B5EF4-FFF2-40B4-BE49-F238E27FC236}">
                  <a16:creationId xmlns:a16="http://schemas.microsoft.com/office/drawing/2014/main" id="{CFB987BC-4338-4C63-8DB9-5CB9DC4890C0}"/>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17103" y="379002"/>
              <a:ext cx="1123546" cy="4116271"/>
            </a:xfrm>
            <a:custGeom>
              <a:avLst/>
              <a:gdLst>
                <a:gd name="connsiteX0" fmla="*/ 0 w 625711"/>
                <a:gd name="connsiteY0" fmla="*/ 2292382 h 2292381"/>
                <a:gd name="connsiteX1" fmla="*/ 181070 w 625711"/>
                <a:gd name="connsiteY1" fmla="*/ 2019967 h 2292381"/>
                <a:gd name="connsiteX2" fmla="*/ 385000 w 625711"/>
                <a:gd name="connsiteY2" fmla="*/ 1640967 h 2292381"/>
                <a:gd name="connsiteX3" fmla="*/ 514255 w 625711"/>
                <a:gd name="connsiteY3" fmla="*/ 1376839 h 2292381"/>
                <a:gd name="connsiteX4" fmla="*/ 606171 w 625711"/>
                <a:gd name="connsiteY4" fmla="*/ 1015079 h 2292381"/>
                <a:gd name="connsiteX5" fmla="*/ 606171 w 625711"/>
                <a:gd name="connsiteY5" fmla="*/ 673418 h 2292381"/>
                <a:gd name="connsiteX6" fmla="*/ 485489 w 625711"/>
                <a:gd name="connsiteY6" fmla="*/ 475297 h 2292381"/>
                <a:gd name="connsiteX7" fmla="*/ 313182 w 625711"/>
                <a:gd name="connsiteY7" fmla="*/ 328898 h 2292381"/>
                <a:gd name="connsiteX8" fmla="*/ 173831 w 625711"/>
                <a:gd name="connsiteY8" fmla="*/ 189643 h 2292381"/>
                <a:gd name="connsiteX9" fmla="*/ 0 w 625711"/>
                <a:gd name="connsiteY9" fmla="*/ 0 h 229238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625711" h="2292381">
                  <a:moveTo>
                    <a:pt x="0" y="2292382"/>
                  </a:moveTo>
                  <a:cubicBezTo>
                    <a:pt x="0" y="2292382"/>
                    <a:pt x="110776" y="2140363"/>
                    <a:pt x="181070" y="2019967"/>
                  </a:cubicBezTo>
                  <a:cubicBezTo>
                    <a:pt x="253460" y="1896047"/>
                    <a:pt x="318325" y="1768031"/>
                    <a:pt x="385000" y="1640967"/>
                  </a:cubicBezTo>
                  <a:cubicBezTo>
                    <a:pt x="430625" y="1554099"/>
                    <a:pt x="478536" y="1468184"/>
                    <a:pt x="514255" y="1376839"/>
                  </a:cubicBezTo>
                  <a:cubicBezTo>
                    <a:pt x="559689" y="1260634"/>
                    <a:pt x="585788" y="1138333"/>
                    <a:pt x="606171" y="1015079"/>
                  </a:cubicBezTo>
                  <a:cubicBezTo>
                    <a:pt x="625031" y="900779"/>
                    <a:pt x="638556" y="784003"/>
                    <a:pt x="606171" y="673418"/>
                  </a:cubicBezTo>
                  <a:cubicBezTo>
                    <a:pt x="584168" y="598075"/>
                    <a:pt x="540258" y="531590"/>
                    <a:pt x="485489" y="475297"/>
                  </a:cubicBezTo>
                  <a:cubicBezTo>
                    <a:pt x="432911" y="421195"/>
                    <a:pt x="369475" y="379095"/>
                    <a:pt x="313182" y="328898"/>
                  </a:cubicBezTo>
                  <a:cubicBezTo>
                    <a:pt x="264128" y="285179"/>
                    <a:pt x="219361" y="237077"/>
                    <a:pt x="173831" y="189643"/>
                  </a:cubicBezTo>
                  <a:cubicBezTo>
                    <a:pt x="109347" y="122111"/>
                    <a:pt x="0" y="0"/>
                    <a:pt x="0" y="0"/>
                  </a:cubicBezTo>
                </a:path>
              </a:pathLst>
            </a:custGeom>
            <a:noFill/>
            <a:ln w="9525" cap="rnd">
              <a:solidFill>
                <a:schemeClr val="accent2">
                  <a:alpha val="35000"/>
                </a:schemeClr>
              </a:solidFill>
              <a:prstDash val="lgDash"/>
              <a:round/>
            </a:ln>
          </p:spPr>
          <p:txBody>
            <a:bodyPr rtlCol="0" anchor="ctr"/>
            <a:lstStyle/>
            <a:p>
              <a:endParaRPr lang="en-US"/>
            </a:p>
          </p:txBody>
        </p:sp>
        <p:sp>
          <p:nvSpPr>
            <p:cNvPr id="52" name="Freeform: Shape 51">
              <a:extLst>
                <a:ext uri="{FF2B5EF4-FFF2-40B4-BE49-F238E27FC236}">
                  <a16:creationId xmlns:a16="http://schemas.microsoft.com/office/drawing/2014/main" id="{F0B5029E-655F-4CB5-BCA2-B62400CE7605}"/>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17103" y="798206"/>
              <a:ext cx="756945" cy="3350210"/>
            </a:xfrm>
            <a:custGeom>
              <a:avLst/>
              <a:gdLst>
                <a:gd name="connsiteX0" fmla="*/ 0 w 421548"/>
                <a:gd name="connsiteY0" fmla="*/ 0 h 1865756"/>
                <a:gd name="connsiteX1" fmla="*/ 258699 w 421548"/>
                <a:gd name="connsiteY1" fmla="*/ 330803 h 1865756"/>
                <a:gd name="connsiteX2" fmla="*/ 408051 w 421548"/>
                <a:gd name="connsiteY2" fmla="*/ 617887 h 1865756"/>
                <a:gd name="connsiteX3" fmla="*/ 408051 w 421548"/>
                <a:gd name="connsiteY3" fmla="*/ 910781 h 1865756"/>
                <a:gd name="connsiteX4" fmla="*/ 336233 w 421548"/>
                <a:gd name="connsiteY4" fmla="*/ 1269683 h 1865756"/>
                <a:gd name="connsiteX5" fmla="*/ 186881 w 421548"/>
                <a:gd name="connsiteY5" fmla="*/ 1582674 h 1865756"/>
                <a:gd name="connsiteX6" fmla="*/ 0 w 421548"/>
                <a:gd name="connsiteY6" fmla="*/ 1865757 h 186575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421548" h="1865756">
                  <a:moveTo>
                    <a:pt x="0" y="0"/>
                  </a:moveTo>
                  <a:cubicBezTo>
                    <a:pt x="0" y="0"/>
                    <a:pt x="155734" y="188309"/>
                    <a:pt x="258699" y="330803"/>
                  </a:cubicBezTo>
                  <a:cubicBezTo>
                    <a:pt x="322517" y="419100"/>
                    <a:pt x="383096" y="512255"/>
                    <a:pt x="408051" y="617887"/>
                  </a:cubicBezTo>
                  <a:cubicBezTo>
                    <a:pt x="430625" y="713613"/>
                    <a:pt x="420815" y="812768"/>
                    <a:pt x="408051" y="910781"/>
                  </a:cubicBezTo>
                  <a:cubicBezTo>
                    <a:pt x="392240" y="1032129"/>
                    <a:pt x="376142" y="1154049"/>
                    <a:pt x="336233" y="1269683"/>
                  </a:cubicBezTo>
                  <a:cubicBezTo>
                    <a:pt x="298418" y="1379125"/>
                    <a:pt x="246412" y="1483138"/>
                    <a:pt x="186881" y="1582674"/>
                  </a:cubicBezTo>
                  <a:cubicBezTo>
                    <a:pt x="122777" y="1689640"/>
                    <a:pt x="0" y="1865757"/>
                    <a:pt x="0" y="1865757"/>
                  </a:cubicBezTo>
                </a:path>
              </a:pathLst>
            </a:custGeom>
            <a:noFill/>
            <a:ln w="9525" cap="rnd">
              <a:solidFill>
                <a:schemeClr val="accent2">
                  <a:alpha val="35000"/>
                </a:schemeClr>
              </a:solidFill>
              <a:prstDash val="lgDash"/>
              <a:round/>
            </a:ln>
          </p:spPr>
          <p:txBody>
            <a:bodyPr rtlCol="0" anchor="ctr"/>
            <a:lstStyle/>
            <a:p>
              <a:endParaRPr lang="en-US"/>
            </a:p>
          </p:txBody>
        </p:sp>
        <p:sp>
          <p:nvSpPr>
            <p:cNvPr id="53" name="Freeform: Shape 52">
              <a:extLst>
                <a:ext uri="{FF2B5EF4-FFF2-40B4-BE49-F238E27FC236}">
                  <a16:creationId xmlns:a16="http://schemas.microsoft.com/office/drawing/2014/main" id="{966F436B-D502-4927-A05D-0691A99F6598}"/>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17103" y="1247513"/>
              <a:ext cx="515229" cy="2438941"/>
            </a:xfrm>
            <a:custGeom>
              <a:avLst/>
              <a:gdLst>
                <a:gd name="connsiteX0" fmla="*/ 11621 w 286935"/>
                <a:gd name="connsiteY0" fmla="*/ 1358265 h 1358264"/>
                <a:gd name="connsiteX1" fmla="*/ 163830 w 286935"/>
                <a:gd name="connsiteY1" fmla="*/ 1157287 h 1358264"/>
                <a:gd name="connsiteX2" fmla="*/ 258604 w 286935"/>
                <a:gd name="connsiteY2" fmla="*/ 858679 h 1358264"/>
                <a:gd name="connsiteX3" fmla="*/ 284417 w 286935"/>
                <a:gd name="connsiteY3" fmla="*/ 577310 h 1358264"/>
                <a:gd name="connsiteX4" fmla="*/ 215456 w 286935"/>
                <a:gd name="connsiteY4" fmla="*/ 330422 h 1358264"/>
                <a:gd name="connsiteX5" fmla="*/ 0 w 286935"/>
                <a:gd name="connsiteY5" fmla="*/ 0 h 135826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286935" h="1358264">
                  <a:moveTo>
                    <a:pt x="11621" y="1358265"/>
                  </a:moveTo>
                  <a:cubicBezTo>
                    <a:pt x="11621" y="1358265"/>
                    <a:pt x="104299" y="1269016"/>
                    <a:pt x="163830" y="1157287"/>
                  </a:cubicBezTo>
                  <a:cubicBezTo>
                    <a:pt x="213074" y="1064800"/>
                    <a:pt x="237458" y="961453"/>
                    <a:pt x="258604" y="858679"/>
                  </a:cubicBezTo>
                  <a:cubicBezTo>
                    <a:pt x="277749" y="765905"/>
                    <a:pt x="293180" y="671512"/>
                    <a:pt x="284417" y="577310"/>
                  </a:cubicBezTo>
                  <a:cubicBezTo>
                    <a:pt x="276511" y="491680"/>
                    <a:pt x="250412" y="409099"/>
                    <a:pt x="215456" y="330422"/>
                  </a:cubicBezTo>
                  <a:cubicBezTo>
                    <a:pt x="153353" y="190405"/>
                    <a:pt x="0" y="0"/>
                    <a:pt x="0" y="0"/>
                  </a:cubicBezTo>
                </a:path>
              </a:pathLst>
            </a:custGeom>
            <a:noFill/>
            <a:ln w="9525" cap="rnd">
              <a:solidFill>
                <a:schemeClr val="accent2">
                  <a:alpha val="35000"/>
                </a:schemeClr>
              </a:solidFill>
              <a:prstDash val="lgDash"/>
              <a:round/>
            </a:ln>
          </p:spPr>
          <p:txBody>
            <a:bodyPr rtlCol="0" anchor="ctr"/>
            <a:lstStyle/>
            <a:p>
              <a:endParaRPr lang="en-US"/>
            </a:p>
          </p:txBody>
        </p:sp>
        <p:sp>
          <p:nvSpPr>
            <p:cNvPr id="54" name="Freeform: Shape 53">
              <a:extLst>
                <a:ext uri="{FF2B5EF4-FFF2-40B4-BE49-F238E27FC236}">
                  <a16:creationId xmlns:a16="http://schemas.microsoft.com/office/drawing/2014/main" id="{63D19BC0-342A-4662-8B01-078F5BC25F5F}"/>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17103" y="1752232"/>
              <a:ext cx="300409" cy="1599679"/>
            </a:xfrm>
            <a:custGeom>
              <a:avLst/>
              <a:gdLst>
                <a:gd name="connsiteX0" fmla="*/ 0 w 167300"/>
                <a:gd name="connsiteY0" fmla="*/ 0 h 890873"/>
                <a:gd name="connsiteX1" fmla="*/ 143732 w 167300"/>
                <a:gd name="connsiteY1" fmla="*/ 233077 h 890873"/>
                <a:gd name="connsiteX2" fmla="*/ 160973 w 167300"/>
                <a:gd name="connsiteY2" fmla="*/ 482822 h 890873"/>
                <a:gd name="connsiteX3" fmla="*/ 0 w 167300"/>
                <a:gd name="connsiteY3" fmla="*/ 890873 h 890873"/>
              </a:gdLst>
              <a:ahLst/>
              <a:cxnLst>
                <a:cxn ang="0">
                  <a:pos x="connsiteX0" y="connsiteY0"/>
                </a:cxn>
                <a:cxn ang="0">
                  <a:pos x="connsiteX1" y="connsiteY1"/>
                </a:cxn>
                <a:cxn ang="0">
                  <a:pos x="connsiteX2" y="connsiteY2"/>
                </a:cxn>
                <a:cxn ang="0">
                  <a:pos x="connsiteX3" y="connsiteY3"/>
                </a:cxn>
              </a:cxnLst>
              <a:rect l="l" t="t" r="r" b="b"/>
              <a:pathLst>
                <a:path w="167300" h="890873">
                  <a:moveTo>
                    <a:pt x="0" y="0"/>
                  </a:moveTo>
                  <a:cubicBezTo>
                    <a:pt x="0" y="0"/>
                    <a:pt x="110585" y="127254"/>
                    <a:pt x="143732" y="233077"/>
                  </a:cubicBezTo>
                  <a:cubicBezTo>
                    <a:pt x="168974" y="313563"/>
                    <a:pt x="172593" y="399098"/>
                    <a:pt x="160973" y="482822"/>
                  </a:cubicBezTo>
                  <a:cubicBezTo>
                    <a:pt x="136970" y="655892"/>
                    <a:pt x="0" y="890873"/>
                    <a:pt x="0" y="890873"/>
                  </a:cubicBezTo>
                </a:path>
              </a:pathLst>
            </a:custGeom>
            <a:noFill/>
            <a:ln w="9525" cap="rnd">
              <a:solidFill>
                <a:schemeClr val="accent2">
                  <a:alpha val="35000"/>
                </a:schemeClr>
              </a:solidFill>
              <a:prstDash val="lgDash"/>
              <a:round/>
            </a:ln>
          </p:spPr>
          <p:txBody>
            <a:bodyPr rtlCol="0" anchor="ctr"/>
            <a:lstStyle/>
            <a:p>
              <a:endParaRPr lang="en-US"/>
            </a:p>
          </p:txBody>
        </p:sp>
        <p:sp>
          <p:nvSpPr>
            <p:cNvPr id="55" name="Freeform: Shape 54">
              <a:extLst>
                <a:ext uri="{FF2B5EF4-FFF2-40B4-BE49-F238E27FC236}">
                  <a16:creationId xmlns:a16="http://schemas.microsoft.com/office/drawing/2014/main" id="{DF32521F-B67B-4D14-BB6E-0DD27E1C702A}"/>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2131253" y="14016"/>
              <a:ext cx="5523537" cy="3012568"/>
            </a:xfrm>
            <a:custGeom>
              <a:avLst/>
              <a:gdLst>
                <a:gd name="connsiteX0" fmla="*/ 3076099 w 3076098"/>
                <a:gd name="connsiteY0" fmla="*/ 12287 h 1677721"/>
                <a:gd name="connsiteX1" fmla="*/ 3054287 w 3076098"/>
                <a:gd name="connsiteY1" fmla="*/ 609029 h 1677721"/>
                <a:gd name="connsiteX2" fmla="*/ 3054287 w 3076098"/>
                <a:gd name="connsiteY2" fmla="*/ 824770 h 1677721"/>
                <a:gd name="connsiteX3" fmla="*/ 3002375 w 3076098"/>
                <a:gd name="connsiteY3" fmla="*/ 1158240 h 1677721"/>
                <a:gd name="connsiteX4" fmla="*/ 2945797 w 3076098"/>
                <a:gd name="connsiteY4" fmla="*/ 1277112 h 1677721"/>
                <a:gd name="connsiteX5" fmla="*/ 2706815 w 3076098"/>
                <a:gd name="connsiteY5" fmla="*/ 1492853 h 1677721"/>
                <a:gd name="connsiteX6" fmla="*/ 2451735 w 3076098"/>
                <a:gd name="connsiteY6" fmla="*/ 1618583 h 1677721"/>
                <a:gd name="connsiteX7" fmla="*/ 2128457 w 3076098"/>
                <a:gd name="connsiteY7" fmla="*/ 1677448 h 1677721"/>
                <a:gd name="connsiteX8" fmla="*/ 1672495 w 3076098"/>
                <a:gd name="connsiteY8" fmla="*/ 1505522 h 1677721"/>
                <a:gd name="connsiteX9" fmla="*/ 1445038 w 3076098"/>
                <a:gd name="connsiteY9" fmla="*/ 1230916 h 1677721"/>
                <a:gd name="connsiteX10" fmla="*/ 1381506 w 3076098"/>
                <a:gd name="connsiteY10" fmla="*/ 1044035 h 1677721"/>
                <a:gd name="connsiteX11" fmla="*/ 1260253 w 3076098"/>
                <a:gd name="connsiteY11" fmla="*/ 837533 h 1677721"/>
                <a:gd name="connsiteX12" fmla="*/ 1108520 w 3076098"/>
                <a:gd name="connsiteY12" fmla="*/ 772954 h 1677721"/>
                <a:gd name="connsiteX13" fmla="*/ 955358 w 3076098"/>
                <a:gd name="connsiteY13" fmla="*/ 751427 h 1677721"/>
                <a:gd name="connsiteX14" fmla="*/ 763810 w 3076098"/>
                <a:gd name="connsiteY14" fmla="*/ 764762 h 1677721"/>
                <a:gd name="connsiteX15" fmla="*/ 651224 w 3076098"/>
                <a:gd name="connsiteY15" fmla="*/ 728186 h 1677721"/>
                <a:gd name="connsiteX16" fmla="*/ 510730 w 3076098"/>
                <a:gd name="connsiteY16" fmla="*/ 587788 h 1677721"/>
                <a:gd name="connsiteX17" fmla="*/ 323183 w 3076098"/>
                <a:gd name="connsiteY17" fmla="*/ 353187 h 1677721"/>
                <a:gd name="connsiteX18" fmla="*/ 0 w 3076098"/>
                <a:gd name="connsiteY18" fmla="*/ 0 h 167772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Lst>
              <a:rect l="l" t="t" r="r" b="b"/>
              <a:pathLst>
                <a:path w="3076098" h="1677721">
                  <a:moveTo>
                    <a:pt x="3076099" y="12287"/>
                  </a:moveTo>
                  <a:cubicBezTo>
                    <a:pt x="3069336" y="183071"/>
                    <a:pt x="3053525" y="438150"/>
                    <a:pt x="3054287" y="609029"/>
                  </a:cubicBezTo>
                  <a:cubicBezTo>
                    <a:pt x="3054572" y="680942"/>
                    <a:pt x="3056477" y="752856"/>
                    <a:pt x="3054287" y="824770"/>
                  </a:cubicBezTo>
                  <a:cubicBezTo>
                    <a:pt x="3050858" y="937832"/>
                    <a:pt x="3038285" y="1051084"/>
                    <a:pt x="3002375" y="1158240"/>
                  </a:cubicBezTo>
                  <a:cubicBezTo>
                    <a:pt x="2988374" y="1200055"/>
                    <a:pt x="2969895" y="1240155"/>
                    <a:pt x="2945797" y="1277112"/>
                  </a:cubicBezTo>
                  <a:cubicBezTo>
                    <a:pt x="2886742" y="1367885"/>
                    <a:pt x="2798636" y="1434846"/>
                    <a:pt x="2706815" y="1492853"/>
                  </a:cubicBezTo>
                  <a:cubicBezTo>
                    <a:pt x="2626424" y="1543717"/>
                    <a:pt x="2541080" y="1586103"/>
                    <a:pt x="2451735" y="1618583"/>
                  </a:cubicBezTo>
                  <a:cubicBezTo>
                    <a:pt x="2347817" y="1656398"/>
                    <a:pt x="2238851" y="1680591"/>
                    <a:pt x="2128457" y="1677448"/>
                  </a:cubicBezTo>
                  <a:cubicBezTo>
                    <a:pt x="1962436" y="1672781"/>
                    <a:pt x="1804702" y="1606677"/>
                    <a:pt x="1672495" y="1505522"/>
                  </a:cubicBezTo>
                  <a:cubicBezTo>
                    <a:pt x="1576483" y="1432084"/>
                    <a:pt x="1493520" y="1341501"/>
                    <a:pt x="1445038" y="1230916"/>
                  </a:cubicBezTo>
                  <a:cubicBezTo>
                    <a:pt x="1418653" y="1170623"/>
                    <a:pt x="1401794" y="1106710"/>
                    <a:pt x="1381506" y="1044035"/>
                  </a:cubicBezTo>
                  <a:cubicBezTo>
                    <a:pt x="1356360" y="966026"/>
                    <a:pt x="1324261" y="887730"/>
                    <a:pt x="1260253" y="837533"/>
                  </a:cubicBezTo>
                  <a:cubicBezTo>
                    <a:pt x="1216628" y="803243"/>
                    <a:pt x="1162717" y="786194"/>
                    <a:pt x="1108520" y="772954"/>
                  </a:cubicBezTo>
                  <a:cubicBezTo>
                    <a:pt x="1058228" y="760667"/>
                    <a:pt x="1007078" y="750570"/>
                    <a:pt x="955358" y="751427"/>
                  </a:cubicBezTo>
                  <a:cubicBezTo>
                    <a:pt x="891064" y="752475"/>
                    <a:pt x="827818" y="770001"/>
                    <a:pt x="763810" y="764762"/>
                  </a:cubicBezTo>
                  <a:cubicBezTo>
                    <a:pt x="723995" y="761524"/>
                    <a:pt x="685514" y="748760"/>
                    <a:pt x="651224" y="728186"/>
                  </a:cubicBezTo>
                  <a:cubicBezTo>
                    <a:pt x="594074" y="693896"/>
                    <a:pt x="552545" y="639985"/>
                    <a:pt x="510730" y="587788"/>
                  </a:cubicBezTo>
                  <a:cubicBezTo>
                    <a:pt x="448151" y="509683"/>
                    <a:pt x="384524" y="432245"/>
                    <a:pt x="323183" y="353187"/>
                  </a:cubicBezTo>
                  <a:cubicBezTo>
                    <a:pt x="246221" y="253937"/>
                    <a:pt x="94202" y="82868"/>
                    <a:pt x="0" y="0"/>
                  </a:cubicBezTo>
                </a:path>
              </a:pathLst>
            </a:custGeom>
            <a:noFill/>
            <a:ln w="9525" cap="rnd">
              <a:solidFill>
                <a:schemeClr val="accent2">
                  <a:alpha val="35000"/>
                </a:schemeClr>
              </a:solidFill>
              <a:prstDash val="lgDash"/>
              <a:round/>
            </a:ln>
          </p:spPr>
          <p:txBody>
            <a:bodyPr rtlCol="0" anchor="ctr"/>
            <a:lstStyle/>
            <a:p>
              <a:endParaRPr lang="en-US"/>
            </a:p>
          </p:txBody>
        </p:sp>
        <p:sp>
          <p:nvSpPr>
            <p:cNvPr id="56" name="Freeform: Shape 55">
              <a:extLst>
                <a:ext uri="{FF2B5EF4-FFF2-40B4-BE49-F238E27FC236}">
                  <a16:creationId xmlns:a16="http://schemas.microsoft.com/office/drawing/2014/main" id="{56F73602-5ACB-4102-894B-D140E71E67F2}"/>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2687455" y="75587"/>
              <a:ext cx="4681672" cy="2637228"/>
            </a:xfrm>
            <a:custGeom>
              <a:avLst/>
              <a:gdLst>
                <a:gd name="connsiteX0" fmla="*/ 2568321 w 2607257"/>
                <a:gd name="connsiteY0" fmla="*/ 18002 h 1468691"/>
                <a:gd name="connsiteX1" fmla="*/ 2590609 w 2607257"/>
                <a:gd name="connsiteY1" fmla="*/ 258509 h 1468691"/>
                <a:gd name="connsiteX2" fmla="*/ 2606802 w 2607257"/>
                <a:gd name="connsiteY2" fmla="*/ 563118 h 1468691"/>
                <a:gd name="connsiteX3" fmla="*/ 2587181 w 2607257"/>
                <a:gd name="connsiteY3" fmla="*/ 910400 h 1468691"/>
                <a:gd name="connsiteX4" fmla="*/ 2568702 w 2607257"/>
                <a:gd name="connsiteY4" fmla="*/ 1001554 h 1468691"/>
                <a:gd name="connsiteX5" fmla="*/ 2407063 w 2607257"/>
                <a:gd name="connsiteY5" fmla="*/ 1262348 h 1468691"/>
                <a:gd name="connsiteX6" fmla="*/ 2211896 w 2607257"/>
                <a:gd name="connsiteY6" fmla="*/ 1390078 h 1468691"/>
                <a:gd name="connsiteX7" fmla="*/ 1936623 w 2607257"/>
                <a:gd name="connsiteY7" fmla="*/ 1466660 h 1468691"/>
                <a:gd name="connsiteX8" fmla="*/ 1749933 w 2607257"/>
                <a:gd name="connsiteY8" fmla="*/ 1447514 h 1468691"/>
                <a:gd name="connsiteX9" fmla="*/ 1594295 w 2607257"/>
                <a:gd name="connsiteY9" fmla="*/ 1351788 h 1468691"/>
                <a:gd name="connsiteX10" fmla="*/ 1512951 w 2607257"/>
                <a:gd name="connsiteY10" fmla="*/ 1227392 h 1468691"/>
                <a:gd name="connsiteX11" fmla="*/ 1500949 w 2607257"/>
                <a:gd name="connsiteY11" fmla="*/ 992886 h 1468691"/>
                <a:gd name="connsiteX12" fmla="*/ 1541621 w 2607257"/>
                <a:gd name="connsiteY12" fmla="*/ 803910 h 1468691"/>
                <a:gd name="connsiteX13" fmla="*/ 1541621 w 2607257"/>
                <a:gd name="connsiteY13" fmla="*/ 665131 h 1468691"/>
                <a:gd name="connsiteX14" fmla="*/ 1429131 w 2607257"/>
                <a:gd name="connsiteY14" fmla="*/ 526352 h 1468691"/>
                <a:gd name="connsiteX15" fmla="*/ 1163383 w 2607257"/>
                <a:gd name="connsiteY15" fmla="*/ 449771 h 1468691"/>
                <a:gd name="connsiteX16" fmla="*/ 811530 w 2607257"/>
                <a:gd name="connsiteY16" fmla="*/ 406718 h 1468691"/>
                <a:gd name="connsiteX17" fmla="*/ 574548 w 2607257"/>
                <a:gd name="connsiteY17" fmla="*/ 354044 h 1468691"/>
                <a:gd name="connsiteX18" fmla="*/ 284893 w 2607257"/>
                <a:gd name="connsiteY18" fmla="*/ 224885 h 1468691"/>
                <a:gd name="connsiteX19" fmla="*/ 0 w 2607257"/>
                <a:gd name="connsiteY19" fmla="*/ 0 h 146869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Lst>
              <a:rect l="l" t="t" r="r" b="b"/>
              <a:pathLst>
                <a:path w="2607257" h="1468691">
                  <a:moveTo>
                    <a:pt x="2568321" y="18002"/>
                  </a:moveTo>
                  <a:cubicBezTo>
                    <a:pt x="2574989" y="70009"/>
                    <a:pt x="2587752" y="206121"/>
                    <a:pt x="2590609" y="258509"/>
                  </a:cubicBezTo>
                  <a:cubicBezTo>
                    <a:pt x="2596134" y="360045"/>
                    <a:pt x="2604707" y="461486"/>
                    <a:pt x="2606802" y="563118"/>
                  </a:cubicBezTo>
                  <a:cubicBezTo>
                    <a:pt x="2609088" y="679228"/>
                    <a:pt x="2602802" y="795338"/>
                    <a:pt x="2587181" y="910400"/>
                  </a:cubicBezTo>
                  <a:cubicBezTo>
                    <a:pt x="2582990" y="941165"/>
                    <a:pt x="2577274" y="971645"/>
                    <a:pt x="2568702" y="1001554"/>
                  </a:cubicBezTo>
                  <a:cubicBezTo>
                    <a:pt x="2540222" y="1101471"/>
                    <a:pt x="2482501" y="1190816"/>
                    <a:pt x="2407063" y="1262348"/>
                  </a:cubicBezTo>
                  <a:cubicBezTo>
                    <a:pt x="2350294" y="1316165"/>
                    <a:pt x="2283047" y="1357313"/>
                    <a:pt x="2211896" y="1390078"/>
                  </a:cubicBezTo>
                  <a:cubicBezTo>
                    <a:pt x="2124742" y="1430179"/>
                    <a:pt x="2032159" y="1458754"/>
                    <a:pt x="1936623" y="1466660"/>
                  </a:cubicBezTo>
                  <a:cubicBezTo>
                    <a:pt x="1873567" y="1471898"/>
                    <a:pt x="1809845" y="1467517"/>
                    <a:pt x="1749933" y="1447514"/>
                  </a:cubicBezTo>
                  <a:cubicBezTo>
                    <a:pt x="1691449" y="1428083"/>
                    <a:pt x="1638109" y="1395222"/>
                    <a:pt x="1594295" y="1351788"/>
                  </a:cubicBezTo>
                  <a:cubicBezTo>
                    <a:pt x="1558576" y="1316450"/>
                    <a:pt x="1530001" y="1274540"/>
                    <a:pt x="1512951" y="1227392"/>
                  </a:cubicBezTo>
                  <a:cubicBezTo>
                    <a:pt x="1485900" y="1152811"/>
                    <a:pt x="1487519" y="1071467"/>
                    <a:pt x="1500949" y="992886"/>
                  </a:cubicBezTo>
                  <a:cubicBezTo>
                    <a:pt x="1511808" y="929354"/>
                    <a:pt x="1529810" y="867251"/>
                    <a:pt x="1541621" y="803910"/>
                  </a:cubicBezTo>
                  <a:cubicBezTo>
                    <a:pt x="1550194" y="757714"/>
                    <a:pt x="1554194" y="710279"/>
                    <a:pt x="1541621" y="665131"/>
                  </a:cubicBezTo>
                  <a:cubicBezTo>
                    <a:pt x="1525143" y="605981"/>
                    <a:pt x="1481233" y="559403"/>
                    <a:pt x="1429131" y="526352"/>
                  </a:cubicBezTo>
                  <a:cubicBezTo>
                    <a:pt x="1350455" y="476536"/>
                    <a:pt x="1256157" y="461772"/>
                    <a:pt x="1163383" y="449771"/>
                  </a:cubicBezTo>
                  <a:cubicBezTo>
                    <a:pt x="1046131" y="434626"/>
                    <a:pt x="928306" y="424720"/>
                    <a:pt x="811530" y="406718"/>
                  </a:cubicBezTo>
                  <a:cubicBezTo>
                    <a:pt x="731425" y="394335"/>
                    <a:pt x="652081" y="377571"/>
                    <a:pt x="574548" y="354044"/>
                  </a:cubicBezTo>
                  <a:cubicBezTo>
                    <a:pt x="472916" y="323279"/>
                    <a:pt x="375094" y="280702"/>
                    <a:pt x="284893" y="224885"/>
                  </a:cubicBezTo>
                  <a:cubicBezTo>
                    <a:pt x="181832" y="161068"/>
                    <a:pt x="90868" y="80296"/>
                    <a:pt x="0" y="0"/>
                  </a:cubicBezTo>
                </a:path>
              </a:pathLst>
            </a:custGeom>
            <a:noFill/>
            <a:ln w="9525" cap="rnd">
              <a:solidFill>
                <a:schemeClr val="accent2">
                  <a:alpha val="35000"/>
                </a:schemeClr>
              </a:solidFill>
              <a:prstDash val="lgDash"/>
              <a:round/>
            </a:ln>
          </p:spPr>
          <p:txBody>
            <a:bodyPr rtlCol="0" anchor="ctr"/>
            <a:lstStyle/>
            <a:p>
              <a:endParaRPr lang="en-US"/>
            </a:p>
          </p:txBody>
        </p:sp>
        <p:sp>
          <p:nvSpPr>
            <p:cNvPr id="57" name="Freeform: Shape 56">
              <a:extLst>
                <a:ext uri="{FF2B5EF4-FFF2-40B4-BE49-F238E27FC236}">
                  <a16:creationId xmlns:a16="http://schemas.microsoft.com/office/drawing/2014/main" id="{E87FA368-45DC-4276-A257-F67A12B20FEB}"/>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210305" y="31802"/>
              <a:ext cx="3763077" cy="2110194"/>
            </a:xfrm>
            <a:custGeom>
              <a:avLst/>
              <a:gdLst>
                <a:gd name="connsiteX0" fmla="*/ 1950434 w 2095685"/>
                <a:gd name="connsiteY0" fmla="*/ 0 h 1175182"/>
                <a:gd name="connsiteX1" fmla="*/ 2077307 w 2095685"/>
                <a:gd name="connsiteY1" fmla="*/ 479108 h 1175182"/>
                <a:gd name="connsiteX2" fmla="*/ 2089309 w 2095685"/>
                <a:gd name="connsiteY2" fmla="*/ 826008 h 1175182"/>
                <a:gd name="connsiteX3" fmla="*/ 1987582 w 2095685"/>
                <a:gd name="connsiteY3" fmla="*/ 1101185 h 1175182"/>
                <a:gd name="connsiteX4" fmla="*/ 1818037 w 2095685"/>
                <a:gd name="connsiteY4" fmla="*/ 1173004 h 1175182"/>
                <a:gd name="connsiteX5" fmla="*/ 1694402 w 2095685"/>
                <a:gd name="connsiteY5" fmla="*/ 1157097 h 1175182"/>
                <a:gd name="connsiteX6" fmla="*/ 1594676 w 2095685"/>
                <a:gd name="connsiteY6" fmla="*/ 1013555 h 1175182"/>
                <a:gd name="connsiteX7" fmla="*/ 1664494 w 2095685"/>
                <a:gd name="connsiteY7" fmla="*/ 790289 h 1175182"/>
                <a:gd name="connsiteX8" fmla="*/ 1684401 w 2095685"/>
                <a:gd name="connsiteY8" fmla="*/ 527114 h 1175182"/>
                <a:gd name="connsiteX9" fmla="*/ 1550765 w 2095685"/>
                <a:gd name="connsiteY9" fmla="*/ 343662 h 1175182"/>
                <a:gd name="connsiteX10" fmla="*/ 1315402 w 2095685"/>
                <a:gd name="connsiteY10" fmla="*/ 265938 h 1175182"/>
                <a:gd name="connsiteX11" fmla="*/ 876586 w 2095685"/>
                <a:gd name="connsiteY11" fmla="*/ 200120 h 1175182"/>
                <a:gd name="connsiteX12" fmla="*/ 591312 w 2095685"/>
                <a:gd name="connsiteY12" fmla="*/ 186119 h 1175182"/>
                <a:gd name="connsiteX13" fmla="*/ 0 w 2095685"/>
                <a:gd name="connsiteY13" fmla="*/ 16669 h 117518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Lst>
              <a:rect l="l" t="t" r="r" b="b"/>
              <a:pathLst>
                <a:path w="2095685" h="1175182">
                  <a:moveTo>
                    <a:pt x="1950434" y="0"/>
                  </a:moveTo>
                  <a:cubicBezTo>
                    <a:pt x="1973485" y="77629"/>
                    <a:pt x="2063115" y="399383"/>
                    <a:pt x="2077307" y="479108"/>
                  </a:cubicBezTo>
                  <a:cubicBezTo>
                    <a:pt x="2097786" y="593693"/>
                    <a:pt x="2100167" y="710089"/>
                    <a:pt x="2089309" y="826008"/>
                  </a:cubicBezTo>
                  <a:cubicBezTo>
                    <a:pt x="2079784" y="927545"/>
                    <a:pt x="2061401" y="1032891"/>
                    <a:pt x="1987582" y="1101185"/>
                  </a:cubicBezTo>
                  <a:cubicBezTo>
                    <a:pt x="1941481" y="1143762"/>
                    <a:pt x="1880616" y="1165670"/>
                    <a:pt x="1818037" y="1173004"/>
                  </a:cubicBezTo>
                  <a:cubicBezTo>
                    <a:pt x="1775746" y="1177957"/>
                    <a:pt x="1732693" y="1175195"/>
                    <a:pt x="1694402" y="1157097"/>
                  </a:cubicBezTo>
                  <a:cubicBezTo>
                    <a:pt x="1638110" y="1130427"/>
                    <a:pt x="1600295" y="1075373"/>
                    <a:pt x="1594676" y="1013555"/>
                  </a:cubicBezTo>
                  <a:cubicBezTo>
                    <a:pt x="1587532" y="934879"/>
                    <a:pt x="1635633" y="864870"/>
                    <a:pt x="1664494" y="790289"/>
                  </a:cubicBezTo>
                  <a:cubicBezTo>
                    <a:pt x="1696974" y="706279"/>
                    <a:pt x="1708594" y="613791"/>
                    <a:pt x="1684401" y="527114"/>
                  </a:cubicBezTo>
                  <a:cubicBezTo>
                    <a:pt x="1663351" y="451580"/>
                    <a:pt x="1616488" y="386620"/>
                    <a:pt x="1550765" y="343662"/>
                  </a:cubicBezTo>
                  <a:cubicBezTo>
                    <a:pt x="1480947" y="298133"/>
                    <a:pt x="1397508" y="282131"/>
                    <a:pt x="1315402" y="265938"/>
                  </a:cubicBezTo>
                  <a:cubicBezTo>
                    <a:pt x="1170051" y="237173"/>
                    <a:pt x="1024128" y="212027"/>
                    <a:pt x="876586" y="200120"/>
                  </a:cubicBezTo>
                  <a:cubicBezTo>
                    <a:pt x="781717" y="192500"/>
                    <a:pt x="686276" y="193643"/>
                    <a:pt x="591312" y="186119"/>
                  </a:cubicBezTo>
                  <a:cubicBezTo>
                    <a:pt x="465296" y="176213"/>
                    <a:pt x="160211" y="193453"/>
                    <a:pt x="0" y="16669"/>
                  </a:cubicBezTo>
                </a:path>
              </a:pathLst>
            </a:custGeom>
            <a:noFill/>
            <a:ln w="9525" cap="rnd">
              <a:solidFill>
                <a:schemeClr val="accent2">
                  <a:alpha val="35000"/>
                </a:schemeClr>
              </a:solidFill>
              <a:prstDash val="lgDash"/>
              <a:round/>
            </a:ln>
          </p:spPr>
          <p:txBody>
            <a:bodyPr rtlCol="0" anchor="ctr"/>
            <a:lstStyle/>
            <a:p>
              <a:endParaRPr lang="en-US"/>
            </a:p>
          </p:txBody>
        </p:sp>
      </p:grpSp>
      <p:grpSp>
        <p:nvGrpSpPr>
          <p:cNvPr id="59" name="Bottom Right">
            <a:extLst>
              <a:ext uri="{FF2B5EF4-FFF2-40B4-BE49-F238E27FC236}">
                <a16:creationId xmlns:a16="http://schemas.microsoft.com/office/drawing/2014/main" id="{88540B56-6256-419C-AC81-7B56D0DD72B4}"/>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7980400" y="3276601"/>
            <a:ext cx="4211600" cy="3581399"/>
            <a:chOff x="7980400" y="3276601"/>
            <a:chExt cx="4211600" cy="3581399"/>
          </a:xfrm>
        </p:grpSpPr>
        <p:sp>
          <p:nvSpPr>
            <p:cNvPr id="60" name="Freeform: Shape 59">
              <a:extLst>
                <a:ext uri="{FF2B5EF4-FFF2-40B4-BE49-F238E27FC236}">
                  <a16:creationId xmlns:a16="http://schemas.microsoft.com/office/drawing/2014/main" id="{EB5E9C2F-6749-4023-8E94-45C1C3FC67FD}"/>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10439256" y="6178637"/>
              <a:ext cx="1482102" cy="679363"/>
            </a:xfrm>
            <a:custGeom>
              <a:avLst/>
              <a:gdLst>
                <a:gd name="connsiteX0" fmla="*/ 741051 w 1482102"/>
                <a:gd name="connsiteY0" fmla="*/ 0 h 679363"/>
                <a:gd name="connsiteX1" fmla="*/ 1473822 w 1482102"/>
                <a:gd name="connsiteY1" fmla="*/ 597226 h 679363"/>
                <a:gd name="connsiteX2" fmla="*/ 1482102 w 1482102"/>
                <a:gd name="connsiteY2" fmla="*/ 679363 h 679363"/>
                <a:gd name="connsiteX3" fmla="*/ 0 w 1482102"/>
                <a:gd name="connsiteY3" fmla="*/ 679363 h 679363"/>
                <a:gd name="connsiteX4" fmla="*/ 8280 w 1482102"/>
                <a:gd name="connsiteY4" fmla="*/ 597226 h 679363"/>
                <a:gd name="connsiteX5" fmla="*/ 741051 w 1482102"/>
                <a:gd name="connsiteY5" fmla="*/ 0 h 67936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1482102" h="679363">
                  <a:moveTo>
                    <a:pt x="741051" y="0"/>
                  </a:moveTo>
                  <a:cubicBezTo>
                    <a:pt x="1102506" y="0"/>
                    <a:pt x="1404077" y="256390"/>
                    <a:pt x="1473822" y="597226"/>
                  </a:cubicBezTo>
                  <a:lnTo>
                    <a:pt x="1482102" y="679363"/>
                  </a:lnTo>
                  <a:lnTo>
                    <a:pt x="0" y="679363"/>
                  </a:lnTo>
                  <a:lnTo>
                    <a:pt x="8280" y="597226"/>
                  </a:lnTo>
                  <a:cubicBezTo>
                    <a:pt x="78025" y="256390"/>
                    <a:pt x="379596" y="0"/>
                    <a:pt x="741051" y="0"/>
                  </a:cubicBezTo>
                  <a:close/>
                </a:path>
              </a:pathLst>
            </a:cu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a:solidFill>
                  <a:schemeClr val="tx1">
                    <a:lumMod val="65000"/>
                    <a:lumOff val="35000"/>
                  </a:schemeClr>
                </a:solidFill>
                <a:latin typeface="AvenirNext LT Pro Medium" panose="020B0504020202020204" pitchFamily="34" charset="0"/>
              </a:endParaRPr>
            </a:p>
          </p:txBody>
        </p:sp>
        <p:grpSp>
          <p:nvGrpSpPr>
            <p:cNvPr id="61" name="Graphic 157">
              <a:extLst>
                <a:ext uri="{FF2B5EF4-FFF2-40B4-BE49-F238E27FC236}">
                  <a16:creationId xmlns:a16="http://schemas.microsoft.com/office/drawing/2014/main" id="{D87C11F9-4A6E-44BC-BF6C-0468EFD71B23}"/>
                </a:ext>
                <a:ext uri="{C183D7F6-B498-43B3-948B-1728B52AA6E4}">
                  <adec:decorative xmlns:adec="http://schemas.microsoft.com/office/drawing/2017/decorative" val="1"/>
                </a:ext>
              </a:extLst>
            </p:cNvPr>
            <p:cNvGrpSpPr/>
            <p:nvPr>
              <p:extLst>
                <p:ext uri="{386F3935-93C4-4BCD-93E2-E3B085C9AB24}">
                  <p16:designElem xmlns:p16="http://schemas.microsoft.com/office/powerpoint/2015/main" val="1"/>
                </p:ext>
              </p:extLst>
            </p:nvPr>
          </p:nvGrpSpPr>
          <p:grpSpPr>
            <a:xfrm>
              <a:off x="8662740" y="3276601"/>
              <a:ext cx="3529260" cy="3581398"/>
              <a:chOff x="4114800" y="1423987"/>
              <a:chExt cx="3961542" cy="4007547"/>
            </a:xfrm>
            <a:noFill/>
          </p:grpSpPr>
          <p:sp>
            <p:nvSpPr>
              <p:cNvPr id="63" name="Freeform: Shape 62">
                <a:extLst>
                  <a:ext uri="{FF2B5EF4-FFF2-40B4-BE49-F238E27FC236}">
                    <a16:creationId xmlns:a16="http://schemas.microsoft.com/office/drawing/2014/main" id="{2B1B9F72-6727-48A7-A229-1B9E8620C64E}"/>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4114800" y="1423987"/>
                <a:ext cx="3946874" cy="3989641"/>
              </a:xfrm>
              <a:custGeom>
                <a:avLst/>
                <a:gdLst>
                  <a:gd name="connsiteX0" fmla="*/ 0 w 3946874"/>
                  <a:gd name="connsiteY0" fmla="*/ 3989641 h 3989641"/>
                  <a:gd name="connsiteX1" fmla="*/ 79439 w 3946874"/>
                  <a:gd name="connsiteY1" fmla="*/ 3891153 h 3989641"/>
                  <a:gd name="connsiteX2" fmla="*/ 297371 w 3946874"/>
                  <a:gd name="connsiteY2" fmla="*/ 3626930 h 3989641"/>
                  <a:gd name="connsiteX3" fmla="*/ 454343 w 3946874"/>
                  <a:gd name="connsiteY3" fmla="*/ 3440335 h 3989641"/>
                  <a:gd name="connsiteX4" fmla="*/ 622363 w 3946874"/>
                  <a:gd name="connsiteY4" fmla="*/ 3290697 h 3989641"/>
                  <a:gd name="connsiteX5" fmla="*/ 927068 w 3946874"/>
                  <a:gd name="connsiteY5" fmla="*/ 3087434 h 3989641"/>
                  <a:gd name="connsiteX6" fmla="*/ 1176338 w 3946874"/>
                  <a:gd name="connsiteY6" fmla="*/ 2915603 h 3989641"/>
                  <a:gd name="connsiteX7" fmla="*/ 1394270 w 3946874"/>
                  <a:gd name="connsiteY7" fmla="*/ 2780729 h 3989641"/>
                  <a:gd name="connsiteX8" fmla="*/ 1601057 w 3946874"/>
                  <a:gd name="connsiteY8" fmla="*/ 2723483 h 3989641"/>
                  <a:gd name="connsiteX9" fmla="*/ 1756220 w 3946874"/>
                  <a:gd name="connsiteY9" fmla="*/ 2743772 h 3989641"/>
                  <a:gd name="connsiteX10" fmla="*/ 1889189 w 3946874"/>
                  <a:gd name="connsiteY10" fmla="*/ 2765965 h 3989641"/>
                  <a:gd name="connsiteX11" fmla="*/ 2007394 w 3946874"/>
                  <a:gd name="connsiteY11" fmla="*/ 2765965 h 3989641"/>
                  <a:gd name="connsiteX12" fmla="*/ 2184654 w 3946874"/>
                  <a:gd name="connsiteY12" fmla="*/ 2671763 h 3989641"/>
                  <a:gd name="connsiteX13" fmla="*/ 2372773 w 3946874"/>
                  <a:gd name="connsiteY13" fmla="*/ 2538984 h 3989641"/>
                  <a:gd name="connsiteX14" fmla="*/ 2439543 w 3946874"/>
                  <a:gd name="connsiteY14" fmla="*/ 2510504 h 3989641"/>
                  <a:gd name="connsiteX15" fmla="*/ 2650617 w 3946874"/>
                  <a:gd name="connsiteY15" fmla="*/ 2434781 h 3989641"/>
                  <a:gd name="connsiteX16" fmla="*/ 2785110 w 3946874"/>
                  <a:gd name="connsiteY16" fmla="*/ 2383060 h 3989641"/>
                  <a:gd name="connsiteX17" fmla="*/ 2897315 w 3946874"/>
                  <a:gd name="connsiteY17" fmla="*/ 2318861 h 3989641"/>
                  <a:gd name="connsiteX18" fmla="*/ 2997994 w 3946874"/>
                  <a:gd name="connsiteY18" fmla="*/ 2226183 h 3989641"/>
                  <a:gd name="connsiteX19" fmla="*/ 3061240 w 3946874"/>
                  <a:gd name="connsiteY19" fmla="*/ 2141506 h 3989641"/>
                  <a:gd name="connsiteX20" fmla="*/ 3152108 w 3946874"/>
                  <a:gd name="connsiteY20" fmla="*/ 2005203 h 3989641"/>
                  <a:gd name="connsiteX21" fmla="*/ 3274124 w 3946874"/>
                  <a:gd name="connsiteY21" fmla="*/ 1871567 h 3989641"/>
                  <a:gd name="connsiteX22" fmla="*/ 3388138 w 3946874"/>
                  <a:gd name="connsiteY22" fmla="*/ 1770888 h 3989641"/>
                  <a:gd name="connsiteX23" fmla="*/ 3466529 w 3946874"/>
                  <a:gd name="connsiteY23" fmla="*/ 1679162 h 3989641"/>
                  <a:gd name="connsiteX24" fmla="*/ 3538633 w 3946874"/>
                  <a:gd name="connsiteY24" fmla="*/ 1551718 h 3989641"/>
                  <a:gd name="connsiteX25" fmla="*/ 3588544 w 3946874"/>
                  <a:gd name="connsiteY25" fmla="*/ 1376172 h 3989641"/>
                  <a:gd name="connsiteX26" fmla="*/ 3597402 w 3946874"/>
                  <a:gd name="connsiteY26" fmla="*/ 1293305 h 3989641"/>
                  <a:gd name="connsiteX27" fmla="*/ 3721227 w 3946874"/>
                  <a:gd name="connsiteY27" fmla="*/ 880491 h 3989641"/>
                  <a:gd name="connsiteX28" fmla="*/ 3761137 w 3946874"/>
                  <a:gd name="connsiteY28" fmla="*/ 463677 h 3989641"/>
                  <a:gd name="connsiteX29" fmla="*/ 3946874 w 3946874"/>
                  <a:gd name="connsiteY29" fmla="*/ 0 h 398964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Lst>
                <a:rect l="l" t="t" r="r" b="b"/>
                <a:pathLst>
                  <a:path w="3946874" h="3989641">
                    <a:moveTo>
                      <a:pt x="0" y="3989641"/>
                    </a:moveTo>
                    <a:cubicBezTo>
                      <a:pt x="19050" y="3957257"/>
                      <a:pt x="50959" y="3916013"/>
                      <a:pt x="79439" y="3891153"/>
                    </a:cubicBezTo>
                    <a:cubicBezTo>
                      <a:pt x="165544" y="3815906"/>
                      <a:pt x="227933" y="3717989"/>
                      <a:pt x="297371" y="3626930"/>
                    </a:cubicBezTo>
                    <a:cubicBezTo>
                      <a:pt x="346615" y="3562255"/>
                      <a:pt x="398050" y="3499009"/>
                      <a:pt x="454343" y="3440335"/>
                    </a:cubicBezTo>
                    <a:cubicBezTo>
                      <a:pt x="506349" y="3386042"/>
                      <a:pt x="562642" y="3336227"/>
                      <a:pt x="622363" y="3290697"/>
                    </a:cubicBezTo>
                    <a:cubicBezTo>
                      <a:pt x="719519" y="3216688"/>
                      <a:pt x="824960" y="3154585"/>
                      <a:pt x="927068" y="3087434"/>
                    </a:cubicBezTo>
                    <a:cubicBezTo>
                      <a:pt x="1011365" y="3031998"/>
                      <a:pt x="1093565" y="2973324"/>
                      <a:pt x="1176338" y="2915603"/>
                    </a:cubicBezTo>
                    <a:cubicBezTo>
                      <a:pt x="1246537" y="2866644"/>
                      <a:pt x="1317308" y="2818066"/>
                      <a:pt x="1394270" y="2780729"/>
                    </a:cubicBezTo>
                    <a:cubicBezTo>
                      <a:pt x="1459421" y="2749106"/>
                      <a:pt x="1528763" y="2724436"/>
                      <a:pt x="1601057" y="2723483"/>
                    </a:cubicBezTo>
                    <a:cubicBezTo>
                      <a:pt x="1653350" y="2722721"/>
                      <a:pt x="1704785" y="2733485"/>
                      <a:pt x="1756220" y="2743772"/>
                    </a:cubicBezTo>
                    <a:cubicBezTo>
                      <a:pt x="1800320" y="2752630"/>
                      <a:pt x="1844612" y="2760250"/>
                      <a:pt x="1889189" y="2765965"/>
                    </a:cubicBezTo>
                    <a:cubicBezTo>
                      <a:pt x="1928622" y="2771013"/>
                      <a:pt x="1968437" y="2773299"/>
                      <a:pt x="2007394" y="2765965"/>
                    </a:cubicBezTo>
                    <a:cubicBezTo>
                      <a:pt x="2073878" y="2753487"/>
                      <a:pt x="2130647" y="2712911"/>
                      <a:pt x="2184654" y="2671763"/>
                    </a:cubicBezTo>
                    <a:cubicBezTo>
                      <a:pt x="2245900" y="2625090"/>
                      <a:pt x="2304002" y="2573465"/>
                      <a:pt x="2372773" y="2538984"/>
                    </a:cubicBezTo>
                    <a:cubicBezTo>
                      <a:pt x="2394395" y="2528126"/>
                      <a:pt x="2416874" y="2518982"/>
                      <a:pt x="2439543" y="2510504"/>
                    </a:cubicBezTo>
                    <a:cubicBezTo>
                      <a:pt x="2509552" y="2484215"/>
                      <a:pt x="2580037" y="2459450"/>
                      <a:pt x="2650617" y="2434781"/>
                    </a:cubicBezTo>
                    <a:cubicBezTo>
                      <a:pt x="2695956" y="2418874"/>
                      <a:pt x="2741295" y="2402872"/>
                      <a:pt x="2785110" y="2383060"/>
                    </a:cubicBezTo>
                    <a:cubicBezTo>
                      <a:pt x="2824448" y="2365248"/>
                      <a:pt x="2862358" y="2344198"/>
                      <a:pt x="2897315" y="2318861"/>
                    </a:cubicBezTo>
                    <a:cubicBezTo>
                      <a:pt x="2934367" y="2292096"/>
                      <a:pt x="2968085" y="2260854"/>
                      <a:pt x="2997994" y="2226183"/>
                    </a:cubicBezTo>
                    <a:cubicBezTo>
                      <a:pt x="3020949" y="2199513"/>
                      <a:pt x="3041714" y="2170938"/>
                      <a:pt x="3061240" y="2141506"/>
                    </a:cubicBezTo>
                    <a:cubicBezTo>
                      <a:pt x="3091529" y="2095976"/>
                      <a:pt x="3119533" y="2049018"/>
                      <a:pt x="3152108" y="2005203"/>
                    </a:cubicBezTo>
                    <a:cubicBezTo>
                      <a:pt x="3188113" y="1956626"/>
                      <a:pt x="3229261" y="1912144"/>
                      <a:pt x="3274124" y="1871567"/>
                    </a:cubicBezTo>
                    <a:cubicBezTo>
                      <a:pt x="3311747" y="1837563"/>
                      <a:pt x="3351848" y="1806321"/>
                      <a:pt x="3388138" y="1770888"/>
                    </a:cubicBezTo>
                    <a:cubicBezTo>
                      <a:pt x="3416999" y="1742694"/>
                      <a:pt x="3443002" y="1711833"/>
                      <a:pt x="3466529" y="1679162"/>
                    </a:cubicBezTo>
                    <a:cubicBezTo>
                      <a:pt x="3495008" y="1639348"/>
                      <a:pt x="3519392" y="1596771"/>
                      <a:pt x="3538633" y="1551718"/>
                    </a:cubicBezTo>
                    <a:cubicBezTo>
                      <a:pt x="3562731" y="1495616"/>
                      <a:pt x="3578924" y="1436465"/>
                      <a:pt x="3588544" y="1376172"/>
                    </a:cubicBezTo>
                    <a:cubicBezTo>
                      <a:pt x="3592925" y="1348740"/>
                      <a:pt x="3595688" y="1321022"/>
                      <a:pt x="3597402" y="1293305"/>
                    </a:cubicBezTo>
                    <a:cubicBezTo>
                      <a:pt x="3605974" y="1155859"/>
                      <a:pt x="3717703" y="1018127"/>
                      <a:pt x="3721227" y="880491"/>
                    </a:cubicBezTo>
                    <a:cubicBezTo>
                      <a:pt x="3724751" y="740855"/>
                      <a:pt x="3743135" y="602171"/>
                      <a:pt x="3761137" y="463677"/>
                    </a:cubicBezTo>
                    <a:cubicBezTo>
                      <a:pt x="3776186" y="347758"/>
                      <a:pt x="3934968" y="116205"/>
                      <a:pt x="3946874" y="0"/>
                    </a:cubicBezTo>
                  </a:path>
                </a:pathLst>
              </a:custGeom>
              <a:noFill/>
              <a:ln w="9525" cap="rnd">
                <a:solidFill>
                  <a:schemeClr val="accent2">
                    <a:alpha val="35000"/>
                  </a:schemeClr>
                </a:solidFill>
                <a:prstDash val="lgDash"/>
                <a:round/>
              </a:ln>
            </p:spPr>
            <p:txBody>
              <a:bodyPr rtlCol="0" anchor="ctr"/>
              <a:lstStyle/>
              <a:p>
                <a:endParaRPr lang="en-US"/>
              </a:p>
            </p:txBody>
          </p:sp>
          <p:sp>
            <p:nvSpPr>
              <p:cNvPr id="64" name="Freeform: Shape 63">
                <a:extLst>
                  <a:ext uri="{FF2B5EF4-FFF2-40B4-BE49-F238E27FC236}">
                    <a16:creationId xmlns:a16="http://schemas.microsoft.com/office/drawing/2014/main" id="{F112D38F-1CDF-4293-96FC-2190D0395499}"/>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4395978" y="2441733"/>
                <a:ext cx="3665410" cy="2985611"/>
              </a:xfrm>
              <a:custGeom>
                <a:avLst/>
                <a:gdLst>
                  <a:gd name="connsiteX0" fmla="*/ 0 w 3665410"/>
                  <a:gd name="connsiteY0" fmla="*/ 2985611 h 2985611"/>
                  <a:gd name="connsiteX1" fmla="*/ 166211 w 3665410"/>
                  <a:gd name="connsiteY1" fmla="*/ 2699766 h 2985611"/>
                  <a:gd name="connsiteX2" fmla="*/ 397002 w 3665410"/>
                  <a:gd name="connsiteY2" fmla="*/ 2414969 h 2985611"/>
                  <a:gd name="connsiteX3" fmla="*/ 620173 w 3665410"/>
                  <a:gd name="connsiteY3" fmla="*/ 2237899 h 2985611"/>
                  <a:gd name="connsiteX4" fmla="*/ 823341 w 3665410"/>
                  <a:gd name="connsiteY4" fmla="*/ 2085499 h 2985611"/>
                  <a:gd name="connsiteX5" fmla="*/ 1089565 w 3665410"/>
                  <a:gd name="connsiteY5" fmla="*/ 1911477 h 2985611"/>
                  <a:gd name="connsiteX6" fmla="*/ 1145000 w 3665410"/>
                  <a:gd name="connsiteY6" fmla="*/ 1886807 h 2985611"/>
                  <a:gd name="connsiteX7" fmla="*/ 1375791 w 3665410"/>
                  <a:gd name="connsiteY7" fmla="*/ 1842135 h 2985611"/>
                  <a:gd name="connsiteX8" fmla="*/ 1486567 w 3665410"/>
                  <a:gd name="connsiteY8" fmla="*/ 1857566 h 2985611"/>
                  <a:gd name="connsiteX9" fmla="*/ 1568101 w 3665410"/>
                  <a:gd name="connsiteY9" fmla="*/ 1871377 h 2985611"/>
                  <a:gd name="connsiteX10" fmla="*/ 1810607 w 3665410"/>
                  <a:gd name="connsiteY10" fmla="*/ 1871377 h 2985611"/>
                  <a:gd name="connsiteX11" fmla="*/ 1997964 w 3665410"/>
                  <a:gd name="connsiteY11" fmla="*/ 1790605 h 2985611"/>
                  <a:gd name="connsiteX12" fmla="*/ 2109883 w 3665410"/>
                  <a:gd name="connsiteY12" fmla="*/ 1702784 h 2985611"/>
                  <a:gd name="connsiteX13" fmla="*/ 2321433 w 3665410"/>
                  <a:gd name="connsiteY13" fmla="*/ 1552384 h 2985611"/>
                  <a:gd name="connsiteX14" fmla="*/ 2558891 w 3665410"/>
                  <a:gd name="connsiteY14" fmla="*/ 1453420 h 2985611"/>
                  <a:gd name="connsiteX15" fmla="*/ 2709767 w 3665410"/>
                  <a:gd name="connsiteY15" fmla="*/ 1377887 h 2985611"/>
                  <a:gd name="connsiteX16" fmla="*/ 2885408 w 3665410"/>
                  <a:gd name="connsiteY16" fmla="*/ 1237393 h 2985611"/>
                  <a:gd name="connsiteX17" fmla="*/ 3017711 w 3665410"/>
                  <a:gd name="connsiteY17" fmla="*/ 1072229 h 2985611"/>
                  <a:gd name="connsiteX18" fmla="*/ 3150680 w 3665410"/>
                  <a:gd name="connsiteY18" fmla="*/ 921830 h 2985611"/>
                  <a:gd name="connsiteX19" fmla="*/ 3255169 w 3665410"/>
                  <a:gd name="connsiteY19" fmla="*/ 801815 h 2985611"/>
                  <a:gd name="connsiteX20" fmla="*/ 3339275 w 3665410"/>
                  <a:gd name="connsiteY20" fmla="*/ 694182 h 2985611"/>
                  <a:gd name="connsiteX21" fmla="*/ 3409188 w 3665410"/>
                  <a:gd name="connsiteY21" fmla="*/ 546926 h 2985611"/>
                  <a:gd name="connsiteX22" fmla="*/ 3464243 w 3665410"/>
                  <a:gd name="connsiteY22" fmla="*/ 347663 h 2985611"/>
                  <a:gd name="connsiteX23" fmla="*/ 3665411 w 3665410"/>
                  <a:gd name="connsiteY23" fmla="*/ 0 h 298561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Lst>
                <a:rect l="l" t="t" r="r" b="b"/>
                <a:pathLst>
                  <a:path w="3665410" h="2985611">
                    <a:moveTo>
                      <a:pt x="0" y="2985611"/>
                    </a:moveTo>
                    <a:cubicBezTo>
                      <a:pt x="0" y="2985611"/>
                      <a:pt x="86773" y="2802827"/>
                      <a:pt x="166211" y="2699766"/>
                    </a:cubicBezTo>
                    <a:cubicBezTo>
                      <a:pt x="240983" y="2602706"/>
                      <a:pt x="309182" y="2500122"/>
                      <a:pt x="397002" y="2414969"/>
                    </a:cubicBezTo>
                    <a:cubicBezTo>
                      <a:pt x="465296" y="2348865"/>
                      <a:pt x="543592" y="2294477"/>
                      <a:pt x="620173" y="2237899"/>
                    </a:cubicBezTo>
                    <a:cubicBezTo>
                      <a:pt x="688277" y="2187607"/>
                      <a:pt x="755333" y="2135886"/>
                      <a:pt x="823341" y="2085499"/>
                    </a:cubicBezTo>
                    <a:cubicBezTo>
                      <a:pt x="908685" y="2022253"/>
                      <a:pt x="994791" y="1959197"/>
                      <a:pt x="1089565" y="1911477"/>
                    </a:cubicBezTo>
                    <a:cubicBezTo>
                      <a:pt x="1107662" y="1902428"/>
                      <a:pt x="1126141" y="1894141"/>
                      <a:pt x="1145000" y="1886807"/>
                    </a:cubicBezTo>
                    <a:cubicBezTo>
                      <a:pt x="1218819" y="1858232"/>
                      <a:pt x="1296924" y="1838611"/>
                      <a:pt x="1375791" y="1842135"/>
                    </a:cubicBezTo>
                    <a:cubicBezTo>
                      <a:pt x="1413129" y="1843754"/>
                      <a:pt x="1449896" y="1850422"/>
                      <a:pt x="1486567" y="1857566"/>
                    </a:cubicBezTo>
                    <a:cubicBezTo>
                      <a:pt x="1513618" y="1862804"/>
                      <a:pt x="1540859" y="1867376"/>
                      <a:pt x="1568101" y="1871377"/>
                    </a:cubicBezTo>
                    <a:cubicBezTo>
                      <a:pt x="1648778" y="1883188"/>
                      <a:pt x="1730978" y="1887665"/>
                      <a:pt x="1810607" y="1871377"/>
                    </a:cubicBezTo>
                    <a:cubicBezTo>
                      <a:pt x="1877854" y="1857661"/>
                      <a:pt x="1941100" y="1829086"/>
                      <a:pt x="1997964" y="1790605"/>
                    </a:cubicBezTo>
                    <a:cubicBezTo>
                      <a:pt x="2037302" y="1764030"/>
                      <a:pt x="2073497" y="1733264"/>
                      <a:pt x="2109883" y="1702784"/>
                    </a:cubicBezTo>
                    <a:cubicBezTo>
                      <a:pt x="2176367" y="1647063"/>
                      <a:pt x="2244852" y="1593151"/>
                      <a:pt x="2321433" y="1552384"/>
                    </a:cubicBezTo>
                    <a:cubicBezTo>
                      <a:pt x="2397157" y="1512094"/>
                      <a:pt x="2479548" y="1486281"/>
                      <a:pt x="2558891" y="1453420"/>
                    </a:cubicBezTo>
                    <a:cubicBezTo>
                      <a:pt x="2610898" y="1431798"/>
                      <a:pt x="2661571" y="1407033"/>
                      <a:pt x="2709767" y="1377887"/>
                    </a:cubicBezTo>
                    <a:cubicBezTo>
                      <a:pt x="2774252" y="1338929"/>
                      <a:pt x="2834069" y="1292447"/>
                      <a:pt x="2885408" y="1237393"/>
                    </a:cubicBezTo>
                    <a:cubicBezTo>
                      <a:pt x="2933605" y="1185767"/>
                      <a:pt x="2973324" y="1127093"/>
                      <a:pt x="3017711" y="1072229"/>
                    </a:cubicBezTo>
                    <a:cubicBezTo>
                      <a:pt x="3059811" y="1020223"/>
                      <a:pt x="3105912" y="971645"/>
                      <a:pt x="3150680" y="921830"/>
                    </a:cubicBezTo>
                    <a:cubicBezTo>
                      <a:pt x="3186113" y="882396"/>
                      <a:pt x="3220593" y="842010"/>
                      <a:pt x="3255169" y="801815"/>
                    </a:cubicBezTo>
                    <a:cubicBezTo>
                      <a:pt x="3284887" y="767239"/>
                      <a:pt x="3314605" y="732473"/>
                      <a:pt x="3339275" y="694182"/>
                    </a:cubicBezTo>
                    <a:cubicBezTo>
                      <a:pt x="3368707" y="648367"/>
                      <a:pt x="3390138" y="597980"/>
                      <a:pt x="3409188" y="546926"/>
                    </a:cubicBezTo>
                    <a:cubicBezTo>
                      <a:pt x="3433382" y="482156"/>
                      <a:pt x="3453384" y="415861"/>
                      <a:pt x="3464243" y="347663"/>
                    </a:cubicBezTo>
                    <a:cubicBezTo>
                      <a:pt x="3476244" y="272224"/>
                      <a:pt x="3661696" y="76295"/>
                      <a:pt x="3665411" y="0"/>
                    </a:cubicBezTo>
                  </a:path>
                </a:pathLst>
              </a:custGeom>
              <a:noFill/>
              <a:ln w="9525" cap="rnd">
                <a:solidFill>
                  <a:schemeClr val="accent2">
                    <a:alpha val="35000"/>
                  </a:schemeClr>
                </a:solidFill>
                <a:prstDash val="lgDash"/>
                <a:round/>
              </a:ln>
            </p:spPr>
            <p:txBody>
              <a:bodyPr rtlCol="0" anchor="ctr"/>
              <a:lstStyle/>
              <a:p>
                <a:endParaRPr lang="en-US"/>
              </a:p>
            </p:txBody>
          </p:sp>
          <p:sp>
            <p:nvSpPr>
              <p:cNvPr id="65" name="Freeform: Shape 64">
                <a:extLst>
                  <a:ext uri="{FF2B5EF4-FFF2-40B4-BE49-F238E27FC236}">
                    <a16:creationId xmlns:a16="http://schemas.microsoft.com/office/drawing/2014/main" id="{CF3E4DE9-57D9-4C4C-BE4E-7F081A1B3BE5}"/>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7790402" y="5229700"/>
                <a:ext cx="285940" cy="199072"/>
              </a:xfrm>
              <a:custGeom>
                <a:avLst/>
                <a:gdLst>
                  <a:gd name="connsiteX0" fmla="*/ 0 w 285940"/>
                  <a:gd name="connsiteY0" fmla="*/ 199073 h 199072"/>
                  <a:gd name="connsiteX1" fmla="*/ 285940 w 285940"/>
                  <a:gd name="connsiteY1" fmla="*/ 0 h 199072"/>
                </a:gdLst>
                <a:ahLst/>
                <a:cxnLst>
                  <a:cxn ang="0">
                    <a:pos x="connsiteX0" y="connsiteY0"/>
                  </a:cxn>
                  <a:cxn ang="0">
                    <a:pos x="connsiteX1" y="connsiteY1"/>
                  </a:cxn>
                </a:cxnLst>
                <a:rect l="l" t="t" r="r" b="b"/>
                <a:pathLst>
                  <a:path w="285940" h="199072">
                    <a:moveTo>
                      <a:pt x="0" y="199073"/>
                    </a:moveTo>
                    <a:cubicBezTo>
                      <a:pt x="0" y="199073"/>
                      <a:pt x="242125" y="39243"/>
                      <a:pt x="285940" y="0"/>
                    </a:cubicBezTo>
                  </a:path>
                </a:pathLst>
              </a:custGeom>
              <a:noFill/>
              <a:ln w="9525" cap="rnd">
                <a:solidFill>
                  <a:schemeClr val="accent2">
                    <a:alpha val="35000"/>
                  </a:schemeClr>
                </a:solidFill>
                <a:prstDash val="lgDash"/>
                <a:round/>
              </a:ln>
            </p:spPr>
            <p:txBody>
              <a:bodyPr rtlCol="0" anchor="ctr"/>
              <a:lstStyle/>
              <a:p>
                <a:endParaRPr lang="en-US"/>
              </a:p>
            </p:txBody>
          </p:sp>
          <p:sp>
            <p:nvSpPr>
              <p:cNvPr id="66" name="Freeform: Shape 65">
                <a:extLst>
                  <a:ext uri="{FF2B5EF4-FFF2-40B4-BE49-F238E27FC236}">
                    <a16:creationId xmlns:a16="http://schemas.microsoft.com/office/drawing/2014/main" id="{6BB673C9-C994-4CA3-B78E-F65C5F8C61E6}"/>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7393114" y="5049773"/>
                <a:ext cx="655796" cy="381190"/>
              </a:xfrm>
              <a:custGeom>
                <a:avLst/>
                <a:gdLst>
                  <a:gd name="connsiteX0" fmla="*/ 0 w 655796"/>
                  <a:gd name="connsiteY0" fmla="*/ 381190 h 381190"/>
                  <a:gd name="connsiteX1" fmla="*/ 655796 w 655796"/>
                  <a:gd name="connsiteY1" fmla="*/ 0 h 381190"/>
                </a:gdLst>
                <a:ahLst/>
                <a:cxnLst>
                  <a:cxn ang="0">
                    <a:pos x="connsiteX0" y="connsiteY0"/>
                  </a:cxn>
                  <a:cxn ang="0">
                    <a:pos x="connsiteX1" y="connsiteY1"/>
                  </a:cxn>
                </a:cxnLst>
                <a:rect l="l" t="t" r="r" b="b"/>
                <a:pathLst>
                  <a:path w="655796" h="381190">
                    <a:moveTo>
                      <a:pt x="0" y="381190"/>
                    </a:moveTo>
                    <a:cubicBezTo>
                      <a:pt x="0" y="381190"/>
                      <a:pt x="461105" y="172117"/>
                      <a:pt x="655796" y="0"/>
                    </a:cubicBezTo>
                  </a:path>
                </a:pathLst>
              </a:custGeom>
              <a:noFill/>
              <a:ln w="9525" cap="rnd">
                <a:solidFill>
                  <a:schemeClr val="accent2">
                    <a:alpha val="35000"/>
                  </a:schemeClr>
                </a:solidFill>
                <a:prstDash val="lgDash"/>
                <a:round/>
              </a:ln>
            </p:spPr>
            <p:txBody>
              <a:bodyPr rtlCol="0" anchor="ctr"/>
              <a:lstStyle/>
              <a:p>
                <a:endParaRPr lang="en-US"/>
              </a:p>
            </p:txBody>
          </p:sp>
          <p:sp>
            <p:nvSpPr>
              <p:cNvPr id="67" name="Freeform: Shape 66">
                <a:extLst>
                  <a:ext uri="{FF2B5EF4-FFF2-40B4-BE49-F238E27FC236}">
                    <a16:creationId xmlns:a16="http://schemas.microsoft.com/office/drawing/2014/main" id="{9B6FF51D-0B4A-4C30-AEC8-D66E88C98CE7}"/>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154072" y="3867816"/>
                <a:ext cx="2907315" cy="1544764"/>
              </a:xfrm>
              <a:custGeom>
                <a:avLst/>
                <a:gdLst>
                  <a:gd name="connsiteX0" fmla="*/ 0 w 2907315"/>
                  <a:gd name="connsiteY0" fmla="*/ 1544764 h 1544764"/>
                  <a:gd name="connsiteX1" fmla="*/ 201644 w 2907315"/>
                  <a:gd name="connsiteY1" fmla="*/ 1352550 h 1544764"/>
                  <a:gd name="connsiteX2" fmla="*/ 423196 w 2907315"/>
                  <a:gd name="connsiteY2" fmla="*/ 1196054 h 1544764"/>
                  <a:gd name="connsiteX3" fmla="*/ 782193 w 2907315"/>
                  <a:gd name="connsiteY3" fmla="*/ 1099947 h 1544764"/>
                  <a:gd name="connsiteX4" fmla="*/ 1052513 w 2907315"/>
                  <a:gd name="connsiteY4" fmla="*/ 1042321 h 1544764"/>
                  <a:gd name="connsiteX5" fmla="*/ 1311783 w 2907315"/>
                  <a:gd name="connsiteY5" fmla="*/ 1056037 h 1544764"/>
                  <a:gd name="connsiteX6" fmla="*/ 1484662 w 2907315"/>
                  <a:gd name="connsiteY6" fmla="*/ 1083469 h 1544764"/>
                  <a:gd name="connsiteX7" fmla="*/ 1788224 w 2907315"/>
                  <a:gd name="connsiteY7" fmla="*/ 1023080 h 1544764"/>
                  <a:gd name="connsiteX8" fmla="*/ 2269045 w 2907315"/>
                  <a:gd name="connsiteY8" fmla="*/ 734758 h 1544764"/>
                  <a:gd name="connsiteX9" fmla="*/ 2534984 w 2907315"/>
                  <a:gd name="connsiteY9" fmla="*/ 572738 h 1544764"/>
                  <a:gd name="connsiteX10" fmla="*/ 2907316 w 2907315"/>
                  <a:gd name="connsiteY10" fmla="*/ 0 h 154476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2907315" h="1544764">
                    <a:moveTo>
                      <a:pt x="0" y="1544764"/>
                    </a:moveTo>
                    <a:cubicBezTo>
                      <a:pt x="0" y="1544764"/>
                      <a:pt x="98012" y="1443990"/>
                      <a:pt x="201644" y="1352550"/>
                    </a:cubicBezTo>
                    <a:cubicBezTo>
                      <a:pt x="271272" y="1291209"/>
                      <a:pt x="343662" y="1234249"/>
                      <a:pt x="423196" y="1196054"/>
                    </a:cubicBezTo>
                    <a:cubicBezTo>
                      <a:pt x="537591" y="1141095"/>
                      <a:pt x="661226" y="1127189"/>
                      <a:pt x="782193" y="1099947"/>
                    </a:cubicBezTo>
                    <a:cubicBezTo>
                      <a:pt x="872300" y="1079659"/>
                      <a:pt x="961358" y="1051370"/>
                      <a:pt x="1052513" y="1042321"/>
                    </a:cubicBezTo>
                    <a:cubicBezTo>
                      <a:pt x="1139000" y="1033653"/>
                      <a:pt x="1225868" y="1040321"/>
                      <a:pt x="1311783" y="1056037"/>
                    </a:cubicBezTo>
                    <a:cubicBezTo>
                      <a:pt x="1369314" y="1066609"/>
                      <a:pt x="1426559" y="1079373"/>
                      <a:pt x="1484662" y="1083469"/>
                    </a:cubicBezTo>
                    <a:cubicBezTo>
                      <a:pt x="1587913" y="1090803"/>
                      <a:pt x="1690402" y="1064800"/>
                      <a:pt x="1788224" y="1023080"/>
                    </a:cubicBezTo>
                    <a:cubicBezTo>
                      <a:pt x="1956721" y="951262"/>
                      <a:pt x="2106549" y="825722"/>
                      <a:pt x="2269045" y="734758"/>
                    </a:cubicBezTo>
                    <a:cubicBezTo>
                      <a:pt x="2359438" y="684181"/>
                      <a:pt x="2452497" y="640556"/>
                      <a:pt x="2534984" y="572738"/>
                    </a:cubicBezTo>
                    <a:cubicBezTo>
                      <a:pt x="2673001" y="459391"/>
                      <a:pt x="2847023" y="191453"/>
                      <a:pt x="2907316" y="0"/>
                    </a:cubicBezTo>
                  </a:path>
                </a:pathLst>
              </a:custGeom>
              <a:noFill/>
              <a:ln w="9525" cap="rnd">
                <a:solidFill>
                  <a:schemeClr val="accent2">
                    <a:alpha val="35000"/>
                  </a:schemeClr>
                </a:solidFill>
                <a:prstDash val="lgDash"/>
                <a:round/>
              </a:ln>
            </p:spPr>
            <p:txBody>
              <a:bodyPr rtlCol="0" anchor="ctr"/>
              <a:lstStyle/>
              <a:p>
                <a:endParaRPr lang="en-US"/>
              </a:p>
            </p:txBody>
          </p:sp>
          <p:sp>
            <p:nvSpPr>
              <p:cNvPr id="68" name="Freeform: Shape 67">
                <a:extLst>
                  <a:ext uri="{FF2B5EF4-FFF2-40B4-BE49-F238E27FC236}">
                    <a16:creationId xmlns:a16="http://schemas.microsoft.com/office/drawing/2014/main" id="{DCF516A0-FBBD-4A87-9E93-708625DE5EC7}"/>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4907946" y="3479100"/>
                <a:ext cx="3168300" cy="1952434"/>
              </a:xfrm>
              <a:custGeom>
                <a:avLst/>
                <a:gdLst>
                  <a:gd name="connsiteX0" fmla="*/ 0 w 3168300"/>
                  <a:gd name="connsiteY0" fmla="*/ 1952435 h 1952434"/>
                  <a:gd name="connsiteX1" fmla="*/ 202121 w 3168300"/>
                  <a:gd name="connsiteY1" fmla="*/ 1687068 h 1952434"/>
                  <a:gd name="connsiteX2" fmla="*/ 545116 w 3168300"/>
                  <a:gd name="connsiteY2" fmla="*/ 1450277 h 1952434"/>
                  <a:gd name="connsiteX3" fmla="*/ 906780 w 3168300"/>
                  <a:gd name="connsiteY3" fmla="*/ 1354455 h 1952434"/>
                  <a:gd name="connsiteX4" fmla="*/ 1332262 w 3168300"/>
                  <a:gd name="connsiteY4" fmla="*/ 1285304 h 1952434"/>
                  <a:gd name="connsiteX5" fmla="*/ 1691259 w 3168300"/>
                  <a:gd name="connsiteY5" fmla="*/ 1240060 h 1952434"/>
                  <a:gd name="connsiteX6" fmla="*/ 2010346 w 3168300"/>
                  <a:gd name="connsiteY6" fmla="*/ 1141667 h 1952434"/>
                  <a:gd name="connsiteX7" fmla="*/ 2393252 w 3168300"/>
                  <a:gd name="connsiteY7" fmla="*/ 1027271 h 1952434"/>
                  <a:gd name="connsiteX8" fmla="*/ 2582037 w 3168300"/>
                  <a:gd name="connsiteY8" fmla="*/ 958120 h 1952434"/>
                  <a:gd name="connsiteX9" fmla="*/ 2760155 w 3168300"/>
                  <a:gd name="connsiteY9" fmla="*/ 827723 h 1952434"/>
                  <a:gd name="connsiteX10" fmla="*/ 2914364 w 3168300"/>
                  <a:gd name="connsiteY10" fmla="*/ 567023 h 1952434"/>
                  <a:gd name="connsiteX11" fmla="*/ 3168301 w 3168300"/>
                  <a:gd name="connsiteY11" fmla="*/ 0 h 195243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3168300" h="1952434">
                    <a:moveTo>
                      <a:pt x="0" y="1952435"/>
                    </a:moveTo>
                    <a:cubicBezTo>
                      <a:pt x="0" y="1952435"/>
                      <a:pt x="91059" y="1796415"/>
                      <a:pt x="202121" y="1687068"/>
                    </a:cubicBezTo>
                    <a:cubicBezTo>
                      <a:pt x="301943" y="1588675"/>
                      <a:pt x="416528" y="1505617"/>
                      <a:pt x="545116" y="1450277"/>
                    </a:cubicBezTo>
                    <a:cubicBezTo>
                      <a:pt x="659987" y="1400747"/>
                      <a:pt x="783622" y="1377601"/>
                      <a:pt x="906780" y="1354455"/>
                    </a:cubicBezTo>
                    <a:cubicBezTo>
                      <a:pt x="1048036" y="1327976"/>
                      <a:pt x="1189482" y="1301972"/>
                      <a:pt x="1332262" y="1285304"/>
                    </a:cubicBezTo>
                    <a:cubicBezTo>
                      <a:pt x="1452182" y="1271302"/>
                      <a:pt x="1573340" y="1265873"/>
                      <a:pt x="1691259" y="1240060"/>
                    </a:cubicBezTo>
                    <a:cubicBezTo>
                      <a:pt x="1800035" y="1216247"/>
                      <a:pt x="1904619" y="1176718"/>
                      <a:pt x="2010346" y="1141667"/>
                    </a:cubicBezTo>
                    <a:cubicBezTo>
                      <a:pt x="2136743" y="1099661"/>
                      <a:pt x="2265902" y="1066229"/>
                      <a:pt x="2393252" y="1027271"/>
                    </a:cubicBezTo>
                    <a:cubicBezTo>
                      <a:pt x="2457450" y="1007650"/>
                      <a:pt x="2521744" y="987552"/>
                      <a:pt x="2582037" y="958120"/>
                    </a:cubicBezTo>
                    <a:cubicBezTo>
                      <a:pt x="2648807" y="925449"/>
                      <a:pt x="2710815" y="883349"/>
                      <a:pt x="2760155" y="827723"/>
                    </a:cubicBezTo>
                    <a:cubicBezTo>
                      <a:pt x="2827496" y="751904"/>
                      <a:pt x="2867978" y="657511"/>
                      <a:pt x="2914364" y="567023"/>
                    </a:cubicBezTo>
                    <a:cubicBezTo>
                      <a:pt x="2972753" y="453200"/>
                      <a:pt x="3119152" y="118015"/>
                      <a:pt x="3168301" y="0"/>
                    </a:cubicBezTo>
                  </a:path>
                </a:pathLst>
              </a:custGeom>
              <a:noFill/>
              <a:ln w="9525" cap="rnd">
                <a:solidFill>
                  <a:schemeClr val="accent2">
                    <a:alpha val="35000"/>
                  </a:schemeClr>
                </a:solidFill>
                <a:prstDash val="lgDash"/>
                <a:round/>
              </a:ln>
            </p:spPr>
            <p:txBody>
              <a:bodyPr rtlCol="0" anchor="ctr"/>
              <a:lstStyle/>
              <a:p>
                <a:endParaRPr lang="en-US"/>
              </a:p>
            </p:txBody>
          </p:sp>
          <p:sp>
            <p:nvSpPr>
              <p:cNvPr id="69" name="Freeform: Shape 68">
                <a:extLst>
                  <a:ext uri="{FF2B5EF4-FFF2-40B4-BE49-F238E27FC236}">
                    <a16:creationId xmlns:a16="http://schemas.microsoft.com/office/drawing/2014/main" id="{6F1EDD83-3119-40A9-B093-626EB1B12604}"/>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4704778" y="2976752"/>
                <a:ext cx="3356800" cy="2452020"/>
              </a:xfrm>
              <a:custGeom>
                <a:avLst/>
                <a:gdLst>
                  <a:gd name="connsiteX0" fmla="*/ 0 w 3356800"/>
                  <a:gd name="connsiteY0" fmla="*/ 2452021 h 2452020"/>
                  <a:gd name="connsiteX1" fmla="*/ 130874 w 3356800"/>
                  <a:gd name="connsiteY1" fmla="*/ 2247710 h 2452020"/>
                  <a:gd name="connsiteX2" fmla="*/ 437197 w 3356800"/>
                  <a:gd name="connsiteY2" fmla="*/ 1941195 h 2452020"/>
                  <a:gd name="connsiteX3" fmla="*/ 737140 w 3356800"/>
                  <a:gd name="connsiteY3" fmla="*/ 1736884 h 2452020"/>
                  <a:gd name="connsiteX4" fmla="*/ 1031843 w 3356800"/>
                  <a:gd name="connsiteY4" fmla="*/ 1685068 h 2452020"/>
                  <a:gd name="connsiteX5" fmla="*/ 1287304 w 3356800"/>
                  <a:gd name="connsiteY5" fmla="*/ 1655826 h 2452020"/>
                  <a:gd name="connsiteX6" fmla="*/ 1471994 w 3356800"/>
                  <a:gd name="connsiteY6" fmla="*/ 1634300 h 2452020"/>
                  <a:gd name="connsiteX7" fmla="*/ 1898237 w 3356800"/>
                  <a:gd name="connsiteY7" fmla="*/ 1512665 h 2452020"/>
                  <a:gd name="connsiteX8" fmla="*/ 2229136 w 3356800"/>
                  <a:gd name="connsiteY8" fmla="*/ 1355598 h 2452020"/>
                  <a:gd name="connsiteX9" fmla="*/ 2512314 w 3356800"/>
                  <a:gd name="connsiteY9" fmla="*/ 1238631 h 2452020"/>
                  <a:gd name="connsiteX10" fmla="*/ 2758535 w 3356800"/>
                  <a:gd name="connsiteY10" fmla="*/ 1096994 h 2452020"/>
                  <a:gd name="connsiteX11" fmla="*/ 2935510 w 3356800"/>
                  <a:gd name="connsiteY11" fmla="*/ 919925 h 2452020"/>
                  <a:gd name="connsiteX12" fmla="*/ 3081719 w 3356800"/>
                  <a:gd name="connsiteY12" fmla="*/ 687419 h 2452020"/>
                  <a:gd name="connsiteX13" fmla="*/ 3356800 w 3356800"/>
                  <a:gd name="connsiteY13" fmla="*/ 0 h 245202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Lst>
                <a:rect l="l" t="t" r="r" b="b"/>
                <a:pathLst>
                  <a:path w="3356800" h="2452020">
                    <a:moveTo>
                      <a:pt x="0" y="2452021"/>
                    </a:moveTo>
                    <a:cubicBezTo>
                      <a:pt x="0" y="2452021"/>
                      <a:pt x="57150" y="2344198"/>
                      <a:pt x="130874" y="2247710"/>
                    </a:cubicBezTo>
                    <a:cubicBezTo>
                      <a:pt x="218694" y="2132648"/>
                      <a:pt x="328136" y="2036635"/>
                      <a:pt x="437197" y="1941195"/>
                    </a:cubicBezTo>
                    <a:cubicBezTo>
                      <a:pt x="529304" y="1860709"/>
                      <a:pt x="623030" y="1779556"/>
                      <a:pt x="737140" y="1736884"/>
                    </a:cubicBezTo>
                    <a:cubicBezTo>
                      <a:pt x="830866" y="1701736"/>
                      <a:pt x="932021" y="1695450"/>
                      <a:pt x="1031843" y="1685068"/>
                    </a:cubicBezTo>
                    <a:cubicBezTo>
                      <a:pt x="1117092" y="1676210"/>
                      <a:pt x="1202055" y="1665160"/>
                      <a:pt x="1287304" y="1655826"/>
                    </a:cubicBezTo>
                    <a:cubicBezTo>
                      <a:pt x="1348931" y="1649063"/>
                      <a:pt x="1410653" y="1643539"/>
                      <a:pt x="1471994" y="1634300"/>
                    </a:cubicBezTo>
                    <a:cubicBezTo>
                      <a:pt x="1618679" y="1612011"/>
                      <a:pt x="1761935" y="1571149"/>
                      <a:pt x="1898237" y="1512665"/>
                    </a:cubicBezTo>
                    <a:cubicBezTo>
                      <a:pt x="2010442" y="1464564"/>
                      <a:pt x="2117503" y="1405128"/>
                      <a:pt x="2229136" y="1355598"/>
                    </a:cubicBezTo>
                    <a:cubicBezTo>
                      <a:pt x="2322481" y="1314164"/>
                      <a:pt x="2418969" y="1280160"/>
                      <a:pt x="2512314" y="1238631"/>
                    </a:cubicBezTo>
                    <a:cubicBezTo>
                      <a:pt x="2599087" y="1199960"/>
                      <a:pt x="2683193" y="1154811"/>
                      <a:pt x="2758535" y="1096994"/>
                    </a:cubicBezTo>
                    <a:cubicBezTo>
                      <a:pt x="2825020" y="1046035"/>
                      <a:pt x="2883789" y="985837"/>
                      <a:pt x="2935510" y="919925"/>
                    </a:cubicBezTo>
                    <a:cubicBezTo>
                      <a:pt x="2992184" y="847725"/>
                      <a:pt x="3039904" y="769144"/>
                      <a:pt x="3081719" y="687419"/>
                    </a:cubicBezTo>
                    <a:cubicBezTo>
                      <a:pt x="3138297" y="576739"/>
                      <a:pt x="3314129" y="116776"/>
                      <a:pt x="3356800" y="0"/>
                    </a:cubicBezTo>
                  </a:path>
                </a:pathLst>
              </a:custGeom>
              <a:noFill/>
              <a:ln w="9525" cap="rnd">
                <a:solidFill>
                  <a:schemeClr val="accent2">
                    <a:alpha val="35000"/>
                  </a:schemeClr>
                </a:solidFill>
                <a:prstDash val="lgDash"/>
                <a:round/>
              </a:ln>
            </p:spPr>
            <p:txBody>
              <a:bodyPr rtlCol="0" anchor="ctr"/>
              <a:lstStyle/>
              <a:p>
                <a:endParaRPr lang="en-US"/>
              </a:p>
            </p:txBody>
          </p:sp>
        </p:grpSp>
        <p:sp>
          <p:nvSpPr>
            <p:cNvPr id="62" name="Freeform: Shape 61">
              <a:extLst>
                <a:ext uri="{FF2B5EF4-FFF2-40B4-BE49-F238E27FC236}">
                  <a16:creationId xmlns:a16="http://schemas.microsoft.com/office/drawing/2014/main" id="{BA5F46DB-9B25-49AD-BC98-191E88919E88}"/>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7980400" y="5197178"/>
              <a:ext cx="4211600" cy="1660822"/>
            </a:xfrm>
            <a:custGeom>
              <a:avLst/>
              <a:gdLst>
                <a:gd name="connsiteX0" fmla="*/ 4211600 w 4211600"/>
                <a:gd name="connsiteY0" fmla="*/ 0 h 1660822"/>
                <a:gd name="connsiteX1" fmla="*/ 4211600 w 4211600"/>
                <a:gd name="connsiteY1" fmla="*/ 58430 h 1660822"/>
                <a:gd name="connsiteX2" fmla="*/ 4136524 w 4211600"/>
                <a:gd name="connsiteY2" fmla="*/ 208808 h 1660822"/>
                <a:gd name="connsiteX3" fmla="*/ 3973354 w 4211600"/>
                <a:gd name="connsiteY3" fmla="*/ 437313 h 1660822"/>
                <a:gd name="connsiteX4" fmla="*/ 3884746 w 4211600"/>
                <a:gd name="connsiteY4" fmla="*/ 553613 h 1660822"/>
                <a:gd name="connsiteX5" fmla="*/ 3849435 w 4211600"/>
                <a:gd name="connsiteY5" fmla="*/ 603143 h 1660822"/>
                <a:gd name="connsiteX6" fmla="*/ 3661849 w 4211600"/>
                <a:gd name="connsiteY6" fmla="*/ 819075 h 1660822"/>
                <a:gd name="connsiteX7" fmla="*/ 3402589 w 4211600"/>
                <a:gd name="connsiteY7" fmla="*/ 952996 h 1660822"/>
                <a:gd name="connsiteX8" fmla="*/ 3130202 w 4211600"/>
                <a:gd name="connsiteY8" fmla="*/ 1023386 h 1660822"/>
                <a:gd name="connsiteX9" fmla="*/ 2914657 w 4211600"/>
                <a:gd name="connsiteY9" fmla="*/ 1068058 h 1660822"/>
                <a:gd name="connsiteX10" fmla="*/ 2582149 w 4211600"/>
                <a:gd name="connsiteY10" fmla="*/ 1138924 h 1660822"/>
                <a:gd name="connsiteX11" fmla="*/ 2483958 w 4211600"/>
                <a:gd name="connsiteY11" fmla="*/ 1162356 h 1660822"/>
                <a:gd name="connsiteX12" fmla="*/ 2123750 w 4211600"/>
                <a:gd name="connsiteY12" fmla="*/ 1238651 h 1660822"/>
                <a:gd name="connsiteX13" fmla="*/ 1761444 w 4211600"/>
                <a:gd name="connsiteY13" fmla="*/ 1273417 h 1660822"/>
                <a:gd name="connsiteX14" fmla="*/ 1608382 w 4211600"/>
                <a:gd name="connsiteY14" fmla="*/ 1284466 h 1660822"/>
                <a:gd name="connsiteX15" fmla="*/ 999942 w 4211600"/>
                <a:gd name="connsiteY15" fmla="*/ 1354284 h 1660822"/>
                <a:gd name="connsiteX16" fmla="*/ 484705 w 4211600"/>
                <a:gd name="connsiteY16" fmla="*/ 1450487 h 1660822"/>
                <a:gd name="connsiteX17" fmla="*/ 113310 w 4211600"/>
                <a:gd name="connsiteY17" fmla="*/ 1613700 h 1660822"/>
                <a:gd name="connsiteX18" fmla="*/ 39668 w 4211600"/>
                <a:gd name="connsiteY18" fmla="*/ 1660822 h 1660822"/>
                <a:gd name="connsiteX19" fmla="*/ 0 w 4211600"/>
                <a:gd name="connsiteY19" fmla="*/ 1660822 h 1660822"/>
                <a:gd name="connsiteX20" fmla="*/ 96701 w 4211600"/>
                <a:gd name="connsiteY20" fmla="*/ 1598934 h 1660822"/>
                <a:gd name="connsiteX21" fmla="*/ 474335 w 4211600"/>
                <a:gd name="connsiteY21" fmla="*/ 1433056 h 1660822"/>
                <a:gd name="connsiteX22" fmla="*/ 994299 w 4211600"/>
                <a:gd name="connsiteY22" fmla="*/ 1335806 h 1660822"/>
                <a:gd name="connsiteX23" fmla="*/ 1605231 w 4211600"/>
                <a:gd name="connsiteY23" fmla="*/ 1265702 h 1660822"/>
                <a:gd name="connsiteX24" fmla="*/ 1758819 w 4211600"/>
                <a:gd name="connsiteY24" fmla="*/ 1254558 h 1660822"/>
                <a:gd name="connsiteX25" fmla="*/ 2118106 w 4211600"/>
                <a:gd name="connsiteY25" fmla="*/ 1220077 h 1660822"/>
                <a:gd name="connsiteX26" fmla="*/ 2475557 w 4211600"/>
                <a:gd name="connsiteY26" fmla="*/ 1144353 h 1660822"/>
                <a:gd name="connsiteX27" fmla="*/ 2573878 w 4211600"/>
                <a:gd name="connsiteY27" fmla="*/ 1120827 h 1660822"/>
                <a:gd name="connsiteX28" fmla="*/ 2907437 w 4211600"/>
                <a:gd name="connsiteY28" fmla="*/ 1049675 h 1660822"/>
                <a:gd name="connsiteX29" fmla="*/ 3122589 w 4211600"/>
                <a:gd name="connsiteY29" fmla="*/ 1005098 h 1660822"/>
                <a:gd name="connsiteX30" fmla="*/ 3391169 w 4211600"/>
                <a:gd name="connsiteY30" fmla="*/ 935756 h 1660822"/>
                <a:gd name="connsiteX31" fmla="*/ 3642290 w 4211600"/>
                <a:gd name="connsiteY31" fmla="*/ 806216 h 1660822"/>
                <a:gd name="connsiteX32" fmla="*/ 3825937 w 4211600"/>
                <a:gd name="connsiteY32" fmla="*/ 594475 h 1660822"/>
                <a:gd name="connsiteX33" fmla="*/ 3861381 w 4211600"/>
                <a:gd name="connsiteY33" fmla="*/ 544755 h 1660822"/>
                <a:gd name="connsiteX34" fmla="*/ 3950381 w 4211600"/>
                <a:gd name="connsiteY34" fmla="*/ 427978 h 1660822"/>
                <a:gd name="connsiteX35" fmla="*/ 4112370 w 4211600"/>
                <a:gd name="connsiteY35" fmla="*/ 201378 h 1660822"/>
                <a:gd name="connsiteX36" fmla="*/ 4195989 w 4211600"/>
                <a:gd name="connsiteY36" fmla="*/ 33834 h 166082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Lst>
              <a:rect l="l" t="t" r="r" b="b"/>
              <a:pathLst>
                <a:path w="4211600" h="1660822">
                  <a:moveTo>
                    <a:pt x="4211600" y="0"/>
                  </a:moveTo>
                  <a:lnTo>
                    <a:pt x="4211600" y="58430"/>
                  </a:lnTo>
                  <a:lnTo>
                    <a:pt x="4136524" y="208808"/>
                  </a:lnTo>
                  <a:cubicBezTo>
                    <a:pt x="4089791" y="287770"/>
                    <a:pt x="4030588" y="363780"/>
                    <a:pt x="3973354" y="437313"/>
                  </a:cubicBezTo>
                  <a:cubicBezTo>
                    <a:pt x="3943819" y="475222"/>
                    <a:pt x="3913231" y="514465"/>
                    <a:pt x="3884746" y="553613"/>
                  </a:cubicBezTo>
                  <a:cubicBezTo>
                    <a:pt x="3872801" y="569996"/>
                    <a:pt x="3861119" y="586569"/>
                    <a:pt x="3849435" y="603143"/>
                  </a:cubicBezTo>
                  <a:cubicBezTo>
                    <a:pt x="3796665" y="678009"/>
                    <a:pt x="3742187" y="755352"/>
                    <a:pt x="3661849" y="819075"/>
                  </a:cubicBezTo>
                  <a:cubicBezTo>
                    <a:pt x="3596214" y="871176"/>
                    <a:pt x="3509050" y="916230"/>
                    <a:pt x="3402589" y="952996"/>
                  </a:cubicBezTo>
                  <a:cubicBezTo>
                    <a:pt x="3312406" y="984048"/>
                    <a:pt x="3215660" y="1005003"/>
                    <a:pt x="3130202" y="1023386"/>
                  </a:cubicBezTo>
                  <a:cubicBezTo>
                    <a:pt x="3058529" y="1038816"/>
                    <a:pt x="2985412" y="1053675"/>
                    <a:pt x="2914657" y="1068058"/>
                  </a:cubicBezTo>
                  <a:cubicBezTo>
                    <a:pt x="2805176" y="1090251"/>
                    <a:pt x="2692021" y="1113207"/>
                    <a:pt x="2582149" y="1138924"/>
                  </a:cubicBezTo>
                  <a:cubicBezTo>
                    <a:pt x="2549330" y="1146639"/>
                    <a:pt x="2516644" y="1154450"/>
                    <a:pt x="2483958" y="1162356"/>
                  </a:cubicBezTo>
                  <a:cubicBezTo>
                    <a:pt x="2367257" y="1190550"/>
                    <a:pt x="2246621" y="1219601"/>
                    <a:pt x="2123750" y="1238651"/>
                  </a:cubicBezTo>
                  <a:cubicBezTo>
                    <a:pt x="2004294" y="1257129"/>
                    <a:pt x="1880769" y="1265416"/>
                    <a:pt x="1761444" y="1273417"/>
                  </a:cubicBezTo>
                  <a:cubicBezTo>
                    <a:pt x="1711167" y="1276751"/>
                    <a:pt x="1659184" y="1280275"/>
                    <a:pt x="1608382" y="1284466"/>
                  </a:cubicBezTo>
                  <a:cubicBezTo>
                    <a:pt x="1408589" y="1300944"/>
                    <a:pt x="1214570" y="1325805"/>
                    <a:pt x="999942" y="1354284"/>
                  </a:cubicBezTo>
                  <a:cubicBezTo>
                    <a:pt x="826403" y="1377240"/>
                    <a:pt x="647744" y="1400957"/>
                    <a:pt x="484705" y="1450487"/>
                  </a:cubicBezTo>
                  <a:cubicBezTo>
                    <a:pt x="355831" y="1489635"/>
                    <a:pt x="231387" y="1544374"/>
                    <a:pt x="113310" y="1613700"/>
                  </a:cubicBezTo>
                  <a:lnTo>
                    <a:pt x="39668" y="1660822"/>
                  </a:lnTo>
                  <a:lnTo>
                    <a:pt x="0" y="1660822"/>
                  </a:lnTo>
                  <a:lnTo>
                    <a:pt x="96701" y="1598934"/>
                  </a:lnTo>
                  <a:cubicBezTo>
                    <a:pt x="216635" y="1528533"/>
                    <a:pt x="343196" y="1472919"/>
                    <a:pt x="474335" y="1433056"/>
                  </a:cubicBezTo>
                  <a:cubicBezTo>
                    <a:pt x="639999" y="1382669"/>
                    <a:pt x="820102" y="1358856"/>
                    <a:pt x="994299" y="1335806"/>
                  </a:cubicBezTo>
                  <a:cubicBezTo>
                    <a:pt x="1210239" y="1307231"/>
                    <a:pt x="1404650" y="1282275"/>
                    <a:pt x="1605231" y="1265702"/>
                  </a:cubicBezTo>
                  <a:cubicBezTo>
                    <a:pt x="1656428" y="1261511"/>
                    <a:pt x="1708411" y="1257987"/>
                    <a:pt x="1758819" y="1254558"/>
                  </a:cubicBezTo>
                  <a:cubicBezTo>
                    <a:pt x="1877487" y="1246557"/>
                    <a:pt x="2000094" y="1238365"/>
                    <a:pt x="2118106" y="1220077"/>
                  </a:cubicBezTo>
                  <a:cubicBezTo>
                    <a:pt x="2239531" y="1201313"/>
                    <a:pt x="2359513" y="1172357"/>
                    <a:pt x="2475557" y="1144353"/>
                  </a:cubicBezTo>
                  <a:cubicBezTo>
                    <a:pt x="2508243" y="1136448"/>
                    <a:pt x="2541060" y="1128542"/>
                    <a:pt x="2573878" y="1120827"/>
                  </a:cubicBezTo>
                  <a:cubicBezTo>
                    <a:pt x="2684276" y="1094919"/>
                    <a:pt x="2797694" y="1071963"/>
                    <a:pt x="2907437" y="1049675"/>
                  </a:cubicBezTo>
                  <a:cubicBezTo>
                    <a:pt x="2978061" y="1035387"/>
                    <a:pt x="3051178" y="1020528"/>
                    <a:pt x="3122589" y="1005098"/>
                  </a:cubicBezTo>
                  <a:cubicBezTo>
                    <a:pt x="3206997" y="986810"/>
                    <a:pt x="3302823" y="966141"/>
                    <a:pt x="3391169" y="935756"/>
                  </a:cubicBezTo>
                  <a:cubicBezTo>
                    <a:pt x="3494479" y="900132"/>
                    <a:pt x="3578886" y="856508"/>
                    <a:pt x="3642290" y="806216"/>
                  </a:cubicBezTo>
                  <a:cubicBezTo>
                    <a:pt x="3720133" y="744303"/>
                    <a:pt x="3773953" y="668103"/>
                    <a:pt x="3825937" y="594475"/>
                  </a:cubicBezTo>
                  <a:cubicBezTo>
                    <a:pt x="3837621" y="577902"/>
                    <a:pt x="3849435" y="561233"/>
                    <a:pt x="3861381" y="544755"/>
                  </a:cubicBezTo>
                  <a:cubicBezTo>
                    <a:pt x="3889997" y="505416"/>
                    <a:pt x="3920715" y="465983"/>
                    <a:pt x="3950381" y="427978"/>
                  </a:cubicBezTo>
                  <a:cubicBezTo>
                    <a:pt x="4007353" y="354921"/>
                    <a:pt x="4066163" y="279388"/>
                    <a:pt x="4112370" y="201378"/>
                  </a:cubicBezTo>
                  <a:cubicBezTo>
                    <a:pt x="4144662" y="146800"/>
                    <a:pt x="4170785" y="89364"/>
                    <a:pt x="4195989" y="33834"/>
                  </a:cubicBezTo>
                  <a:close/>
                </a:path>
              </a:pathLst>
            </a:cu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a:p>
          </p:txBody>
        </p:sp>
      </p:grpSp>
      <p:sp>
        <p:nvSpPr>
          <p:cNvPr id="2" name="Title 1">
            <a:extLst>
              <a:ext uri="{FF2B5EF4-FFF2-40B4-BE49-F238E27FC236}">
                <a16:creationId xmlns:a16="http://schemas.microsoft.com/office/drawing/2014/main" id="{8D6466DA-31A6-E292-1347-9F912D4E9793}"/>
              </a:ext>
            </a:extLst>
          </p:cNvPr>
          <p:cNvSpPr>
            <a:spLocks noGrp="1"/>
          </p:cNvSpPr>
          <p:nvPr>
            <p:ph type="title"/>
          </p:nvPr>
        </p:nvSpPr>
        <p:spPr>
          <a:xfrm>
            <a:off x="994404" y="731041"/>
            <a:ext cx="10191942" cy="3173034"/>
          </a:xfrm>
        </p:spPr>
        <p:txBody>
          <a:bodyPr vert="horz" lIns="91440" tIns="45720" rIns="91440" bIns="45720" rtlCol="0" anchor="b">
            <a:normAutofit/>
          </a:bodyPr>
          <a:lstStyle/>
          <a:p>
            <a:pPr algn="ctr"/>
            <a:r>
              <a:rPr lang="en-US" sz="6600" kern="1200">
                <a:solidFill>
                  <a:schemeClr val="tx2"/>
                </a:solidFill>
                <a:latin typeface="+mj-lt"/>
                <a:ea typeface="+mj-ea"/>
                <a:cs typeface="+mj-cs"/>
              </a:rPr>
              <a:t>Questions?</a:t>
            </a:r>
          </a:p>
        </p:txBody>
      </p:sp>
      <p:grpSp>
        <p:nvGrpSpPr>
          <p:cNvPr id="71" name="Cross">
            <a:extLst>
              <a:ext uri="{FF2B5EF4-FFF2-40B4-BE49-F238E27FC236}">
                <a16:creationId xmlns:a16="http://schemas.microsoft.com/office/drawing/2014/main" id="{DDB99EF5-8801-40E2-83D3-196FADCBBA7F}"/>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6030939" y="3874229"/>
            <a:ext cx="118872" cy="118872"/>
            <a:chOff x="1175347" y="3733800"/>
            <a:chExt cx="118872" cy="118872"/>
          </a:xfrm>
        </p:grpSpPr>
        <p:cxnSp>
          <p:nvCxnSpPr>
            <p:cNvPr id="72" name="Straight Connector 71">
              <a:extLst>
                <a:ext uri="{FF2B5EF4-FFF2-40B4-BE49-F238E27FC236}">
                  <a16:creationId xmlns:a16="http://schemas.microsoft.com/office/drawing/2014/main" id="{50FE3A76-C0EC-41F2-92AD-1A75BA37712D}"/>
                </a:ext>
                <a:ext uri="{C183D7F6-B498-43B3-948B-1728B52AA6E4}">
                  <adec:decorative xmlns:adec="http://schemas.microsoft.com/office/drawing/2017/decorative" val="1"/>
                </a:ext>
              </a:extLst>
            </p:cNvPr>
            <p:cNvCxnSpPr>
              <a:cxnSpLocks/>
            </p:cNvCxnSpPr>
            <p:nvPr>
              <p:extLst>
                <p:ext uri="{386F3935-93C4-4BCD-93E2-E3B085C9AB24}">
                  <p16:designElem xmlns:p16="http://schemas.microsoft.com/office/powerpoint/2015/main" val="1"/>
                </p:ext>
              </p:extLst>
            </p:nvPr>
          </p:nvCxnSpPr>
          <p:spPr>
            <a:xfrm>
              <a:off x="1234783" y="3733800"/>
              <a:ext cx="0" cy="118872"/>
            </a:xfrm>
            <a:prstGeom prst="line">
              <a:avLst/>
            </a:prstGeom>
            <a:ln w="12700">
              <a:solidFill>
                <a:schemeClr val="accent5"/>
              </a:solidFill>
            </a:ln>
          </p:spPr>
          <p:style>
            <a:lnRef idx="1">
              <a:schemeClr val="accent2"/>
            </a:lnRef>
            <a:fillRef idx="0">
              <a:schemeClr val="accent2"/>
            </a:fillRef>
            <a:effectRef idx="0">
              <a:schemeClr val="accent2"/>
            </a:effectRef>
            <a:fontRef idx="minor">
              <a:schemeClr val="tx1"/>
            </a:fontRef>
          </p:style>
        </p:cxnSp>
        <p:cxnSp>
          <p:nvCxnSpPr>
            <p:cNvPr id="73" name="Straight Connector 72">
              <a:extLst>
                <a:ext uri="{FF2B5EF4-FFF2-40B4-BE49-F238E27FC236}">
                  <a16:creationId xmlns:a16="http://schemas.microsoft.com/office/drawing/2014/main" id="{C22AF00A-AACB-4D06-A706-4231FD4EC6FA}"/>
                </a:ext>
                <a:ext uri="{C183D7F6-B498-43B3-948B-1728B52AA6E4}">
                  <adec:decorative xmlns:adec="http://schemas.microsoft.com/office/drawing/2017/decorative" val="1"/>
                </a:ext>
              </a:extLst>
            </p:cNvPr>
            <p:cNvCxnSpPr>
              <a:cxnSpLocks/>
            </p:cNvCxnSpPr>
            <p:nvPr>
              <p:extLst>
                <p:ext uri="{386F3935-93C4-4BCD-93E2-E3B085C9AB24}">
                  <p16:designElem xmlns:p16="http://schemas.microsoft.com/office/powerpoint/2015/main" val="1"/>
                </p:ext>
              </p:extLst>
            </p:nvPr>
          </p:nvCxnSpPr>
          <p:spPr>
            <a:xfrm>
              <a:off x="1175347" y="3793236"/>
              <a:ext cx="118872" cy="0"/>
            </a:xfrm>
            <a:prstGeom prst="line">
              <a:avLst/>
            </a:prstGeom>
            <a:ln w="12700">
              <a:solidFill>
                <a:schemeClr val="accent5"/>
              </a:solidFill>
            </a:ln>
          </p:spPr>
          <p:style>
            <a:lnRef idx="1">
              <a:schemeClr val="accent2"/>
            </a:lnRef>
            <a:fillRef idx="0">
              <a:schemeClr val="accent2"/>
            </a:fillRef>
            <a:effectRef idx="0">
              <a:schemeClr val="accent2"/>
            </a:effectRef>
            <a:fontRef idx="minor">
              <a:schemeClr val="tx1"/>
            </a:fontRef>
          </p:style>
        </p:cxnSp>
      </p:grpSp>
    </p:spTree>
    <p:extLst>
      <p:ext uri="{BB962C8B-B14F-4D97-AF65-F5344CB8AC3E}">
        <p14:creationId xmlns:p14="http://schemas.microsoft.com/office/powerpoint/2010/main" val="111270279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grpId="0" nodeType="withEffect">
                                  <p:stCondLst>
                                    <p:cond delay="500"/>
                                  </p:stCondLst>
                                  <p:iterate type="lt">
                                    <p:tmPct val="10000"/>
                                  </p:iterate>
                                  <p:childTnLst>
                                    <p:set>
                                      <p:cBhvr>
                                        <p:cTn id="6" dur="1" fill="hold">
                                          <p:stCondLst>
                                            <p:cond delay="0"/>
                                          </p:stCondLst>
                                        </p:cTn>
                                        <p:tgtEl>
                                          <p:spTgt spid="2"/>
                                        </p:tgtEl>
                                        <p:attrNameLst>
                                          <p:attrName>style.visibility</p:attrName>
                                        </p:attrNameLst>
                                      </p:cBhvr>
                                      <p:to>
                                        <p:strVal val="visible"/>
                                      </p:to>
                                    </p:set>
                                    <p:animEffect transition="in" filter="fade">
                                      <p:cBhvr>
                                        <p:cTn id="7" dur="400"/>
                                        <p:tgtEl>
                                          <p:spTgt spid="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p:bldLst>
  </p:timing>
</p:sld>
</file>

<file path=ppt/theme/theme1.xml><?xml version="1.0" encoding="utf-8"?>
<a:theme xmlns:a="http://schemas.openxmlformats.org/drawingml/2006/main" name="ExploreVTI">
  <a:themeElements>
    <a:clrScheme name="Custom 33">
      <a:dk1>
        <a:sysClr val="windowText" lastClr="000000"/>
      </a:dk1>
      <a:lt1>
        <a:sysClr val="window" lastClr="FFFFFF"/>
      </a:lt1>
      <a:dk2>
        <a:srgbClr val="201449"/>
      </a:dk2>
      <a:lt2>
        <a:srgbClr val="F3F0E9"/>
      </a:lt2>
      <a:accent1>
        <a:srgbClr val="E45221"/>
      </a:accent1>
      <a:accent2>
        <a:srgbClr val="4D4EE6"/>
      </a:accent2>
      <a:accent3>
        <a:srgbClr val="454B78"/>
      </a:accent3>
      <a:accent4>
        <a:srgbClr val="A3A3C1"/>
      </a:accent4>
      <a:accent5>
        <a:srgbClr val="7162FE"/>
      </a:accent5>
      <a:accent6>
        <a:srgbClr val="1EBE9B"/>
      </a:accent6>
      <a:hlink>
        <a:srgbClr val="F900A0"/>
      </a:hlink>
      <a:folHlink>
        <a:srgbClr val="954F72"/>
      </a:folHlink>
    </a:clrScheme>
    <a:fontScheme name="Custom 23">
      <a:majorFont>
        <a:latin typeface="Posterama"/>
        <a:ea typeface=""/>
        <a:cs typeface=""/>
      </a:majorFont>
      <a:minorFont>
        <a:latin typeface="Avenir Next LT Pro"/>
        <a:ea typeface=""/>
        <a:cs typeface=""/>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ExploreVTI" id="{157DDAE2-BFCD-43FD-9602-E5EFEAD66DC3}" vid="{04B6EBF8-4645-4305-9753-050B4204785C}"/>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1660</TotalTime>
  <Words>1324</Words>
  <Application>Microsoft Macintosh PowerPoint</Application>
  <PresentationFormat>Widescreen</PresentationFormat>
  <Paragraphs>110</Paragraphs>
  <Slides>26</Slides>
  <Notes>1</Notes>
  <HiddenSlides>0</HiddenSlides>
  <MMClips>0</MMClips>
  <ScaleCrop>false</ScaleCrop>
  <HeadingPairs>
    <vt:vector size="6" baseType="variant">
      <vt:variant>
        <vt:lpstr>Fonts Used</vt:lpstr>
      </vt:variant>
      <vt:variant>
        <vt:i4>6</vt:i4>
      </vt:variant>
      <vt:variant>
        <vt:lpstr>Theme</vt:lpstr>
      </vt:variant>
      <vt:variant>
        <vt:i4>1</vt:i4>
      </vt:variant>
      <vt:variant>
        <vt:lpstr>Slide Titles</vt:lpstr>
      </vt:variant>
      <vt:variant>
        <vt:i4>26</vt:i4>
      </vt:variant>
    </vt:vector>
  </HeadingPairs>
  <TitlesOfParts>
    <vt:vector size="33" baseType="lpstr">
      <vt:lpstr>Aptos</vt:lpstr>
      <vt:lpstr>Arial</vt:lpstr>
      <vt:lpstr>Avenir Next LT Pro</vt:lpstr>
      <vt:lpstr>AvenirNext LT Pro Medium</vt:lpstr>
      <vt:lpstr>Posterama</vt:lpstr>
      <vt:lpstr>Segoe UI Semilight</vt:lpstr>
      <vt:lpstr>ExploreVTI</vt:lpstr>
      <vt:lpstr>Sharding Simulations</vt:lpstr>
      <vt:lpstr>Contents</vt:lpstr>
      <vt:lpstr>Motivation</vt:lpstr>
      <vt:lpstr>What is Blockchain Sharding?</vt:lpstr>
      <vt:lpstr>What is Blockchain Sharding?</vt:lpstr>
      <vt:lpstr>Different Sharding Techniques (Previous Work)</vt:lpstr>
      <vt:lpstr>Different Sharding Techniques (Previous Work)</vt:lpstr>
      <vt:lpstr>Different Sharding Techniques (Previous Work)</vt:lpstr>
      <vt:lpstr>Our Approach - Introduction</vt:lpstr>
      <vt:lpstr>Our Approach - Design</vt:lpstr>
      <vt:lpstr>Our Approach - Design</vt:lpstr>
      <vt:lpstr>Our Approach – Network Communication</vt:lpstr>
      <vt:lpstr>Our Approach – Network Communication (No Metronome)</vt:lpstr>
      <vt:lpstr>Our Approach – Network Communication (Leader Metronome)</vt:lpstr>
      <vt:lpstr>Our Approach – Tool Validation</vt:lpstr>
      <vt:lpstr>Our Approach – Tool Validation</vt:lpstr>
      <vt:lpstr>Our Approach – Tool Validation</vt:lpstr>
      <vt:lpstr>Our Approach – Tool Validation</vt:lpstr>
      <vt:lpstr>Our Approach – Tool Validation</vt:lpstr>
      <vt:lpstr>Non-Sharded Comparison</vt:lpstr>
      <vt:lpstr>Our Approach – Results of Simulation</vt:lpstr>
      <vt:lpstr>Our Approach – Results of Simulation</vt:lpstr>
      <vt:lpstr>Our Approach – Results of Simulation</vt:lpstr>
      <vt:lpstr>Our Approach – Results of Simulation</vt:lpstr>
      <vt:lpstr>Future</vt:lpstr>
      <vt:lpstr>Questions?</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Om Amit Gandhi</dc:creator>
  <cp:lastModifiedBy>Om Amit Gandhi</cp:lastModifiedBy>
  <cp:revision>18</cp:revision>
  <dcterms:created xsi:type="dcterms:W3CDTF">2025-10-14T19:42:42Z</dcterms:created>
  <dcterms:modified xsi:type="dcterms:W3CDTF">2025-12-15T20:52:48Z</dcterms:modified>
</cp:coreProperties>
</file>